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77" r:id="rId6"/>
    <p:sldId id="274" r:id="rId7"/>
    <p:sldId id="263" r:id="rId8"/>
    <p:sldId id="278" r:id="rId9"/>
    <p:sldId id="257" r:id="rId10"/>
    <p:sldId id="298" r:id="rId11"/>
    <p:sldId id="299" r:id="rId12"/>
    <p:sldId id="300" r:id="rId13"/>
    <p:sldId id="302" r:id="rId14"/>
    <p:sldId id="260" r:id="rId15"/>
  </p:sldIdLst>
  <p:sldSz cx="9144000" cy="5143500"/>
  <p:notesSz cx="6858000" cy="9144000"/>
  <p:embeddedFontLst>
    <p:embeddedFont>
      <p:font typeface="Figtree Black" charset="0"/>
      <p:bold r:id="rId19"/>
      <p:boldItalic r:id="rId20"/>
    </p:embeddedFont>
    <p:embeddedFont>
      <p:font typeface="Figtree ExtraBold" charset="0"/>
      <p:bold r:id="rId21"/>
      <p:boldItalic r:id="rId22"/>
    </p:embeddedFont>
    <p:embeddedFont>
      <p:font typeface="Raleway" charset="0"/>
      <p:regular r:id="rId23"/>
      <p:bold r:id="rId24"/>
      <p:italic r:id="rId25"/>
      <p:boldItalic r:id="rId26"/>
    </p:embeddedFont>
    <p:embeddedFont>
      <p:font typeface="Proxima Nova" charset="0"/>
      <p:regular r:id="rId27"/>
      <p:bold r:id="rId28"/>
      <p:italic r:id="rId29"/>
      <p:boldItalic r:id="rId30"/>
    </p:embeddedFont>
    <p:embeddedFont>
      <p:font typeface="Roboto Medium" charset="0"/>
      <p:regular r:id="rId31"/>
      <p:bold r:id="rId32"/>
      <p:italic r:id="rId33"/>
      <p:boldItalic r:id="rId34"/>
    </p:embeddedFont>
    <p:embeddedFont>
      <p:font typeface="Amatic SC" charset="0"/>
      <p:regular r:id="rId35"/>
      <p:bold r:id="rId36"/>
    </p:embeddedFont>
    <p:embeddedFont>
      <p:font typeface="Abril Fatface" charset="0"/>
      <p:regular r:id="rId37"/>
    </p:embeddedFont>
    <p:embeddedFont>
      <p:font typeface="Anaheim" charset="0"/>
      <p:regular r:id="rId38"/>
      <p:bold r:id="rId39"/>
    </p:embeddedFont>
    <p:embeddedFont>
      <p:font typeface="Archivo" charset="0"/>
      <p:regular r:id="rId40"/>
      <p:bold r:id="rId41"/>
      <p:italic r:id="rId42"/>
      <p:boldItalic r:id="rId43"/>
    </p:embeddedFont>
    <p:embeddedFont>
      <p:font typeface="Open Sans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font" Target="fonts/font29.fntdata"/><Relationship Id="rId46" Type="http://schemas.openxmlformats.org/officeDocument/2006/relationships/font" Target="fonts/font28.fntdata"/><Relationship Id="rId45" Type="http://schemas.openxmlformats.org/officeDocument/2006/relationships/font" Target="fonts/font27.fntdata"/><Relationship Id="rId44" Type="http://schemas.openxmlformats.org/officeDocument/2006/relationships/font" Target="fonts/font26.fntdata"/><Relationship Id="rId43" Type="http://schemas.openxmlformats.org/officeDocument/2006/relationships/font" Target="fonts/font25.fntdata"/><Relationship Id="rId42" Type="http://schemas.openxmlformats.org/officeDocument/2006/relationships/font" Target="fonts/font24.fntdata"/><Relationship Id="rId41" Type="http://schemas.openxmlformats.org/officeDocument/2006/relationships/font" Target="fonts/font23.fntdata"/><Relationship Id="rId40" Type="http://schemas.openxmlformats.org/officeDocument/2006/relationships/font" Target="fonts/font22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21.fntdata"/><Relationship Id="rId38" Type="http://schemas.openxmlformats.org/officeDocument/2006/relationships/font" Target="fonts/font20.fntdata"/><Relationship Id="rId37" Type="http://schemas.openxmlformats.org/officeDocument/2006/relationships/font" Target="fonts/font19.fntdata"/><Relationship Id="rId36" Type="http://schemas.openxmlformats.org/officeDocument/2006/relationships/font" Target="fonts/font18.fntdata"/><Relationship Id="rId35" Type="http://schemas.openxmlformats.org/officeDocument/2006/relationships/font" Target="fonts/font17.fntdata"/><Relationship Id="rId34" Type="http://schemas.openxmlformats.org/officeDocument/2006/relationships/font" Target="fonts/font16.fntdata"/><Relationship Id="rId33" Type="http://schemas.openxmlformats.org/officeDocument/2006/relationships/font" Target="fonts/font15.fntdata"/><Relationship Id="rId32" Type="http://schemas.openxmlformats.org/officeDocument/2006/relationships/font" Target="fonts/font14.fntdata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db0f9523dd_0_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db0f9523dd_0_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2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g225a54ef2ce_0_6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4" name="Google Shape;3004;g225a54ef2ce_0_6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g17c78293339_2_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4" name="Google Shape;2134;g17c78293339_2_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db0f9523dd_0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db0f9523dd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49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g225a54ef2ce_0_8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1" name="Google Shape;3551;g225a54ef2ce_0_8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dd0c7d16c6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dd0c7d16c6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dd0c7d16c6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dd0c7d16c6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dd0c7d16c6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dd0c7d16c6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dd0c7d16c6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dd0c7d16c6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dd0c7d16c6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dd0c7d16c6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db0f9523dd_0_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db0f9523dd_0_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66600" y="260350"/>
            <a:ext cx="8615262" cy="4617144"/>
          </a:xfrm>
          <a:custGeom>
            <a:avLst/>
            <a:gdLst/>
            <a:ahLst/>
            <a:cxnLst/>
            <a:rect l="l" t="t" r="r" b="b"/>
            <a:pathLst>
              <a:path w="75005" h="47449" extrusionOk="0">
                <a:moveTo>
                  <a:pt x="1" y="0"/>
                </a:moveTo>
                <a:lnTo>
                  <a:pt x="1" y="47449"/>
                </a:lnTo>
                <a:lnTo>
                  <a:pt x="75004" y="47449"/>
                </a:lnTo>
                <a:lnTo>
                  <a:pt x="75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" name="Google Shape;10;p2"/>
          <p:cNvSpPr/>
          <p:nvPr/>
        </p:nvSpPr>
        <p:spPr>
          <a:xfrm>
            <a:off x="266600" y="264175"/>
            <a:ext cx="8615262" cy="174525"/>
          </a:xfrm>
          <a:custGeom>
            <a:avLst/>
            <a:gdLst/>
            <a:ahLst/>
            <a:cxnLst/>
            <a:rect l="l" t="t" r="r" b="b"/>
            <a:pathLst>
              <a:path w="75005" h="1824" extrusionOk="0">
                <a:moveTo>
                  <a:pt x="1" y="0"/>
                </a:moveTo>
                <a:lnTo>
                  <a:pt x="1" y="1823"/>
                </a:lnTo>
                <a:lnTo>
                  <a:pt x="75004" y="1823"/>
                </a:lnTo>
                <a:lnTo>
                  <a:pt x="750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/>
          <p:nvPr/>
        </p:nvSpPr>
        <p:spPr>
          <a:xfrm>
            <a:off x="362380" y="315851"/>
            <a:ext cx="78460" cy="70518"/>
          </a:xfrm>
          <a:custGeom>
            <a:avLst/>
            <a:gdLst/>
            <a:ahLst/>
            <a:cxnLst/>
            <a:rect l="l" t="t" r="r" b="b"/>
            <a:pathLst>
              <a:path w="820" h="737" extrusionOk="0">
                <a:moveTo>
                  <a:pt x="375" y="0"/>
                </a:moveTo>
                <a:cubicBezTo>
                  <a:pt x="167" y="0"/>
                  <a:pt x="1" y="173"/>
                  <a:pt x="11" y="382"/>
                </a:cubicBezTo>
                <a:cubicBezTo>
                  <a:pt x="14" y="578"/>
                  <a:pt x="183" y="737"/>
                  <a:pt x="378" y="737"/>
                </a:cubicBezTo>
                <a:cubicBezTo>
                  <a:pt x="384" y="737"/>
                  <a:pt x="389" y="737"/>
                  <a:pt x="395" y="736"/>
                </a:cubicBezTo>
                <a:cubicBezTo>
                  <a:pt x="641" y="730"/>
                  <a:pt x="820" y="481"/>
                  <a:pt x="720" y="223"/>
                </a:cubicBezTo>
                <a:cubicBezTo>
                  <a:pt x="664" y="87"/>
                  <a:pt x="525" y="0"/>
                  <a:pt x="37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/>
          <p:nvPr/>
        </p:nvSpPr>
        <p:spPr>
          <a:xfrm>
            <a:off x="506096" y="315851"/>
            <a:ext cx="78173" cy="70518"/>
          </a:xfrm>
          <a:custGeom>
            <a:avLst/>
            <a:gdLst/>
            <a:ahLst/>
            <a:cxnLst/>
            <a:rect l="l" t="t" r="r" b="b"/>
            <a:pathLst>
              <a:path w="817" h="737" extrusionOk="0">
                <a:moveTo>
                  <a:pt x="372" y="0"/>
                </a:moveTo>
                <a:cubicBezTo>
                  <a:pt x="166" y="0"/>
                  <a:pt x="1" y="173"/>
                  <a:pt x="7" y="382"/>
                </a:cubicBezTo>
                <a:cubicBezTo>
                  <a:pt x="14" y="578"/>
                  <a:pt x="179" y="737"/>
                  <a:pt x="377" y="737"/>
                </a:cubicBezTo>
                <a:cubicBezTo>
                  <a:pt x="383" y="737"/>
                  <a:pt x="389" y="737"/>
                  <a:pt x="395" y="736"/>
                </a:cubicBezTo>
                <a:cubicBezTo>
                  <a:pt x="637" y="730"/>
                  <a:pt x="816" y="481"/>
                  <a:pt x="717" y="223"/>
                </a:cubicBezTo>
                <a:cubicBezTo>
                  <a:pt x="664" y="87"/>
                  <a:pt x="528" y="0"/>
                  <a:pt x="3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/>
          <p:nvPr/>
        </p:nvSpPr>
        <p:spPr>
          <a:xfrm>
            <a:off x="650099" y="315851"/>
            <a:ext cx="78173" cy="70518"/>
          </a:xfrm>
          <a:custGeom>
            <a:avLst/>
            <a:gdLst/>
            <a:ahLst/>
            <a:cxnLst/>
            <a:rect l="l" t="t" r="r" b="b"/>
            <a:pathLst>
              <a:path w="817" h="737" extrusionOk="0">
                <a:moveTo>
                  <a:pt x="372" y="0"/>
                </a:moveTo>
                <a:cubicBezTo>
                  <a:pt x="166" y="0"/>
                  <a:pt x="1" y="173"/>
                  <a:pt x="7" y="382"/>
                </a:cubicBezTo>
                <a:cubicBezTo>
                  <a:pt x="10" y="578"/>
                  <a:pt x="179" y="737"/>
                  <a:pt x="374" y="737"/>
                </a:cubicBezTo>
                <a:cubicBezTo>
                  <a:pt x="380" y="737"/>
                  <a:pt x="386" y="737"/>
                  <a:pt x="392" y="736"/>
                </a:cubicBezTo>
                <a:cubicBezTo>
                  <a:pt x="637" y="730"/>
                  <a:pt x="816" y="481"/>
                  <a:pt x="717" y="223"/>
                </a:cubicBezTo>
                <a:cubicBezTo>
                  <a:pt x="664" y="87"/>
                  <a:pt x="521" y="0"/>
                  <a:pt x="3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2"/>
          <p:cNvSpPr/>
          <p:nvPr/>
        </p:nvSpPr>
        <p:spPr>
          <a:xfrm>
            <a:off x="266600" y="438700"/>
            <a:ext cx="8615262" cy="218072"/>
          </a:xfrm>
          <a:custGeom>
            <a:avLst/>
            <a:gdLst/>
            <a:ahLst/>
            <a:cxnLst/>
            <a:rect l="l" t="t" r="r" b="b"/>
            <a:pathLst>
              <a:path w="75005" h="4351" extrusionOk="0">
                <a:moveTo>
                  <a:pt x="1" y="1"/>
                </a:moveTo>
                <a:lnTo>
                  <a:pt x="1" y="4350"/>
                </a:lnTo>
                <a:lnTo>
                  <a:pt x="75004" y="4350"/>
                </a:lnTo>
                <a:lnTo>
                  <a:pt x="750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5" name="Google Shape;15;p2"/>
          <p:cNvGrpSpPr/>
          <p:nvPr/>
        </p:nvGrpSpPr>
        <p:grpSpPr>
          <a:xfrm>
            <a:off x="6848403" y="458556"/>
            <a:ext cx="2010204" cy="178352"/>
            <a:chOff x="4905603" y="626944"/>
            <a:chExt cx="2010204" cy="178352"/>
          </a:xfrm>
        </p:grpSpPr>
        <p:sp>
          <p:nvSpPr>
            <p:cNvPr id="16" name="Google Shape;16;p2"/>
            <p:cNvSpPr/>
            <p:nvPr/>
          </p:nvSpPr>
          <p:spPr>
            <a:xfrm>
              <a:off x="4905603" y="626944"/>
              <a:ext cx="2010194" cy="178352"/>
            </a:xfrm>
            <a:custGeom>
              <a:avLst/>
              <a:gdLst/>
              <a:ahLst/>
              <a:cxnLst/>
              <a:rect l="l" t="t" r="r" b="b"/>
              <a:pathLst>
                <a:path w="21009" h="1864" extrusionOk="0">
                  <a:moveTo>
                    <a:pt x="1" y="1"/>
                  </a:moveTo>
                  <a:lnTo>
                    <a:pt x="1" y="1864"/>
                  </a:lnTo>
                  <a:lnTo>
                    <a:pt x="21008" y="1864"/>
                  </a:lnTo>
                  <a:lnTo>
                    <a:pt x="210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737456" y="626944"/>
              <a:ext cx="178352" cy="178352"/>
            </a:xfrm>
            <a:custGeom>
              <a:avLst/>
              <a:gdLst/>
              <a:ahLst/>
              <a:cxnLst/>
              <a:rect l="l" t="t" r="r" b="b"/>
              <a:pathLst>
                <a:path w="1864" h="1864" extrusionOk="0">
                  <a:moveTo>
                    <a:pt x="0" y="1"/>
                  </a:moveTo>
                  <a:lnTo>
                    <a:pt x="0" y="1864"/>
                  </a:lnTo>
                  <a:lnTo>
                    <a:pt x="1863" y="1864"/>
                  </a:lnTo>
                  <a:lnTo>
                    <a:pt x="18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24336" y="711623"/>
              <a:ext cx="57505" cy="68030"/>
            </a:xfrm>
            <a:custGeom>
              <a:avLst/>
              <a:gdLst/>
              <a:ahLst/>
              <a:cxnLst/>
              <a:rect l="l" t="t" r="r" b="b"/>
              <a:pathLst>
                <a:path w="601" h="711" extrusionOk="0">
                  <a:moveTo>
                    <a:pt x="153" y="1"/>
                  </a:moveTo>
                  <a:cubicBezTo>
                    <a:pt x="137" y="47"/>
                    <a:pt x="103" y="90"/>
                    <a:pt x="67" y="117"/>
                  </a:cubicBezTo>
                  <a:cubicBezTo>
                    <a:pt x="44" y="130"/>
                    <a:pt x="24" y="147"/>
                    <a:pt x="1" y="157"/>
                  </a:cubicBezTo>
                  <a:lnTo>
                    <a:pt x="117" y="306"/>
                  </a:lnTo>
                  <a:lnTo>
                    <a:pt x="432" y="710"/>
                  </a:lnTo>
                  <a:lnTo>
                    <a:pt x="601" y="581"/>
                  </a:lnTo>
                  <a:lnTo>
                    <a:pt x="276" y="163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764056" y="655649"/>
              <a:ext cx="97788" cy="89176"/>
            </a:xfrm>
            <a:custGeom>
              <a:avLst/>
              <a:gdLst/>
              <a:ahLst/>
              <a:cxnLst/>
              <a:rect l="l" t="t" r="r" b="b"/>
              <a:pathLst>
                <a:path w="1022" h="932" extrusionOk="0">
                  <a:moveTo>
                    <a:pt x="527" y="192"/>
                  </a:moveTo>
                  <a:cubicBezTo>
                    <a:pt x="611" y="192"/>
                    <a:pt x="693" y="231"/>
                    <a:pt x="747" y="301"/>
                  </a:cubicBezTo>
                  <a:cubicBezTo>
                    <a:pt x="806" y="380"/>
                    <a:pt x="820" y="483"/>
                    <a:pt x="780" y="576"/>
                  </a:cubicBezTo>
                  <a:cubicBezTo>
                    <a:pt x="763" y="629"/>
                    <a:pt x="733" y="665"/>
                    <a:pt x="697" y="695"/>
                  </a:cubicBezTo>
                  <a:cubicBezTo>
                    <a:pt x="674" y="712"/>
                    <a:pt x="654" y="725"/>
                    <a:pt x="631" y="732"/>
                  </a:cubicBezTo>
                  <a:cubicBezTo>
                    <a:pt x="597" y="745"/>
                    <a:pt x="562" y="752"/>
                    <a:pt x="527" y="752"/>
                  </a:cubicBezTo>
                  <a:cubicBezTo>
                    <a:pt x="400" y="752"/>
                    <a:pt x="281" y="665"/>
                    <a:pt x="253" y="530"/>
                  </a:cubicBezTo>
                  <a:cubicBezTo>
                    <a:pt x="226" y="420"/>
                    <a:pt x="273" y="304"/>
                    <a:pt x="365" y="244"/>
                  </a:cubicBezTo>
                  <a:cubicBezTo>
                    <a:pt x="415" y="209"/>
                    <a:pt x="472" y="192"/>
                    <a:pt x="527" y="192"/>
                  </a:cubicBezTo>
                  <a:close/>
                  <a:moveTo>
                    <a:pt x="526" y="0"/>
                  </a:moveTo>
                  <a:cubicBezTo>
                    <a:pt x="428" y="0"/>
                    <a:pt x="329" y="31"/>
                    <a:pt x="243" y="95"/>
                  </a:cubicBezTo>
                  <a:cubicBezTo>
                    <a:pt x="37" y="251"/>
                    <a:pt x="1" y="543"/>
                    <a:pt x="153" y="748"/>
                  </a:cubicBezTo>
                  <a:cubicBezTo>
                    <a:pt x="244" y="868"/>
                    <a:pt x="383" y="932"/>
                    <a:pt x="525" y="932"/>
                  </a:cubicBezTo>
                  <a:cubicBezTo>
                    <a:pt x="600" y="932"/>
                    <a:pt x="676" y="914"/>
                    <a:pt x="747" y="878"/>
                  </a:cubicBezTo>
                  <a:cubicBezTo>
                    <a:pt x="767" y="864"/>
                    <a:pt x="790" y="851"/>
                    <a:pt x="806" y="835"/>
                  </a:cubicBezTo>
                  <a:cubicBezTo>
                    <a:pt x="846" y="805"/>
                    <a:pt x="879" y="775"/>
                    <a:pt x="906" y="735"/>
                  </a:cubicBezTo>
                  <a:cubicBezTo>
                    <a:pt x="1022" y="569"/>
                    <a:pt x="1018" y="347"/>
                    <a:pt x="899" y="185"/>
                  </a:cubicBezTo>
                  <a:cubicBezTo>
                    <a:pt x="805" y="64"/>
                    <a:pt x="667" y="0"/>
                    <a:pt x="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945312" y="662538"/>
              <a:ext cx="7942" cy="107260"/>
            </a:xfrm>
            <a:custGeom>
              <a:avLst/>
              <a:gdLst/>
              <a:ahLst/>
              <a:cxnLst/>
              <a:rect l="l" t="t" r="r" b="b"/>
              <a:pathLst>
                <a:path w="83" h="1121" extrusionOk="0">
                  <a:moveTo>
                    <a:pt x="0" y="0"/>
                  </a:moveTo>
                  <a:lnTo>
                    <a:pt x="0" y="1121"/>
                  </a:lnTo>
                  <a:lnTo>
                    <a:pt x="83" y="112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754900" y="656750"/>
            <a:ext cx="126951" cy="4038639"/>
          </a:xfrm>
          <a:custGeom>
            <a:avLst/>
            <a:gdLst/>
            <a:ahLst/>
            <a:cxnLst/>
            <a:rect l="l" t="t" r="r" b="b"/>
            <a:pathLst>
              <a:path w="1327" h="41316" extrusionOk="0">
                <a:moveTo>
                  <a:pt x="0" y="0"/>
                </a:moveTo>
                <a:lnTo>
                  <a:pt x="0" y="41316"/>
                </a:lnTo>
                <a:lnTo>
                  <a:pt x="1326" y="41316"/>
                </a:lnTo>
                <a:lnTo>
                  <a:pt x="132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2"/>
          <p:cNvSpPr/>
          <p:nvPr/>
        </p:nvSpPr>
        <p:spPr>
          <a:xfrm>
            <a:off x="8782445" y="683356"/>
            <a:ext cx="67648" cy="1490638"/>
          </a:xfrm>
          <a:custGeom>
            <a:avLst/>
            <a:gdLst/>
            <a:ahLst/>
            <a:cxnLst/>
            <a:rect l="l" t="t" r="r" b="b"/>
            <a:pathLst>
              <a:path w="707" h="15579" extrusionOk="0">
                <a:moveTo>
                  <a:pt x="355" y="0"/>
                </a:moveTo>
                <a:cubicBezTo>
                  <a:pt x="160" y="0"/>
                  <a:pt x="1" y="153"/>
                  <a:pt x="1" y="345"/>
                </a:cubicBezTo>
                <a:lnTo>
                  <a:pt x="1" y="15233"/>
                </a:lnTo>
                <a:cubicBezTo>
                  <a:pt x="1" y="15426"/>
                  <a:pt x="160" y="15578"/>
                  <a:pt x="355" y="15578"/>
                </a:cubicBezTo>
                <a:cubicBezTo>
                  <a:pt x="548" y="15578"/>
                  <a:pt x="707" y="15426"/>
                  <a:pt x="707" y="15233"/>
                </a:cubicBezTo>
                <a:lnTo>
                  <a:pt x="707" y="345"/>
                </a:lnTo>
                <a:cubicBezTo>
                  <a:pt x="707" y="153"/>
                  <a:pt x="548" y="0"/>
                  <a:pt x="35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2"/>
          <p:cNvSpPr/>
          <p:nvPr/>
        </p:nvSpPr>
        <p:spPr>
          <a:xfrm>
            <a:off x="266600" y="4659400"/>
            <a:ext cx="8615285" cy="218077"/>
          </a:xfrm>
          <a:custGeom>
            <a:avLst/>
            <a:gdLst/>
            <a:ahLst/>
            <a:cxnLst/>
            <a:rect l="l" t="t" r="r" b="b"/>
            <a:pathLst>
              <a:path w="73679" h="5845" extrusionOk="0">
                <a:moveTo>
                  <a:pt x="1" y="0"/>
                </a:moveTo>
                <a:lnTo>
                  <a:pt x="1" y="5845"/>
                </a:lnTo>
                <a:lnTo>
                  <a:pt x="73678" y="5845"/>
                </a:lnTo>
                <a:lnTo>
                  <a:pt x="7367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2"/>
          <p:cNvSpPr/>
          <p:nvPr/>
        </p:nvSpPr>
        <p:spPr>
          <a:xfrm>
            <a:off x="8754902" y="4715245"/>
            <a:ext cx="50949" cy="104677"/>
          </a:xfrm>
          <a:custGeom>
            <a:avLst/>
            <a:gdLst/>
            <a:ahLst/>
            <a:cxnLst/>
            <a:rect l="l" t="t" r="r" b="b"/>
            <a:pathLst>
              <a:path w="869" h="1785" extrusionOk="0">
                <a:moveTo>
                  <a:pt x="0" y="1"/>
                </a:moveTo>
                <a:lnTo>
                  <a:pt x="0" y="1784"/>
                </a:lnTo>
                <a:lnTo>
                  <a:pt x="869" y="95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"/>
          <p:cNvSpPr/>
          <p:nvPr/>
        </p:nvSpPr>
        <p:spPr>
          <a:xfrm>
            <a:off x="317430" y="488803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0"/>
                </a:moveTo>
                <a:lnTo>
                  <a:pt x="1" y="249"/>
                </a:lnTo>
                <a:lnTo>
                  <a:pt x="1492" y="249"/>
                </a:lnTo>
                <a:lnTo>
                  <a:pt x="14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2"/>
          <p:cNvSpPr/>
          <p:nvPr/>
        </p:nvSpPr>
        <p:spPr>
          <a:xfrm>
            <a:off x="317430" y="591567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1"/>
                </a:moveTo>
                <a:lnTo>
                  <a:pt x="1" y="250"/>
                </a:lnTo>
                <a:lnTo>
                  <a:pt x="1492" y="250"/>
                </a:lnTo>
                <a:lnTo>
                  <a:pt x="14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2"/>
          <p:cNvSpPr/>
          <p:nvPr/>
        </p:nvSpPr>
        <p:spPr>
          <a:xfrm>
            <a:off x="317430" y="540185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1"/>
                </a:moveTo>
                <a:lnTo>
                  <a:pt x="1" y="249"/>
                </a:lnTo>
                <a:lnTo>
                  <a:pt x="1492" y="249"/>
                </a:lnTo>
                <a:lnTo>
                  <a:pt x="14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2"/>
          <p:cNvSpPr/>
          <p:nvPr/>
        </p:nvSpPr>
        <p:spPr>
          <a:xfrm rot="10800000">
            <a:off x="317427" y="4715245"/>
            <a:ext cx="50949" cy="104677"/>
          </a:xfrm>
          <a:custGeom>
            <a:avLst/>
            <a:gdLst/>
            <a:ahLst/>
            <a:cxnLst/>
            <a:rect l="l" t="t" r="r" b="b"/>
            <a:pathLst>
              <a:path w="869" h="1785" extrusionOk="0">
                <a:moveTo>
                  <a:pt x="0" y="1"/>
                </a:moveTo>
                <a:lnTo>
                  <a:pt x="0" y="1784"/>
                </a:lnTo>
                <a:lnTo>
                  <a:pt x="869" y="95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2"/>
          <p:cNvSpPr/>
          <p:nvPr/>
        </p:nvSpPr>
        <p:spPr>
          <a:xfrm>
            <a:off x="266538" y="258700"/>
            <a:ext cx="8615400" cy="461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2"/>
          <p:cNvSpPr txBox="1"/>
          <p:nvPr>
            <p:ph type="ctrTitle"/>
          </p:nvPr>
        </p:nvSpPr>
        <p:spPr>
          <a:xfrm>
            <a:off x="4294286" y="1256863"/>
            <a:ext cx="4125900" cy="24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31" name="Google Shape;31;p2"/>
          <p:cNvSpPr txBox="1"/>
          <p:nvPr>
            <p:ph type="subTitle" idx="1"/>
          </p:nvPr>
        </p:nvSpPr>
        <p:spPr>
          <a:xfrm>
            <a:off x="4294150" y="3736200"/>
            <a:ext cx="4125900" cy="46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34" name="Google Shape;34;p3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0" name="Google Shape;40;p3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6" name="Google Shape;46;p3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3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5" name="Google Shape;55;p3"/>
          <p:cNvSpPr txBox="1"/>
          <p:nvPr>
            <p:ph type="title"/>
          </p:nvPr>
        </p:nvSpPr>
        <p:spPr>
          <a:xfrm>
            <a:off x="724050" y="2366550"/>
            <a:ext cx="43506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type="title" idx="2" hasCustomPrompt="1"/>
          </p:nvPr>
        </p:nvSpPr>
        <p:spPr>
          <a:xfrm>
            <a:off x="724050" y="997850"/>
            <a:ext cx="1223100" cy="12231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type="subTitle" idx="1"/>
          </p:nvPr>
        </p:nvSpPr>
        <p:spPr>
          <a:xfrm>
            <a:off x="724050" y="3884700"/>
            <a:ext cx="4350600" cy="4098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" name="Google Shape;58;p3"/>
          <p:cNvSpPr/>
          <p:nvPr>
            <p:ph type="pic" idx="3"/>
          </p:nvPr>
        </p:nvSpPr>
        <p:spPr>
          <a:xfrm>
            <a:off x="5505600" y="724875"/>
            <a:ext cx="3168900" cy="384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61" name="Google Shape;61;p4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71;p4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3" name="Google Shape;73;p4"/>
          <p:cNvSpPr txBox="1"/>
          <p:nvPr>
            <p:ph type="title"/>
          </p:nvPr>
        </p:nvSpPr>
        <p:spPr>
          <a:xfrm>
            <a:off x="720000" y="552150"/>
            <a:ext cx="7704000" cy="5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4"/>
          <p:cNvSpPr txBox="1"/>
          <p:nvPr>
            <p:ph type="body" idx="1"/>
          </p:nvPr>
        </p:nvSpPr>
        <p:spPr>
          <a:xfrm>
            <a:off x="720000" y="1128450"/>
            <a:ext cx="7704000" cy="2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>
                <a:solidFill>
                  <a:srgbClr val="44361A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75" name="Google Shape;75;p4"/>
          <p:cNvGrpSpPr/>
          <p:nvPr/>
        </p:nvGrpSpPr>
        <p:grpSpPr>
          <a:xfrm>
            <a:off x="8535620" y="1783413"/>
            <a:ext cx="766815" cy="613870"/>
            <a:chOff x="1680490" y="1133400"/>
            <a:chExt cx="2104323" cy="1684605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1680490" y="1133407"/>
              <a:ext cx="2104156" cy="1684598"/>
              <a:chOff x="1485138" y="1133425"/>
              <a:chExt cx="156975" cy="125675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1485138" y="1144675"/>
                <a:ext cx="156975" cy="114425"/>
              </a:xfrm>
              <a:custGeom>
                <a:avLst/>
                <a:gdLst/>
                <a:ahLst/>
                <a:cxnLst/>
                <a:rect l="l" t="t" r="r" b="b"/>
                <a:pathLst>
                  <a:path w="6279" h="4577" extrusionOk="0">
                    <a:moveTo>
                      <a:pt x="0" y="0"/>
                    </a:moveTo>
                    <a:lnTo>
                      <a:pt x="0" y="4577"/>
                    </a:lnTo>
                    <a:lnTo>
                      <a:pt x="6278" y="4577"/>
                    </a:lnTo>
                    <a:lnTo>
                      <a:pt x="62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1485138" y="1133425"/>
                <a:ext cx="55850" cy="1127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451" extrusionOk="0">
                    <a:moveTo>
                      <a:pt x="0" y="1"/>
                    </a:moveTo>
                    <a:lnTo>
                      <a:pt x="0" y="450"/>
                    </a:lnTo>
                    <a:lnTo>
                      <a:pt x="2233" y="450"/>
                    </a:lnTo>
                    <a:lnTo>
                      <a:pt x="2111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9" name="Google Shape;79;p4"/>
            <p:cNvSpPr/>
            <p:nvPr/>
          </p:nvSpPr>
          <p:spPr>
            <a:xfrm>
              <a:off x="1680657" y="1284206"/>
              <a:ext cx="2104156" cy="1533798"/>
            </a:xfrm>
            <a:custGeom>
              <a:avLst/>
              <a:gdLst/>
              <a:ahLst/>
              <a:cxnLst/>
              <a:rect l="l" t="t" r="r" b="b"/>
              <a:pathLst>
                <a:path w="6279" h="4577" extrusionOk="0">
                  <a:moveTo>
                    <a:pt x="0" y="0"/>
                  </a:moveTo>
                  <a:lnTo>
                    <a:pt x="0" y="4577"/>
                  </a:lnTo>
                  <a:lnTo>
                    <a:pt x="6278" y="4577"/>
                  </a:lnTo>
                  <a:lnTo>
                    <a:pt x="62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1680650" y="1133400"/>
              <a:ext cx="748652" cy="161875"/>
            </a:xfrm>
            <a:custGeom>
              <a:avLst/>
              <a:gdLst/>
              <a:ahLst/>
              <a:cxnLst/>
              <a:rect l="l" t="t" r="r" b="b"/>
              <a:pathLst>
                <a:path w="2234" h="451" extrusionOk="0">
                  <a:moveTo>
                    <a:pt x="0" y="1"/>
                  </a:moveTo>
                  <a:lnTo>
                    <a:pt x="0" y="450"/>
                  </a:lnTo>
                  <a:lnTo>
                    <a:pt x="2233" y="450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1" name="Google Shape;81;p4"/>
          <p:cNvGrpSpPr/>
          <p:nvPr/>
        </p:nvGrpSpPr>
        <p:grpSpPr>
          <a:xfrm>
            <a:off x="-104932" y="2867129"/>
            <a:ext cx="734262" cy="734260"/>
            <a:chOff x="-104932" y="2867129"/>
            <a:chExt cx="734262" cy="734260"/>
          </a:xfrm>
        </p:grpSpPr>
        <p:grpSp>
          <p:nvGrpSpPr>
            <p:cNvPr id="82" name="Google Shape;82;p4"/>
            <p:cNvGrpSpPr/>
            <p:nvPr/>
          </p:nvGrpSpPr>
          <p:grpSpPr>
            <a:xfrm>
              <a:off x="-104932" y="2867129"/>
              <a:ext cx="734262" cy="734260"/>
              <a:chOff x="5229219" y="135375"/>
              <a:chExt cx="330406" cy="330406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5534850" y="445150"/>
                <a:ext cx="4098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86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88" y="86"/>
                    </a:lnTo>
                    <a:lnTo>
                      <a:pt x="8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5257908" y="444874"/>
                <a:ext cx="268425" cy="4237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92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183" y="92"/>
                    </a:lnTo>
                    <a:lnTo>
                      <a:pt x="183" y="1"/>
                    </a:lnTo>
                    <a:close/>
                    <a:moveTo>
                      <a:pt x="359" y="1"/>
                    </a:moveTo>
                    <a:lnTo>
                      <a:pt x="359" y="92"/>
                    </a:lnTo>
                    <a:lnTo>
                      <a:pt x="541" y="92"/>
                    </a:lnTo>
                    <a:lnTo>
                      <a:pt x="541" y="1"/>
                    </a:lnTo>
                    <a:close/>
                    <a:moveTo>
                      <a:pt x="721" y="1"/>
                    </a:moveTo>
                    <a:lnTo>
                      <a:pt x="721" y="92"/>
                    </a:lnTo>
                    <a:lnTo>
                      <a:pt x="903" y="92"/>
                    </a:lnTo>
                    <a:lnTo>
                      <a:pt x="903" y="1"/>
                    </a:lnTo>
                    <a:close/>
                    <a:moveTo>
                      <a:pt x="1079" y="1"/>
                    </a:moveTo>
                    <a:lnTo>
                      <a:pt x="1079" y="92"/>
                    </a:lnTo>
                    <a:lnTo>
                      <a:pt x="1258" y="92"/>
                    </a:lnTo>
                    <a:lnTo>
                      <a:pt x="1258" y="1"/>
                    </a:lnTo>
                    <a:close/>
                    <a:moveTo>
                      <a:pt x="1438" y="1"/>
                    </a:moveTo>
                    <a:lnTo>
                      <a:pt x="1438" y="92"/>
                    </a:lnTo>
                    <a:lnTo>
                      <a:pt x="1617" y="92"/>
                    </a:lnTo>
                    <a:lnTo>
                      <a:pt x="1617" y="1"/>
                    </a:lnTo>
                    <a:close/>
                    <a:moveTo>
                      <a:pt x="1799" y="1"/>
                    </a:moveTo>
                    <a:lnTo>
                      <a:pt x="1799" y="92"/>
                    </a:lnTo>
                    <a:lnTo>
                      <a:pt x="1972" y="92"/>
                    </a:lnTo>
                    <a:lnTo>
                      <a:pt x="1972" y="1"/>
                    </a:lnTo>
                    <a:close/>
                    <a:moveTo>
                      <a:pt x="2155" y="1"/>
                    </a:moveTo>
                    <a:lnTo>
                      <a:pt x="2155" y="92"/>
                    </a:lnTo>
                    <a:lnTo>
                      <a:pt x="2328" y="92"/>
                    </a:lnTo>
                    <a:lnTo>
                      <a:pt x="2328" y="1"/>
                    </a:lnTo>
                    <a:close/>
                    <a:moveTo>
                      <a:pt x="2513" y="1"/>
                    </a:moveTo>
                    <a:lnTo>
                      <a:pt x="2513" y="92"/>
                    </a:lnTo>
                    <a:lnTo>
                      <a:pt x="2696" y="92"/>
                    </a:lnTo>
                    <a:lnTo>
                      <a:pt x="2696" y="1"/>
                    </a:lnTo>
                    <a:close/>
                    <a:moveTo>
                      <a:pt x="2872" y="1"/>
                    </a:moveTo>
                    <a:lnTo>
                      <a:pt x="2872" y="92"/>
                    </a:lnTo>
                    <a:lnTo>
                      <a:pt x="3051" y="92"/>
                    </a:lnTo>
                    <a:lnTo>
                      <a:pt x="3051" y="1"/>
                    </a:lnTo>
                    <a:close/>
                    <a:moveTo>
                      <a:pt x="3234" y="1"/>
                    </a:moveTo>
                    <a:lnTo>
                      <a:pt x="3234" y="92"/>
                    </a:lnTo>
                    <a:lnTo>
                      <a:pt x="3413" y="92"/>
                    </a:lnTo>
                    <a:lnTo>
                      <a:pt x="3413" y="1"/>
                    </a:lnTo>
                    <a:close/>
                    <a:moveTo>
                      <a:pt x="3501" y="1"/>
                    </a:moveTo>
                    <a:lnTo>
                      <a:pt x="3501" y="92"/>
                    </a:lnTo>
                    <a:lnTo>
                      <a:pt x="3680" y="92"/>
                    </a:lnTo>
                    <a:lnTo>
                      <a:pt x="3680" y="1"/>
                    </a:lnTo>
                    <a:close/>
                    <a:moveTo>
                      <a:pt x="3860" y="1"/>
                    </a:moveTo>
                    <a:lnTo>
                      <a:pt x="3860" y="92"/>
                    </a:lnTo>
                    <a:lnTo>
                      <a:pt x="4039" y="92"/>
                    </a:lnTo>
                    <a:lnTo>
                      <a:pt x="4039" y="1"/>
                    </a:lnTo>
                    <a:close/>
                    <a:moveTo>
                      <a:pt x="4221" y="1"/>
                    </a:moveTo>
                    <a:lnTo>
                      <a:pt x="4221" y="92"/>
                    </a:lnTo>
                    <a:lnTo>
                      <a:pt x="4401" y="92"/>
                    </a:lnTo>
                    <a:lnTo>
                      <a:pt x="4401" y="1"/>
                    </a:lnTo>
                    <a:close/>
                    <a:moveTo>
                      <a:pt x="4577" y="1"/>
                    </a:moveTo>
                    <a:lnTo>
                      <a:pt x="4577" y="92"/>
                    </a:lnTo>
                    <a:lnTo>
                      <a:pt x="4759" y="92"/>
                    </a:lnTo>
                    <a:lnTo>
                      <a:pt x="4759" y="1"/>
                    </a:lnTo>
                    <a:close/>
                    <a:moveTo>
                      <a:pt x="4935" y="1"/>
                    </a:moveTo>
                    <a:lnTo>
                      <a:pt x="4935" y="92"/>
                    </a:lnTo>
                    <a:lnTo>
                      <a:pt x="5118" y="92"/>
                    </a:lnTo>
                    <a:lnTo>
                      <a:pt x="5118" y="1"/>
                    </a:lnTo>
                    <a:close/>
                    <a:moveTo>
                      <a:pt x="5297" y="1"/>
                    </a:moveTo>
                    <a:lnTo>
                      <a:pt x="5297" y="92"/>
                    </a:lnTo>
                    <a:lnTo>
                      <a:pt x="5470" y="92"/>
                    </a:lnTo>
                    <a:lnTo>
                      <a:pt x="5470" y="1"/>
                    </a:lnTo>
                    <a:close/>
                    <a:moveTo>
                      <a:pt x="5655" y="1"/>
                    </a:moveTo>
                    <a:lnTo>
                      <a:pt x="5655" y="92"/>
                    </a:lnTo>
                    <a:lnTo>
                      <a:pt x="5828" y="92"/>
                    </a:lnTo>
                    <a:lnTo>
                      <a:pt x="58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5245613" y="445150"/>
                <a:ext cx="4237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92" h="86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91" y="86"/>
                    </a:lnTo>
                    <a:lnTo>
                      <a:pt x="91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5245613" y="168254"/>
                <a:ext cx="4237" cy="264373"/>
              </a:xfrm>
              <a:custGeom>
                <a:avLst/>
                <a:gdLst/>
                <a:ahLst/>
                <a:cxnLst/>
                <a:rect l="l" t="t" r="r" b="b"/>
                <a:pathLst>
                  <a:path w="92" h="5741" extrusionOk="0">
                    <a:moveTo>
                      <a:pt x="0" y="0"/>
                    </a:moveTo>
                    <a:lnTo>
                      <a:pt x="0" y="183"/>
                    </a:lnTo>
                    <a:lnTo>
                      <a:pt x="91" y="183"/>
                    </a:lnTo>
                    <a:lnTo>
                      <a:pt x="91" y="0"/>
                    </a:lnTo>
                    <a:close/>
                    <a:moveTo>
                      <a:pt x="0" y="359"/>
                    </a:moveTo>
                    <a:lnTo>
                      <a:pt x="0" y="541"/>
                    </a:lnTo>
                    <a:lnTo>
                      <a:pt x="91" y="541"/>
                    </a:lnTo>
                    <a:lnTo>
                      <a:pt x="91" y="359"/>
                    </a:lnTo>
                    <a:close/>
                    <a:moveTo>
                      <a:pt x="0" y="717"/>
                    </a:moveTo>
                    <a:lnTo>
                      <a:pt x="0" y="897"/>
                    </a:lnTo>
                    <a:lnTo>
                      <a:pt x="91" y="897"/>
                    </a:lnTo>
                    <a:lnTo>
                      <a:pt x="91" y="717"/>
                    </a:lnTo>
                    <a:close/>
                    <a:moveTo>
                      <a:pt x="0" y="1076"/>
                    </a:moveTo>
                    <a:lnTo>
                      <a:pt x="0" y="1255"/>
                    </a:lnTo>
                    <a:lnTo>
                      <a:pt x="91" y="1255"/>
                    </a:lnTo>
                    <a:lnTo>
                      <a:pt x="91" y="1076"/>
                    </a:lnTo>
                    <a:close/>
                    <a:moveTo>
                      <a:pt x="0" y="1438"/>
                    </a:moveTo>
                    <a:lnTo>
                      <a:pt x="0" y="1617"/>
                    </a:lnTo>
                    <a:lnTo>
                      <a:pt x="91" y="1617"/>
                    </a:lnTo>
                    <a:lnTo>
                      <a:pt x="91" y="1438"/>
                    </a:lnTo>
                    <a:close/>
                    <a:moveTo>
                      <a:pt x="0" y="1705"/>
                    </a:moveTo>
                    <a:lnTo>
                      <a:pt x="0" y="1884"/>
                    </a:lnTo>
                    <a:lnTo>
                      <a:pt x="91" y="1884"/>
                    </a:lnTo>
                    <a:lnTo>
                      <a:pt x="91" y="1705"/>
                    </a:lnTo>
                    <a:close/>
                    <a:moveTo>
                      <a:pt x="0" y="2060"/>
                    </a:moveTo>
                    <a:lnTo>
                      <a:pt x="0" y="2243"/>
                    </a:lnTo>
                    <a:lnTo>
                      <a:pt x="91" y="2243"/>
                    </a:lnTo>
                    <a:lnTo>
                      <a:pt x="91" y="2060"/>
                    </a:lnTo>
                    <a:close/>
                    <a:moveTo>
                      <a:pt x="0" y="2422"/>
                    </a:moveTo>
                    <a:lnTo>
                      <a:pt x="0" y="2605"/>
                    </a:lnTo>
                    <a:lnTo>
                      <a:pt x="91" y="2605"/>
                    </a:lnTo>
                    <a:lnTo>
                      <a:pt x="91" y="2422"/>
                    </a:lnTo>
                    <a:close/>
                    <a:moveTo>
                      <a:pt x="0" y="2781"/>
                    </a:moveTo>
                    <a:lnTo>
                      <a:pt x="0" y="2963"/>
                    </a:lnTo>
                    <a:lnTo>
                      <a:pt x="91" y="2963"/>
                    </a:lnTo>
                    <a:lnTo>
                      <a:pt x="91" y="2781"/>
                    </a:lnTo>
                    <a:close/>
                    <a:moveTo>
                      <a:pt x="0" y="3139"/>
                    </a:moveTo>
                    <a:lnTo>
                      <a:pt x="0" y="3319"/>
                    </a:lnTo>
                    <a:lnTo>
                      <a:pt x="91" y="3319"/>
                    </a:lnTo>
                    <a:lnTo>
                      <a:pt x="91" y="3139"/>
                    </a:lnTo>
                    <a:close/>
                    <a:moveTo>
                      <a:pt x="0" y="3498"/>
                    </a:moveTo>
                    <a:lnTo>
                      <a:pt x="0" y="3677"/>
                    </a:lnTo>
                    <a:lnTo>
                      <a:pt x="91" y="3677"/>
                    </a:lnTo>
                    <a:lnTo>
                      <a:pt x="91" y="3498"/>
                    </a:lnTo>
                    <a:close/>
                    <a:moveTo>
                      <a:pt x="0" y="3859"/>
                    </a:moveTo>
                    <a:lnTo>
                      <a:pt x="0" y="4039"/>
                    </a:lnTo>
                    <a:lnTo>
                      <a:pt x="91" y="4039"/>
                    </a:lnTo>
                    <a:lnTo>
                      <a:pt x="91" y="3859"/>
                    </a:lnTo>
                    <a:close/>
                    <a:moveTo>
                      <a:pt x="0" y="4215"/>
                    </a:moveTo>
                    <a:lnTo>
                      <a:pt x="0" y="4397"/>
                    </a:lnTo>
                    <a:lnTo>
                      <a:pt x="91" y="4397"/>
                    </a:lnTo>
                    <a:lnTo>
                      <a:pt x="91" y="4215"/>
                    </a:lnTo>
                    <a:close/>
                    <a:moveTo>
                      <a:pt x="0" y="4573"/>
                    </a:moveTo>
                    <a:lnTo>
                      <a:pt x="0" y="4756"/>
                    </a:lnTo>
                    <a:lnTo>
                      <a:pt x="91" y="4756"/>
                    </a:lnTo>
                    <a:lnTo>
                      <a:pt x="91" y="4573"/>
                    </a:lnTo>
                    <a:close/>
                    <a:moveTo>
                      <a:pt x="0" y="4932"/>
                    </a:moveTo>
                    <a:lnTo>
                      <a:pt x="0" y="5111"/>
                    </a:lnTo>
                    <a:lnTo>
                      <a:pt x="91" y="5111"/>
                    </a:lnTo>
                    <a:lnTo>
                      <a:pt x="91" y="4932"/>
                    </a:lnTo>
                    <a:close/>
                    <a:moveTo>
                      <a:pt x="0" y="5203"/>
                    </a:moveTo>
                    <a:lnTo>
                      <a:pt x="0" y="5385"/>
                    </a:lnTo>
                    <a:lnTo>
                      <a:pt x="91" y="5385"/>
                    </a:lnTo>
                    <a:lnTo>
                      <a:pt x="91" y="5203"/>
                    </a:lnTo>
                    <a:close/>
                    <a:moveTo>
                      <a:pt x="0" y="5561"/>
                    </a:moveTo>
                    <a:lnTo>
                      <a:pt x="0" y="5740"/>
                    </a:lnTo>
                    <a:lnTo>
                      <a:pt x="91" y="5740"/>
                    </a:lnTo>
                    <a:lnTo>
                      <a:pt x="91" y="556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5245613" y="155775"/>
                <a:ext cx="4237" cy="4283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91" y="92"/>
                    </a:lnTo>
                    <a:lnTo>
                      <a:pt x="91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5257908" y="155775"/>
                <a:ext cx="268425" cy="4283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183" y="92"/>
                    </a:lnTo>
                    <a:lnTo>
                      <a:pt x="183" y="1"/>
                    </a:lnTo>
                    <a:close/>
                    <a:moveTo>
                      <a:pt x="359" y="1"/>
                    </a:moveTo>
                    <a:lnTo>
                      <a:pt x="359" y="92"/>
                    </a:lnTo>
                    <a:lnTo>
                      <a:pt x="541" y="92"/>
                    </a:lnTo>
                    <a:lnTo>
                      <a:pt x="541" y="1"/>
                    </a:lnTo>
                    <a:close/>
                    <a:moveTo>
                      <a:pt x="721" y="1"/>
                    </a:moveTo>
                    <a:lnTo>
                      <a:pt x="721" y="92"/>
                    </a:lnTo>
                    <a:lnTo>
                      <a:pt x="903" y="92"/>
                    </a:lnTo>
                    <a:lnTo>
                      <a:pt x="903" y="1"/>
                    </a:lnTo>
                    <a:close/>
                    <a:moveTo>
                      <a:pt x="1079" y="1"/>
                    </a:moveTo>
                    <a:lnTo>
                      <a:pt x="1079" y="92"/>
                    </a:lnTo>
                    <a:lnTo>
                      <a:pt x="1258" y="92"/>
                    </a:lnTo>
                    <a:lnTo>
                      <a:pt x="1258" y="1"/>
                    </a:lnTo>
                    <a:close/>
                    <a:moveTo>
                      <a:pt x="1438" y="1"/>
                    </a:moveTo>
                    <a:lnTo>
                      <a:pt x="1438" y="92"/>
                    </a:lnTo>
                    <a:lnTo>
                      <a:pt x="1617" y="92"/>
                    </a:lnTo>
                    <a:lnTo>
                      <a:pt x="1617" y="1"/>
                    </a:lnTo>
                    <a:close/>
                    <a:moveTo>
                      <a:pt x="1799" y="1"/>
                    </a:moveTo>
                    <a:lnTo>
                      <a:pt x="1799" y="92"/>
                    </a:lnTo>
                    <a:lnTo>
                      <a:pt x="1972" y="92"/>
                    </a:lnTo>
                    <a:lnTo>
                      <a:pt x="1972" y="1"/>
                    </a:lnTo>
                    <a:close/>
                    <a:moveTo>
                      <a:pt x="2155" y="1"/>
                    </a:moveTo>
                    <a:lnTo>
                      <a:pt x="2155" y="92"/>
                    </a:lnTo>
                    <a:lnTo>
                      <a:pt x="2328" y="92"/>
                    </a:lnTo>
                    <a:lnTo>
                      <a:pt x="2328" y="1"/>
                    </a:lnTo>
                    <a:close/>
                    <a:moveTo>
                      <a:pt x="2513" y="1"/>
                    </a:moveTo>
                    <a:lnTo>
                      <a:pt x="2513" y="92"/>
                    </a:lnTo>
                    <a:lnTo>
                      <a:pt x="2696" y="92"/>
                    </a:lnTo>
                    <a:lnTo>
                      <a:pt x="2696" y="1"/>
                    </a:lnTo>
                    <a:close/>
                    <a:moveTo>
                      <a:pt x="2872" y="1"/>
                    </a:moveTo>
                    <a:lnTo>
                      <a:pt x="2872" y="92"/>
                    </a:lnTo>
                    <a:lnTo>
                      <a:pt x="3051" y="92"/>
                    </a:lnTo>
                    <a:lnTo>
                      <a:pt x="3051" y="1"/>
                    </a:lnTo>
                    <a:close/>
                    <a:moveTo>
                      <a:pt x="3234" y="1"/>
                    </a:moveTo>
                    <a:lnTo>
                      <a:pt x="3234" y="92"/>
                    </a:lnTo>
                    <a:lnTo>
                      <a:pt x="3413" y="92"/>
                    </a:lnTo>
                    <a:lnTo>
                      <a:pt x="3413" y="1"/>
                    </a:lnTo>
                    <a:close/>
                    <a:moveTo>
                      <a:pt x="3501" y="1"/>
                    </a:moveTo>
                    <a:lnTo>
                      <a:pt x="3501" y="92"/>
                    </a:lnTo>
                    <a:lnTo>
                      <a:pt x="3680" y="92"/>
                    </a:lnTo>
                    <a:lnTo>
                      <a:pt x="3680" y="1"/>
                    </a:lnTo>
                    <a:close/>
                    <a:moveTo>
                      <a:pt x="3860" y="1"/>
                    </a:moveTo>
                    <a:lnTo>
                      <a:pt x="3860" y="92"/>
                    </a:lnTo>
                    <a:lnTo>
                      <a:pt x="4039" y="92"/>
                    </a:lnTo>
                    <a:lnTo>
                      <a:pt x="4039" y="1"/>
                    </a:lnTo>
                    <a:close/>
                    <a:moveTo>
                      <a:pt x="4221" y="1"/>
                    </a:moveTo>
                    <a:lnTo>
                      <a:pt x="4221" y="92"/>
                    </a:lnTo>
                    <a:lnTo>
                      <a:pt x="4401" y="92"/>
                    </a:lnTo>
                    <a:lnTo>
                      <a:pt x="4401" y="1"/>
                    </a:lnTo>
                    <a:close/>
                    <a:moveTo>
                      <a:pt x="4577" y="1"/>
                    </a:moveTo>
                    <a:lnTo>
                      <a:pt x="4577" y="92"/>
                    </a:lnTo>
                    <a:lnTo>
                      <a:pt x="4759" y="92"/>
                    </a:lnTo>
                    <a:lnTo>
                      <a:pt x="4759" y="1"/>
                    </a:lnTo>
                    <a:close/>
                    <a:moveTo>
                      <a:pt x="4935" y="1"/>
                    </a:moveTo>
                    <a:lnTo>
                      <a:pt x="4935" y="92"/>
                    </a:lnTo>
                    <a:lnTo>
                      <a:pt x="5118" y="92"/>
                    </a:lnTo>
                    <a:lnTo>
                      <a:pt x="5118" y="1"/>
                    </a:lnTo>
                    <a:close/>
                    <a:moveTo>
                      <a:pt x="5297" y="1"/>
                    </a:moveTo>
                    <a:lnTo>
                      <a:pt x="5297" y="92"/>
                    </a:lnTo>
                    <a:lnTo>
                      <a:pt x="5470" y="92"/>
                    </a:lnTo>
                    <a:lnTo>
                      <a:pt x="5470" y="1"/>
                    </a:lnTo>
                    <a:close/>
                    <a:moveTo>
                      <a:pt x="5655" y="1"/>
                    </a:moveTo>
                    <a:lnTo>
                      <a:pt x="5655" y="92"/>
                    </a:lnTo>
                    <a:lnTo>
                      <a:pt x="5828" y="92"/>
                    </a:lnTo>
                    <a:lnTo>
                      <a:pt x="58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5534850" y="155775"/>
                <a:ext cx="4098" cy="4283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88" y="92"/>
                    </a:lnTo>
                    <a:lnTo>
                      <a:pt x="8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5534850" y="168254"/>
                <a:ext cx="4098" cy="264373"/>
              </a:xfrm>
              <a:custGeom>
                <a:avLst/>
                <a:gdLst/>
                <a:ahLst/>
                <a:cxnLst/>
                <a:rect l="l" t="t" r="r" b="b"/>
                <a:pathLst>
                  <a:path w="89" h="5741" extrusionOk="0">
                    <a:moveTo>
                      <a:pt x="0" y="0"/>
                    </a:moveTo>
                    <a:lnTo>
                      <a:pt x="0" y="183"/>
                    </a:lnTo>
                    <a:lnTo>
                      <a:pt x="88" y="183"/>
                    </a:lnTo>
                    <a:lnTo>
                      <a:pt x="88" y="0"/>
                    </a:lnTo>
                    <a:close/>
                    <a:moveTo>
                      <a:pt x="0" y="359"/>
                    </a:moveTo>
                    <a:lnTo>
                      <a:pt x="0" y="541"/>
                    </a:lnTo>
                    <a:lnTo>
                      <a:pt x="88" y="541"/>
                    </a:lnTo>
                    <a:lnTo>
                      <a:pt x="88" y="359"/>
                    </a:lnTo>
                    <a:close/>
                    <a:moveTo>
                      <a:pt x="0" y="717"/>
                    </a:moveTo>
                    <a:lnTo>
                      <a:pt x="0" y="897"/>
                    </a:lnTo>
                    <a:lnTo>
                      <a:pt x="88" y="897"/>
                    </a:lnTo>
                    <a:lnTo>
                      <a:pt x="88" y="717"/>
                    </a:lnTo>
                    <a:close/>
                    <a:moveTo>
                      <a:pt x="0" y="1076"/>
                    </a:moveTo>
                    <a:lnTo>
                      <a:pt x="0" y="1255"/>
                    </a:lnTo>
                    <a:lnTo>
                      <a:pt x="88" y="1255"/>
                    </a:lnTo>
                    <a:lnTo>
                      <a:pt x="88" y="1076"/>
                    </a:lnTo>
                    <a:close/>
                    <a:moveTo>
                      <a:pt x="0" y="1438"/>
                    </a:moveTo>
                    <a:lnTo>
                      <a:pt x="0" y="1617"/>
                    </a:lnTo>
                    <a:lnTo>
                      <a:pt x="88" y="1617"/>
                    </a:lnTo>
                    <a:lnTo>
                      <a:pt x="88" y="1438"/>
                    </a:lnTo>
                    <a:close/>
                    <a:moveTo>
                      <a:pt x="0" y="1705"/>
                    </a:moveTo>
                    <a:lnTo>
                      <a:pt x="0" y="1884"/>
                    </a:lnTo>
                    <a:lnTo>
                      <a:pt x="88" y="1884"/>
                    </a:lnTo>
                    <a:lnTo>
                      <a:pt x="88" y="1705"/>
                    </a:lnTo>
                    <a:close/>
                    <a:moveTo>
                      <a:pt x="0" y="2060"/>
                    </a:moveTo>
                    <a:lnTo>
                      <a:pt x="0" y="2243"/>
                    </a:lnTo>
                    <a:lnTo>
                      <a:pt x="88" y="2243"/>
                    </a:lnTo>
                    <a:lnTo>
                      <a:pt x="88" y="2060"/>
                    </a:lnTo>
                    <a:close/>
                    <a:moveTo>
                      <a:pt x="0" y="2422"/>
                    </a:moveTo>
                    <a:lnTo>
                      <a:pt x="0" y="2605"/>
                    </a:lnTo>
                    <a:lnTo>
                      <a:pt x="88" y="2605"/>
                    </a:lnTo>
                    <a:lnTo>
                      <a:pt x="88" y="2422"/>
                    </a:lnTo>
                    <a:close/>
                    <a:moveTo>
                      <a:pt x="0" y="2781"/>
                    </a:moveTo>
                    <a:lnTo>
                      <a:pt x="0" y="2963"/>
                    </a:lnTo>
                    <a:lnTo>
                      <a:pt x="88" y="2963"/>
                    </a:lnTo>
                    <a:lnTo>
                      <a:pt x="88" y="2781"/>
                    </a:lnTo>
                    <a:close/>
                    <a:moveTo>
                      <a:pt x="0" y="3139"/>
                    </a:moveTo>
                    <a:lnTo>
                      <a:pt x="0" y="3319"/>
                    </a:lnTo>
                    <a:lnTo>
                      <a:pt x="88" y="3319"/>
                    </a:lnTo>
                    <a:lnTo>
                      <a:pt x="88" y="3139"/>
                    </a:lnTo>
                    <a:close/>
                    <a:moveTo>
                      <a:pt x="0" y="3498"/>
                    </a:moveTo>
                    <a:lnTo>
                      <a:pt x="0" y="3677"/>
                    </a:lnTo>
                    <a:lnTo>
                      <a:pt x="88" y="3677"/>
                    </a:lnTo>
                    <a:lnTo>
                      <a:pt x="88" y="3498"/>
                    </a:lnTo>
                    <a:close/>
                    <a:moveTo>
                      <a:pt x="0" y="3859"/>
                    </a:moveTo>
                    <a:lnTo>
                      <a:pt x="0" y="4039"/>
                    </a:lnTo>
                    <a:lnTo>
                      <a:pt x="88" y="4039"/>
                    </a:lnTo>
                    <a:lnTo>
                      <a:pt x="88" y="3859"/>
                    </a:lnTo>
                    <a:close/>
                    <a:moveTo>
                      <a:pt x="0" y="4215"/>
                    </a:moveTo>
                    <a:lnTo>
                      <a:pt x="0" y="4397"/>
                    </a:lnTo>
                    <a:lnTo>
                      <a:pt x="88" y="4397"/>
                    </a:lnTo>
                    <a:lnTo>
                      <a:pt x="88" y="4215"/>
                    </a:lnTo>
                    <a:close/>
                    <a:moveTo>
                      <a:pt x="0" y="4573"/>
                    </a:moveTo>
                    <a:lnTo>
                      <a:pt x="0" y="4756"/>
                    </a:lnTo>
                    <a:lnTo>
                      <a:pt x="88" y="4756"/>
                    </a:lnTo>
                    <a:lnTo>
                      <a:pt x="88" y="4573"/>
                    </a:lnTo>
                    <a:close/>
                    <a:moveTo>
                      <a:pt x="0" y="4932"/>
                    </a:moveTo>
                    <a:lnTo>
                      <a:pt x="0" y="5111"/>
                    </a:lnTo>
                    <a:lnTo>
                      <a:pt x="88" y="5111"/>
                    </a:lnTo>
                    <a:lnTo>
                      <a:pt x="88" y="4932"/>
                    </a:lnTo>
                    <a:close/>
                    <a:moveTo>
                      <a:pt x="0" y="5203"/>
                    </a:moveTo>
                    <a:lnTo>
                      <a:pt x="0" y="5385"/>
                    </a:lnTo>
                    <a:lnTo>
                      <a:pt x="88" y="5385"/>
                    </a:lnTo>
                    <a:lnTo>
                      <a:pt x="88" y="5203"/>
                    </a:lnTo>
                    <a:close/>
                    <a:moveTo>
                      <a:pt x="0" y="5561"/>
                    </a:moveTo>
                    <a:lnTo>
                      <a:pt x="0" y="5740"/>
                    </a:lnTo>
                    <a:lnTo>
                      <a:pt x="88" y="5740"/>
                    </a:lnTo>
                    <a:lnTo>
                      <a:pt x="88" y="556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5229219" y="428388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1" y="0"/>
                    </a:moveTo>
                    <a:lnTo>
                      <a:pt x="1" y="808"/>
                    </a:lnTo>
                    <a:lnTo>
                      <a:pt x="806" y="808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5229219" y="424474"/>
                <a:ext cx="41353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8" h="897" extrusionOk="0">
                    <a:moveTo>
                      <a:pt x="809" y="88"/>
                    </a:moveTo>
                    <a:lnTo>
                      <a:pt x="809" y="805"/>
                    </a:lnTo>
                    <a:lnTo>
                      <a:pt x="89" y="805"/>
                    </a:lnTo>
                    <a:lnTo>
                      <a:pt x="89" y="88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5229219" y="283977"/>
                <a:ext cx="37116" cy="37116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1" y="0"/>
                    </a:moveTo>
                    <a:lnTo>
                      <a:pt x="1" y="806"/>
                    </a:lnTo>
                    <a:lnTo>
                      <a:pt x="806" y="806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5229219" y="279786"/>
                <a:ext cx="41353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8" h="897" extrusionOk="0">
                    <a:moveTo>
                      <a:pt x="809" y="88"/>
                    </a:moveTo>
                    <a:lnTo>
                      <a:pt x="809" y="808"/>
                    </a:lnTo>
                    <a:lnTo>
                      <a:pt x="89" y="808"/>
                    </a:lnTo>
                    <a:lnTo>
                      <a:pt x="89" y="88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5229219" y="139289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1" y="0"/>
                    </a:moveTo>
                    <a:lnTo>
                      <a:pt x="1" y="809"/>
                    </a:lnTo>
                    <a:lnTo>
                      <a:pt x="806" y="809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5229219" y="135375"/>
                <a:ext cx="41353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8" h="897" extrusionOk="0">
                    <a:moveTo>
                      <a:pt x="809" y="85"/>
                    </a:moveTo>
                    <a:lnTo>
                      <a:pt x="809" y="806"/>
                    </a:lnTo>
                    <a:lnTo>
                      <a:pt x="89" y="806"/>
                    </a:lnTo>
                    <a:lnTo>
                      <a:pt x="89" y="85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5518319" y="428388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0" y="0"/>
                    </a:moveTo>
                    <a:lnTo>
                      <a:pt x="0" y="808"/>
                    </a:lnTo>
                    <a:lnTo>
                      <a:pt x="806" y="808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5518319" y="424474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6" y="88"/>
                    </a:moveTo>
                    <a:lnTo>
                      <a:pt x="806" y="805"/>
                    </a:lnTo>
                    <a:lnTo>
                      <a:pt x="85" y="805"/>
                    </a:lnTo>
                    <a:lnTo>
                      <a:pt x="85" y="88"/>
                    </a:lnTo>
                    <a:close/>
                    <a:moveTo>
                      <a:pt x="0" y="0"/>
                    </a:moveTo>
                    <a:lnTo>
                      <a:pt x="0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5518319" y="283977"/>
                <a:ext cx="37116" cy="37116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0" y="0"/>
                    </a:moveTo>
                    <a:lnTo>
                      <a:pt x="0" y="806"/>
                    </a:lnTo>
                    <a:lnTo>
                      <a:pt x="806" y="806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5518319" y="279786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6" y="88"/>
                    </a:moveTo>
                    <a:lnTo>
                      <a:pt x="806" y="808"/>
                    </a:lnTo>
                    <a:lnTo>
                      <a:pt x="85" y="808"/>
                    </a:lnTo>
                    <a:lnTo>
                      <a:pt x="85" y="88"/>
                    </a:lnTo>
                    <a:close/>
                    <a:moveTo>
                      <a:pt x="0" y="0"/>
                    </a:moveTo>
                    <a:lnTo>
                      <a:pt x="0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5518319" y="139289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0" y="0"/>
                    </a:moveTo>
                    <a:lnTo>
                      <a:pt x="0" y="809"/>
                    </a:lnTo>
                    <a:lnTo>
                      <a:pt x="806" y="809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5518319" y="135375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6" y="85"/>
                    </a:moveTo>
                    <a:lnTo>
                      <a:pt x="806" y="806"/>
                    </a:lnTo>
                    <a:lnTo>
                      <a:pt x="85" y="806"/>
                    </a:lnTo>
                    <a:lnTo>
                      <a:pt x="85" y="85"/>
                    </a:lnTo>
                    <a:close/>
                    <a:moveTo>
                      <a:pt x="0" y="0"/>
                    </a:moveTo>
                    <a:lnTo>
                      <a:pt x="0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5373631" y="139289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0" y="0"/>
                    </a:moveTo>
                    <a:lnTo>
                      <a:pt x="0" y="809"/>
                    </a:lnTo>
                    <a:lnTo>
                      <a:pt x="806" y="809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5373769" y="135375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9" y="85"/>
                    </a:moveTo>
                    <a:lnTo>
                      <a:pt x="809" y="806"/>
                    </a:lnTo>
                    <a:lnTo>
                      <a:pt x="89" y="806"/>
                    </a:lnTo>
                    <a:lnTo>
                      <a:pt x="89" y="85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5373631" y="428388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0" y="0"/>
                    </a:moveTo>
                    <a:lnTo>
                      <a:pt x="0" y="808"/>
                    </a:lnTo>
                    <a:lnTo>
                      <a:pt x="806" y="808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5373769" y="424474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9" y="88"/>
                    </a:moveTo>
                    <a:lnTo>
                      <a:pt x="809" y="805"/>
                    </a:lnTo>
                    <a:lnTo>
                      <a:pt x="89" y="805"/>
                    </a:lnTo>
                    <a:lnTo>
                      <a:pt x="89" y="88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07" name="Google Shape;107;p4"/>
            <p:cNvSpPr txBox="1"/>
            <p:nvPr/>
          </p:nvSpPr>
          <p:spPr>
            <a:xfrm>
              <a:off x="-59500" y="2912225"/>
              <a:ext cx="642300" cy="64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400" b="1">
                  <a:solidFill>
                    <a:schemeClr val="dk2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T</a:t>
              </a:r>
              <a:endParaRPr sz="3400" b="1">
                <a:solidFill>
                  <a:schemeClr val="dk2"/>
                </a:solidFill>
                <a:latin typeface="Abril Fatface"/>
                <a:ea typeface="Abril Fatface"/>
                <a:cs typeface="Abril Fatface"/>
                <a:sym typeface="Abril Fatface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5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110" name="Google Shape;110;p5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5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2" name="Google Shape;122;p5"/>
          <p:cNvGrpSpPr/>
          <p:nvPr/>
        </p:nvGrpSpPr>
        <p:grpSpPr>
          <a:xfrm>
            <a:off x="148221" y="4012559"/>
            <a:ext cx="704999" cy="1254456"/>
            <a:chOff x="5081850" y="1981125"/>
            <a:chExt cx="168125" cy="299150"/>
          </a:xfrm>
        </p:grpSpPr>
        <p:sp>
          <p:nvSpPr>
            <p:cNvPr id="123" name="Google Shape;123;p5"/>
            <p:cNvSpPr/>
            <p:nvPr/>
          </p:nvSpPr>
          <p:spPr>
            <a:xfrm>
              <a:off x="5115175" y="1981125"/>
              <a:ext cx="90525" cy="43050"/>
            </a:xfrm>
            <a:custGeom>
              <a:avLst/>
              <a:gdLst/>
              <a:ahLst/>
              <a:cxnLst/>
              <a:rect l="l" t="t" r="r" b="b"/>
              <a:pathLst>
                <a:path w="3621" h="1722" extrusionOk="0">
                  <a:moveTo>
                    <a:pt x="2468" y="1"/>
                  </a:moveTo>
                  <a:cubicBezTo>
                    <a:pt x="2160" y="1"/>
                    <a:pt x="1887" y="335"/>
                    <a:pt x="1809" y="712"/>
                  </a:cubicBezTo>
                  <a:cubicBezTo>
                    <a:pt x="1731" y="334"/>
                    <a:pt x="1450" y="2"/>
                    <a:pt x="1145" y="2"/>
                  </a:cubicBezTo>
                  <a:cubicBezTo>
                    <a:pt x="1095" y="2"/>
                    <a:pt x="1045" y="11"/>
                    <a:pt x="994" y="30"/>
                  </a:cubicBezTo>
                  <a:cubicBezTo>
                    <a:pt x="639" y="162"/>
                    <a:pt x="1039" y="951"/>
                    <a:pt x="1057" y="983"/>
                  </a:cubicBezTo>
                  <a:cubicBezTo>
                    <a:pt x="1042" y="971"/>
                    <a:pt x="712" y="703"/>
                    <a:pt x="452" y="703"/>
                  </a:cubicBezTo>
                  <a:cubicBezTo>
                    <a:pt x="352" y="703"/>
                    <a:pt x="262" y="743"/>
                    <a:pt x="205" y="854"/>
                  </a:cubicBezTo>
                  <a:cubicBezTo>
                    <a:pt x="1" y="1250"/>
                    <a:pt x="1215" y="1722"/>
                    <a:pt x="1812" y="1722"/>
                  </a:cubicBezTo>
                  <a:cubicBezTo>
                    <a:pt x="2413" y="1722"/>
                    <a:pt x="3621" y="1244"/>
                    <a:pt x="3413" y="854"/>
                  </a:cubicBezTo>
                  <a:cubicBezTo>
                    <a:pt x="3357" y="747"/>
                    <a:pt x="3269" y="709"/>
                    <a:pt x="3170" y="709"/>
                  </a:cubicBezTo>
                  <a:cubicBezTo>
                    <a:pt x="2911" y="709"/>
                    <a:pt x="2579" y="971"/>
                    <a:pt x="2561" y="983"/>
                  </a:cubicBezTo>
                  <a:cubicBezTo>
                    <a:pt x="2580" y="958"/>
                    <a:pt x="2989" y="165"/>
                    <a:pt x="2624" y="30"/>
                  </a:cubicBezTo>
                  <a:cubicBezTo>
                    <a:pt x="2571" y="10"/>
                    <a:pt x="2519" y="1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081850" y="2012125"/>
              <a:ext cx="155150" cy="169850"/>
            </a:xfrm>
            <a:custGeom>
              <a:avLst/>
              <a:gdLst/>
              <a:ahLst/>
              <a:cxnLst/>
              <a:rect l="l" t="t" r="r" b="b"/>
              <a:pathLst>
                <a:path w="6206" h="6794" extrusionOk="0">
                  <a:moveTo>
                    <a:pt x="3139" y="1"/>
                  </a:moveTo>
                  <a:cubicBezTo>
                    <a:pt x="2821" y="1"/>
                    <a:pt x="2500" y="42"/>
                    <a:pt x="2192" y="120"/>
                  </a:cubicBezTo>
                  <a:cubicBezTo>
                    <a:pt x="1305" y="353"/>
                    <a:pt x="286" y="1007"/>
                    <a:pt x="104" y="2712"/>
                  </a:cubicBezTo>
                  <a:cubicBezTo>
                    <a:pt x="0" y="3655"/>
                    <a:pt x="252" y="5492"/>
                    <a:pt x="972" y="6386"/>
                  </a:cubicBezTo>
                  <a:cubicBezTo>
                    <a:pt x="1670" y="6658"/>
                    <a:pt x="2405" y="6794"/>
                    <a:pt x="3141" y="6794"/>
                  </a:cubicBezTo>
                  <a:cubicBezTo>
                    <a:pt x="3876" y="6794"/>
                    <a:pt x="4611" y="6658"/>
                    <a:pt x="5309" y="6386"/>
                  </a:cubicBezTo>
                  <a:cubicBezTo>
                    <a:pt x="5643" y="5967"/>
                    <a:pt x="5878" y="5341"/>
                    <a:pt x="6020" y="4697"/>
                  </a:cubicBezTo>
                  <a:cubicBezTo>
                    <a:pt x="6095" y="4376"/>
                    <a:pt x="6146" y="4045"/>
                    <a:pt x="6174" y="3715"/>
                  </a:cubicBezTo>
                  <a:cubicBezTo>
                    <a:pt x="6206" y="3382"/>
                    <a:pt x="6206" y="3042"/>
                    <a:pt x="6174" y="2712"/>
                  </a:cubicBezTo>
                  <a:cubicBezTo>
                    <a:pt x="5919" y="315"/>
                    <a:pt x="4007" y="1"/>
                    <a:pt x="3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5096625" y="2172450"/>
              <a:ext cx="128750" cy="107825"/>
            </a:xfrm>
            <a:custGeom>
              <a:avLst/>
              <a:gdLst/>
              <a:ahLst/>
              <a:cxnLst/>
              <a:rect l="l" t="t" r="r" b="b"/>
              <a:pathLst>
                <a:path w="5150" h="4313" extrusionOk="0">
                  <a:moveTo>
                    <a:pt x="0" y="1"/>
                  </a:moveTo>
                  <a:lnTo>
                    <a:pt x="519" y="4313"/>
                  </a:lnTo>
                  <a:lnTo>
                    <a:pt x="4636" y="4313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5096625" y="2172450"/>
              <a:ext cx="128750" cy="24475"/>
            </a:xfrm>
            <a:custGeom>
              <a:avLst/>
              <a:gdLst/>
              <a:ahLst/>
              <a:cxnLst/>
              <a:rect l="l" t="t" r="r" b="b"/>
              <a:pathLst>
                <a:path w="5150" h="979" extrusionOk="0">
                  <a:moveTo>
                    <a:pt x="0" y="1"/>
                  </a:moveTo>
                  <a:lnTo>
                    <a:pt x="117" y="979"/>
                  </a:lnTo>
                  <a:lnTo>
                    <a:pt x="5064" y="737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27" name="Google Shape;127;p5"/>
            <p:cNvGrpSpPr/>
            <p:nvPr/>
          </p:nvGrpSpPr>
          <p:grpSpPr>
            <a:xfrm>
              <a:off x="5086475" y="2011175"/>
              <a:ext cx="163500" cy="170825"/>
              <a:chOff x="5086475" y="2011175"/>
              <a:chExt cx="163500" cy="170825"/>
            </a:xfrm>
          </p:grpSpPr>
          <p:sp>
            <p:nvSpPr>
              <p:cNvPr id="128" name="Google Shape;128;p5"/>
              <p:cNvSpPr/>
              <p:nvPr/>
            </p:nvSpPr>
            <p:spPr>
              <a:xfrm>
                <a:off x="5160475" y="2011975"/>
                <a:ext cx="3725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801" extrusionOk="0">
                    <a:moveTo>
                      <a:pt x="79" y="0"/>
                    </a:moveTo>
                    <a:cubicBezTo>
                      <a:pt x="76" y="567"/>
                      <a:pt x="73" y="1133"/>
                      <a:pt x="63" y="1702"/>
                    </a:cubicBezTo>
                    <a:lnTo>
                      <a:pt x="63" y="3404"/>
                    </a:lnTo>
                    <a:cubicBezTo>
                      <a:pt x="66" y="3970"/>
                      <a:pt x="60" y="4536"/>
                      <a:pt x="60" y="5102"/>
                    </a:cubicBezTo>
                    <a:cubicBezTo>
                      <a:pt x="60" y="5385"/>
                      <a:pt x="57" y="5668"/>
                      <a:pt x="47" y="5951"/>
                    </a:cubicBezTo>
                    <a:cubicBezTo>
                      <a:pt x="44" y="6093"/>
                      <a:pt x="44" y="6234"/>
                      <a:pt x="32" y="6376"/>
                    </a:cubicBezTo>
                    <a:lnTo>
                      <a:pt x="19" y="6587"/>
                    </a:lnTo>
                    <a:lnTo>
                      <a:pt x="0" y="6800"/>
                    </a:lnTo>
                    <a:cubicBezTo>
                      <a:pt x="91" y="6241"/>
                      <a:pt x="104" y="5671"/>
                      <a:pt x="120" y="5105"/>
                    </a:cubicBezTo>
                    <a:cubicBezTo>
                      <a:pt x="135" y="4539"/>
                      <a:pt x="148" y="3976"/>
                      <a:pt x="142" y="3407"/>
                    </a:cubicBezTo>
                    <a:cubicBezTo>
                      <a:pt x="139" y="2831"/>
                      <a:pt x="139" y="2265"/>
                      <a:pt x="126" y="1699"/>
                    </a:cubicBezTo>
                    <a:cubicBezTo>
                      <a:pt x="120" y="1133"/>
                      <a:pt x="104" y="567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5139550" y="2012300"/>
                <a:ext cx="13250" cy="1682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728" extrusionOk="0">
                    <a:moveTo>
                      <a:pt x="529" y="0"/>
                    </a:moveTo>
                    <a:cubicBezTo>
                      <a:pt x="343" y="535"/>
                      <a:pt x="208" y="1088"/>
                      <a:pt x="136" y="1651"/>
                    </a:cubicBezTo>
                    <a:cubicBezTo>
                      <a:pt x="60" y="2214"/>
                      <a:pt x="13" y="2780"/>
                      <a:pt x="10" y="3347"/>
                    </a:cubicBezTo>
                    <a:lnTo>
                      <a:pt x="10" y="3771"/>
                    </a:lnTo>
                    <a:cubicBezTo>
                      <a:pt x="1" y="3913"/>
                      <a:pt x="13" y="4054"/>
                      <a:pt x="13" y="4196"/>
                    </a:cubicBezTo>
                    <a:cubicBezTo>
                      <a:pt x="19" y="4479"/>
                      <a:pt x="42" y="4762"/>
                      <a:pt x="64" y="5045"/>
                    </a:cubicBezTo>
                    <a:cubicBezTo>
                      <a:pt x="76" y="5186"/>
                      <a:pt x="92" y="5328"/>
                      <a:pt x="108" y="5470"/>
                    </a:cubicBezTo>
                    <a:lnTo>
                      <a:pt x="155" y="5891"/>
                    </a:lnTo>
                    <a:cubicBezTo>
                      <a:pt x="199" y="6168"/>
                      <a:pt x="240" y="6448"/>
                      <a:pt x="287" y="6728"/>
                    </a:cubicBezTo>
                    <a:lnTo>
                      <a:pt x="192" y="5885"/>
                    </a:lnTo>
                    <a:lnTo>
                      <a:pt x="155" y="5463"/>
                    </a:lnTo>
                    <a:cubicBezTo>
                      <a:pt x="142" y="5328"/>
                      <a:pt x="126" y="5186"/>
                      <a:pt x="123" y="5045"/>
                    </a:cubicBezTo>
                    <a:cubicBezTo>
                      <a:pt x="108" y="4765"/>
                      <a:pt x="82" y="4482"/>
                      <a:pt x="82" y="4199"/>
                    </a:cubicBezTo>
                    <a:cubicBezTo>
                      <a:pt x="79" y="4057"/>
                      <a:pt x="76" y="3916"/>
                      <a:pt x="98" y="3774"/>
                    </a:cubicBezTo>
                    <a:lnTo>
                      <a:pt x="98" y="3350"/>
                    </a:lnTo>
                    <a:cubicBezTo>
                      <a:pt x="82" y="2784"/>
                      <a:pt x="123" y="2221"/>
                      <a:pt x="189" y="1661"/>
                    </a:cubicBezTo>
                    <a:cubicBezTo>
                      <a:pt x="224" y="1378"/>
                      <a:pt x="268" y="1098"/>
                      <a:pt x="325" y="821"/>
                    </a:cubicBezTo>
                    <a:cubicBezTo>
                      <a:pt x="375" y="544"/>
                      <a:pt x="444" y="271"/>
                      <a:pt x="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5115650" y="2014100"/>
                <a:ext cx="249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659" extrusionOk="0">
                    <a:moveTo>
                      <a:pt x="998" y="0"/>
                    </a:moveTo>
                    <a:cubicBezTo>
                      <a:pt x="812" y="224"/>
                      <a:pt x="655" y="466"/>
                      <a:pt x="526" y="730"/>
                    </a:cubicBezTo>
                    <a:cubicBezTo>
                      <a:pt x="494" y="793"/>
                      <a:pt x="463" y="859"/>
                      <a:pt x="435" y="928"/>
                    </a:cubicBezTo>
                    <a:lnTo>
                      <a:pt x="356" y="1133"/>
                    </a:lnTo>
                    <a:lnTo>
                      <a:pt x="315" y="1233"/>
                    </a:lnTo>
                    <a:cubicBezTo>
                      <a:pt x="306" y="1265"/>
                      <a:pt x="296" y="1299"/>
                      <a:pt x="284" y="1337"/>
                    </a:cubicBezTo>
                    <a:lnTo>
                      <a:pt x="221" y="1545"/>
                    </a:lnTo>
                    <a:cubicBezTo>
                      <a:pt x="73" y="2108"/>
                      <a:pt x="0" y="2690"/>
                      <a:pt x="7" y="3271"/>
                    </a:cubicBezTo>
                    <a:lnTo>
                      <a:pt x="16" y="3705"/>
                    </a:lnTo>
                    <a:lnTo>
                      <a:pt x="63" y="4139"/>
                    </a:lnTo>
                    <a:lnTo>
                      <a:pt x="89" y="4356"/>
                    </a:lnTo>
                    <a:cubicBezTo>
                      <a:pt x="101" y="4429"/>
                      <a:pt x="117" y="4501"/>
                      <a:pt x="126" y="4570"/>
                    </a:cubicBezTo>
                    <a:lnTo>
                      <a:pt x="211" y="5001"/>
                    </a:lnTo>
                    <a:cubicBezTo>
                      <a:pt x="221" y="5070"/>
                      <a:pt x="243" y="5143"/>
                      <a:pt x="262" y="5212"/>
                    </a:cubicBezTo>
                    <a:lnTo>
                      <a:pt x="315" y="5420"/>
                    </a:lnTo>
                    <a:lnTo>
                      <a:pt x="431" y="5841"/>
                    </a:lnTo>
                    <a:cubicBezTo>
                      <a:pt x="526" y="6118"/>
                      <a:pt x="623" y="6391"/>
                      <a:pt x="721" y="6659"/>
                    </a:cubicBezTo>
                    <a:lnTo>
                      <a:pt x="466" y="5828"/>
                    </a:lnTo>
                    <a:lnTo>
                      <a:pt x="362" y="5407"/>
                    </a:lnTo>
                    <a:lnTo>
                      <a:pt x="312" y="5199"/>
                    </a:lnTo>
                    <a:cubicBezTo>
                      <a:pt x="293" y="5130"/>
                      <a:pt x="277" y="5058"/>
                      <a:pt x="265" y="4989"/>
                    </a:cubicBezTo>
                    <a:lnTo>
                      <a:pt x="195" y="4564"/>
                    </a:lnTo>
                    <a:lnTo>
                      <a:pt x="158" y="4350"/>
                    </a:lnTo>
                    <a:lnTo>
                      <a:pt x="139" y="4136"/>
                    </a:lnTo>
                    <a:lnTo>
                      <a:pt x="95" y="3705"/>
                    </a:lnTo>
                    <a:lnTo>
                      <a:pt x="89" y="3275"/>
                    </a:lnTo>
                    <a:cubicBezTo>
                      <a:pt x="79" y="2696"/>
                      <a:pt x="148" y="2123"/>
                      <a:pt x="284" y="1564"/>
                    </a:cubicBezTo>
                    <a:lnTo>
                      <a:pt x="343" y="1356"/>
                    </a:lnTo>
                    <a:cubicBezTo>
                      <a:pt x="356" y="1325"/>
                      <a:pt x="362" y="1290"/>
                      <a:pt x="375" y="1252"/>
                    </a:cubicBezTo>
                    <a:lnTo>
                      <a:pt x="409" y="1152"/>
                    </a:lnTo>
                    <a:lnTo>
                      <a:pt x="482" y="947"/>
                    </a:lnTo>
                    <a:cubicBezTo>
                      <a:pt x="510" y="881"/>
                      <a:pt x="541" y="812"/>
                      <a:pt x="567" y="746"/>
                    </a:cubicBezTo>
                    <a:cubicBezTo>
                      <a:pt x="677" y="482"/>
                      <a:pt x="825" y="230"/>
                      <a:pt x="9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5096000" y="2016525"/>
                <a:ext cx="35400" cy="1625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6503" extrusionOk="0">
                    <a:moveTo>
                      <a:pt x="1416" y="1"/>
                    </a:moveTo>
                    <a:cubicBezTo>
                      <a:pt x="1299" y="86"/>
                      <a:pt x="1189" y="186"/>
                      <a:pt x="1082" y="287"/>
                    </a:cubicBezTo>
                    <a:cubicBezTo>
                      <a:pt x="981" y="394"/>
                      <a:pt x="881" y="507"/>
                      <a:pt x="796" y="627"/>
                    </a:cubicBezTo>
                    <a:cubicBezTo>
                      <a:pt x="623" y="866"/>
                      <a:pt x="472" y="1121"/>
                      <a:pt x="356" y="1391"/>
                    </a:cubicBezTo>
                    <a:cubicBezTo>
                      <a:pt x="123" y="1938"/>
                      <a:pt x="6" y="2530"/>
                      <a:pt x="6" y="3121"/>
                    </a:cubicBezTo>
                    <a:cubicBezTo>
                      <a:pt x="0" y="3272"/>
                      <a:pt x="0" y="3420"/>
                      <a:pt x="22" y="3564"/>
                    </a:cubicBezTo>
                    <a:cubicBezTo>
                      <a:pt x="38" y="3712"/>
                      <a:pt x="44" y="3860"/>
                      <a:pt x="73" y="4008"/>
                    </a:cubicBezTo>
                    <a:lnTo>
                      <a:pt x="107" y="4228"/>
                    </a:lnTo>
                    <a:lnTo>
                      <a:pt x="154" y="4442"/>
                    </a:lnTo>
                    <a:cubicBezTo>
                      <a:pt x="183" y="4587"/>
                      <a:pt x="227" y="4731"/>
                      <a:pt x="264" y="4873"/>
                    </a:cubicBezTo>
                    <a:cubicBezTo>
                      <a:pt x="434" y="5439"/>
                      <a:pt x="658" y="5983"/>
                      <a:pt x="937" y="6502"/>
                    </a:cubicBezTo>
                    <a:lnTo>
                      <a:pt x="755" y="6103"/>
                    </a:lnTo>
                    <a:lnTo>
                      <a:pt x="591" y="5694"/>
                    </a:lnTo>
                    <a:lnTo>
                      <a:pt x="447" y="5282"/>
                    </a:lnTo>
                    <a:cubicBezTo>
                      <a:pt x="403" y="5140"/>
                      <a:pt x="356" y="5002"/>
                      <a:pt x="321" y="4860"/>
                    </a:cubicBezTo>
                    <a:lnTo>
                      <a:pt x="268" y="4646"/>
                    </a:lnTo>
                    <a:cubicBezTo>
                      <a:pt x="249" y="4577"/>
                      <a:pt x="233" y="4502"/>
                      <a:pt x="217" y="4432"/>
                    </a:cubicBezTo>
                    <a:lnTo>
                      <a:pt x="173" y="4215"/>
                    </a:lnTo>
                    <a:lnTo>
                      <a:pt x="142" y="3998"/>
                    </a:lnTo>
                    <a:cubicBezTo>
                      <a:pt x="120" y="3854"/>
                      <a:pt x="101" y="3709"/>
                      <a:pt x="95" y="3561"/>
                    </a:cubicBezTo>
                    <a:cubicBezTo>
                      <a:pt x="91" y="3417"/>
                      <a:pt x="79" y="3272"/>
                      <a:pt x="85" y="3127"/>
                    </a:cubicBezTo>
                    <a:cubicBezTo>
                      <a:pt x="85" y="2539"/>
                      <a:pt x="192" y="1963"/>
                      <a:pt x="415" y="1419"/>
                    </a:cubicBezTo>
                    <a:cubicBezTo>
                      <a:pt x="525" y="1149"/>
                      <a:pt x="661" y="894"/>
                      <a:pt x="831" y="652"/>
                    </a:cubicBezTo>
                    <a:cubicBezTo>
                      <a:pt x="997" y="410"/>
                      <a:pt x="1192" y="190"/>
                      <a:pt x="14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5170600" y="2012375"/>
                <a:ext cx="14100" cy="16812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72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" y="274"/>
                      <a:pt x="155" y="544"/>
                      <a:pt x="205" y="824"/>
                    </a:cubicBezTo>
                    <a:cubicBezTo>
                      <a:pt x="262" y="1101"/>
                      <a:pt x="303" y="1381"/>
                      <a:pt x="341" y="1661"/>
                    </a:cubicBezTo>
                    <a:cubicBezTo>
                      <a:pt x="410" y="2218"/>
                      <a:pt x="444" y="2781"/>
                      <a:pt x="473" y="3347"/>
                    </a:cubicBezTo>
                    <a:lnTo>
                      <a:pt x="473" y="3771"/>
                    </a:lnTo>
                    <a:cubicBezTo>
                      <a:pt x="460" y="3913"/>
                      <a:pt x="448" y="4054"/>
                      <a:pt x="448" y="4196"/>
                    </a:cubicBezTo>
                    <a:cubicBezTo>
                      <a:pt x="444" y="4476"/>
                      <a:pt x="422" y="4759"/>
                      <a:pt x="410" y="5042"/>
                    </a:cubicBezTo>
                    <a:cubicBezTo>
                      <a:pt x="407" y="5180"/>
                      <a:pt x="391" y="5322"/>
                      <a:pt x="378" y="5463"/>
                    </a:cubicBezTo>
                    <a:lnTo>
                      <a:pt x="338" y="5882"/>
                    </a:lnTo>
                    <a:lnTo>
                      <a:pt x="243" y="6725"/>
                    </a:lnTo>
                    <a:cubicBezTo>
                      <a:pt x="287" y="6445"/>
                      <a:pt x="338" y="6165"/>
                      <a:pt x="378" y="5888"/>
                    </a:cubicBezTo>
                    <a:lnTo>
                      <a:pt x="426" y="5467"/>
                    </a:lnTo>
                    <a:cubicBezTo>
                      <a:pt x="441" y="5328"/>
                      <a:pt x="460" y="5187"/>
                      <a:pt x="470" y="5045"/>
                    </a:cubicBezTo>
                    <a:cubicBezTo>
                      <a:pt x="492" y="4762"/>
                      <a:pt x="517" y="4479"/>
                      <a:pt x="520" y="4196"/>
                    </a:cubicBezTo>
                    <a:cubicBezTo>
                      <a:pt x="523" y="4054"/>
                      <a:pt x="529" y="3913"/>
                      <a:pt x="564" y="3771"/>
                    </a:cubicBezTo>
                    <a:lnTo>
                      <a:pt x="564" y="3347"/>
                    </a:lnTo>
                    <a:cubicBezTo>
                      <a:pt x="517" y="2781"/>
                      <a:pt x="473" y="2214"/>
                      <a:pt x="394" y="1651"/>
                    </a:cubicBezTo>
                    <a:cubicBezTo>
                      <a:pt x="319" y="1092"/>
                      <a:pt x="190" y="53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5182875" y="2014175"/>
                <a:ext cx="246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659" extrusionOk="0">
                    <a:moveTo>
                      <a:pt x="1" y="1"/>
                    </a:moveTo>
                    <a:cubicBezTo>
                      <a:pt x="170" y="233"/>
                      <a:pt x="312" y="485"/>
                      <a:pt x="416" y="752"/>
                    </a:cubicBezTo>
                    <a:cubicBezTo>
                      <a:pt x="447" y="815"/>
                      <a:pt x="479" y="881"/>
                      <a:pt x="504" y="947"/>
                    </a:cubicBezTo>
                    <a:lnTo>
                      <a:pt x="576" y="1152"/>
                    </a:lnTo>
                    <a:lnTo>
                      <a:pt x="611" y="1255"/>
                    </a:lnTo>
                    <a:cubicBezTo>
                      <a:pt x="623" y="1287"/>
                      <a:pt x="630" y="1322"/>
                      <a:pt x="642" y="1356"/>
                    </a:cubicBezTo>
                    <a:lnTo>
                      <a:pt x="702" y="1564"/>
                    </a:lnTo>
                    <a:cubicBezTo>
                      <a:pt x="840" y="2124"/>
                      <a:pt x="906" y="2702"/>
                      <a:pt x="897" y="3275"/>
                    </a:cubicBezTo>
                    <a:lnTo>
                      <a:pt x="891" y="3709"/>
                    </a:lnTo>
                    <a:lnTo>
                      <a:pt x="847" y="4136"/>
                    </a:lnTo>
                    <a:lnTo>
                      <a:pt x="828" y="4353"/>
                    </a:lnTo>
                    <a:cubicBezTo>
                      <a:pt x="818" y="4423"/>
                      <a:pt x="803" y="4495"/>
                      <a:pt x="793" y="4564"/>
                    </a:cubicBezTo>
                    <a:lnTo>
                      <a:pt x="721" y="4989"/>
                    </a:lnTo>
                    <a:cubicBezTo>
                      <a:pt x="708" y="5061"/>
                      <a:pt x="693" y="5130"/>
                      <a:pt x="674" y="5203"/>
                    </a:cubicBezTo>
                    <a:lnTo>
                      <a:pt x="623" y="5410"/>
                    </a:lnTo>
                    <a:lnTo>
                      <a:pt x="520" y="5832"/>
                    </a:lnTo>
                    <a:lnTo>
                      <a:pt x="265" y="6659"/>
                    </a:lnTo>
                    <a:cubicBezTo>
                      <a:pt x="362" y="6388"/>
                      <a:pt x="457" y="6109"/>
                      <a:pt x="557" y="5841"/>
                    </a:cubicBezTo>
                    <a:lnTo>
                      <a:pt x="671" y="5423"/>
                    </a:lnTo>
                    <a:lnTo>
                      <a:pt x="724" y="5212"/>
                    </a:lnTo>
                    <a:cubicBezTo>
                      <a:pt x="743" y="5143"/>
                      <a:pt x="765" y="5071"/>
                      <a:pt x="774" y="5001"/>
                    </a:cubicBezTo>
                    <a:lnTo>
                      <a:pt x="859" y="4574"/>
                    </a:lnTo>
                    <a:cubicBezTo>
                      <a:pt x="872" y="4501"/>
                      <a:pt x="884" y="4426"/>
                      <a:pt x="897" y="4357"/>
                    </a:cubicBezTo>
                    <a:lnTo>
                      <a:pt x="922" y="4140"/>
                    </a:lnTo>
                    <a:lnTo>
                      <a:pt x="969" y="3709"/>
                    </a:lnTo>
                    <a:lnTo>
                      <a:pt x="982" y="3272"/>
                    </a:lnTo>
                    <a:cubicBezTo>
                      <a:pt x="985" y="2690"/>
                      <a:pt x="913" y="2108"/>
                      <a:pt x="765" y="1545"/>
                    </a:cubicBezTo>
                    <a:lnTo>
                      <a:pt x="702" y="1337"/>
                    </a:lnTo>
                    <a:cubicBezTo>
                      <a:pt x="689" y="1306"/>
                      <a:pt x="683" y="1271"/>
                      <a:pt x="671" y="1233"/>
                    </a:cubicBezTo>
                    <a:lnTo>
                      <a:pt x="630" y="1133"/>
                    </a:lnTo>
                    <a:lnTo>
                      <a:pt x="551" y="928"/>
                    </a:lnTo>
                    <a:cubicBezTo>
                      <a:pt x="526" y="862"/>
                      <a:pt x="491" y="799"/>
                      <a:pt x="460" y="730"/>
                    </a:cubicBezTo>
                    <a:cubicBezTo>
                      <a:pt x="340" y="469"/>
                      <a:pt x="186" y="2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5191850" y="2016625"/>
                <a:ext cx="35175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5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4" y="189"/>
                      <a:pt x="425" y="406"/>
                      <a:pt x="582" y="654"/>
                    </a:cubicBezTo>
                    <a:cubicBezTo>
                      <a:pt x="749" y="893"/>
                      <a:pt x="890" y="1148"/>
                      <a:pt x="1000" y="1419"/>
                    </a:cubicBezTo>
                    <a:cubicBezTo>
                      <a:pt x="1221" y="1963"/>
                      <a:pt x="1334" y="2541"/>
                      <a:pt x="1331" y="3126"/>
                    </a:cubicBezTo>
                    <a:cubicBezTo>
                      <a:pt x="1334" y="3271"/>
                      <a:pt x="1334" y="3416"/>
                      <a:pt x="1318" y="3564"/>
                    </a:cubicBezTo>
                    <a:cubicBezTo>
                      <a:pt x="1302" y="3708"/>
                      <a:pt x="1299" y="3853"/>
                      <a:pt x="1271" y="3998"/>
                    </a:cubicBezTo>
                    <a:lnTo>
                      <a:pt x="1239" y="4215"/>
                    </a:lnTo>
                    <a:lnTo>
                      <a:pt x="1195" y="4432"/>
                    </a:lnTo>
                    <a:cubicBezTo>
                      <a:pt x="1180" y="4501"/>
                      <a:pt x="1164" y="4573"/>
                      <a:pt x="1145" y="4642"/>
                    </a:cubicBezTo>
                    <a:lnTo>
                      <a:pt x="1092" y="4856"/>
                    </a:lnTo>
                    <a:cubicBezTo>
                      <a:pt x="1057" y="4998"/>
                      <a:pt x="1007" y="5136"/>
                      <a:pt x="966" y="5278"/>
                    </a:cubicBezTo>
                    <a:lnTo>
                      <a:pt x="821" y="5693"/>
                    </a:lnTo>
                    <a:lnTo>
                      <a:pt x="658" y="6102"/>
                    </a:lnTo>
                    <a:lnTo>
                      <a:pt x="475" y="6504"/>
                    </a:lnTo>
                    <a:cubicBezTo>
                      <a:pt x="755" y="5985"/>
                      <a:pt x="978" y="5438"/>
                      <a:pt x="1148" y="4872"/>
                    </a:cubicBezTo>
                    <a:cubicBezTo>
                      <a:pt x="1189" y="4730"/>
                      <a:pt x="1230" y="4589"/>
                      <a:pt x="1258" y="4444"/>
                    </a:cubicBezTo>
                    <a:lnTo>
                      <a:pt x="1305" y="4227"/>
                    </a:lnTo>
                    <a:lnTo>
                      <a:pt x="1340" y="4010"/>
                    </a:lnTo>
                    <a:cubicBezTo>
                      <a:pt x="1365" y="3865"/>
                      <a:pt x="1384" y="3718"/>
                      <a:pt x="1390" y="3570"/>
                    </a:cubicBezTo>
                    <a:cubicBezTo>
                      <a:pt x="1400" y="3422"/>
                      <a:pt x="1406" y="3274"/>
                      <a:pt x="1406" y="3126"/>
                    </a:cubicBezTo>
                    <a:cubicBezTo>
                      <a:pt x="1406" y="2532"/>
                      <a:pt x="1290" y="1944"/>
                      <a:pt x="1057" y="1396"/>
                    </a:cubicBezTo>
                    <a:cubicBezTo>
                      <a:pt x="944" y="1126"/>
                      <a:pt x="796" y="865"/>
                      <a:pt x="617" y="629"/>
                    </a:cubicBezTo>
                    <a:cubicBezTo>
                      <a:pt x="525" y="513"/>
                      <a:pt x="434" y="396"/>
                      <a:pt x="330" y="293"/>
                    </a:cubicBezTo>
                    <a:cubicBezTo>
                      <a:pt x="230" y="186"/>
                      <a:pt x="120" y="8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5156850" y="2060575"/>
                <a:ext cx="121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10" extrusionOk="0">
                    <a:moveTo>
                      <a:pt x="485" y="0"/>
                    </a:moveTo>
                    <a:cubicBezTo>
                      <a:pt x="460" y="35"/>
                      <a:pt x="431" y="76"/>
                      <a:pt x="409" y="110"/>
                    </a:cubicBezTo>
                    <a:cubicBezTo>
                      <a:pt x="384" y="145"/>
                      <a:pt x="362" y="179"/>
                      <a:pt x="337" y="220"/>
                    </a:cubicBezTo>
                    <a:cubicBezTo>
                      <a:pt x="303" y="278"/>
                      <a:pt x="265" y="341"/>
                      <a:pt x="228" y="404"/>
                    </a:cubicBezTo>
                    <a:lnTo>
                      <a:pt x="228" y="404"/>
                    </a:lnTo>
                    <a:cubicBezTo>
                      <a:pt x="157" y="289"/>
                      <a:pt x="82" y="176"/>
                      <a:pt x="1" y="66"/>
                    </a:cubicBezTo>
                    <a:lnTo>
                      <a:pt x="1" y="66"/>
                    </a:lnTo>
                    <a:cubicBezTo>
                      <a:pt x="63" y="205"/>
                      <a:pt x="130" y="337"/>
                      <a:pt x="202" y="472"/>
                    </a:cubicBezTo>
                    <a:lnTo>
                      <a:pt x="224" y="510"/>
                    </a:lnTo>
                    <a:lnTo>
                      <a:pt x="249" y="472"/>
                    </a:lnTo>
                    <a:cubicBezTo>
                      <a:pt x="287" y="406"/>
                      <a:pt x="321" y="337"/>
                      <a:pt x="359" y="271"/>
                    </a:cubicBezTo>
                    <a:cubicBezTo>
                      <a:pt x="384" y="220"/>
                      <a:pt x="409" y="173"/>
                      <a:pt x="431" y="123"/>
                    </a:cubicBezTo>
                    <a:cubicBezTo>
                      <a:pt x="447" y="82"/>
                      <a:pt x="469" y="38"/>
                      <a:pt x="4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5161400" y="2057725"/>
                <a:ext cx="18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86" extrusionOk="0">
                    <a:moveTo>
                      <a:pt x="26" y="1"/>
                    </a:moveTo>
                    <a:cubicBezTo>
                      <a:pt x="1" y="196"/>
                      <a:pt x="7" y="397"/>
                      <a:pt x="48" y="586"/>
                    </a:cubicBezTo>
                    <a:cubicBezTo>
                      <a:pt x="73" y="394"/>
                      <a:pt x="70" y="193"/>
                      <a:pt x="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5204825" y="2012525"/>
                <a:ext cx="124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92" extrusionOk="0">
                    <a:moveTo>
                      <a:pt x="50" y="0"/>
                    </a:moveTo>
                    <a:cubicBezTo>
                      <a:pt x="25" y="145"/>
                      <a:pt x="6" y="299"/>
                      <a:pt x="0" y="444"/>
                    </a:cubicBezTo>
                    <a:lnTo>
                      <a:pt x="0" y="491"/>
                    </a:lnTo>
                    <a:lnTo>
                      <a:pt x="41" y="472"/>
                    </a:lnTo>
                    <a:cubicBezTo>
                      <a:pt x="120" y="431"/>
                      <a:pt x="198" y="387"/>
                      <a:pt x="271" y="343"/>
                    </a:cubicBezTo>
                    <a:lnTo>
                      <a:pt x="387" y="277"/>
                    </a:lnTo>
                    <a:cubicBezTo>
                      <a:pt x="422" y="255"/>
                      <a:pt x="459" y="230"/>
                      <a:pt x="497" y="208"/>
                    </a:cubicBezTo>
                    <a:lnTo>
                      <a:pt x="497" y="208"/>
                    </a:lnTo>
                    <a:cubicBezTo>
                      <a:pt x="456" y="224"/>
                      <a:pt x="418" y="236"/>
                      <a:pt x="374" y="255"/>
                    </a:cubicBezTo>
                    <a:cubicBezTo>
                      <a:pt x="330" y="274"/>
                      <a:pt x="293" y="290"/>
                      <a:pt x="252" y="309"/>
                    </a:cubicBezTo>
                    <a:lnTo>
                      <a:pt x="58" y="407"/>
                    </a:lnTo>
                    <a:lnTo>
                      <a:pt x="58" y="407"/>
                    </a:lnTo>
                    <a:cubicBezTo>
                      <a:pt x="63" y="272"/>
                      <a:pt x="62" y="134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5205450" y="2011175"/>
                <a:ext cx="75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505" extrusionOk="0">
                    <a:moveTo>
                      <a:pt x="302" y="1"/>
                    </a:moveTo>
                    <a:lnTo>
                      <a:pt x="302" y="1"/>
                    </a:lnTo>
                    <a:cubicBezTo>
                      <a:pt x="173" y="149"/>
                      <a:pt x="70" y="322"/>
                      <a:pt x="0" y="504"/>
                    </a:cubicBezTo>
                    <a:cubicBezTo>
                      <a:pt x="66" y="432"/>
                      <a:pt x="120" y="353"/>
                      <a:pt x="173" y="265"/>
                    </a:cubicBezTo>
                    <a:cubicBezTo>
                      <a:pt x="224" y="183"/>
                      <a:pt x="268" y="95"/>
                      <a:pt x="3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5194200" y="2046100"/>
                <a:ext cx="123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76" extrusionOk="0">
                    <a:moveTo>
                      <a:pt x="491" y="0"/>
                    </a:moveTo>
                    <a:cubicBezTo>
                      <a:pt x="460" y="32"/>
                      <a:pt x="428" y="67"/>
                      <a:pt x="403" y="98"/>
                    </a:cubicBezTo>
                    <a:cubicBezTo>
                      <a:pt x="375" y="136"/>
                      <a:pt x="347" y="167"/>
                      <a:pt x="318" y="202"/>
                    </a:cubicBezTo>
                    <a:cubicBezTo>
                      <a:pt x="275" y="256"/>
                      <a:pt x="229" y="314"/>
                      <a:pt x="186" y="371"/>
                    </a:cubicBezTo>
                    <a:lnTo>
                      <a:pt x="186" y="371"/>
                    </a:lnTo>
                    <a:cubicBezTo>
                      <a:pt x="131" y="249"/>
                      <a:pt x="68" y="126"/>
                      <a:pt x="1" y="10"/>
                    </a:cubicBezTo>
                    <a:lnTo>
                      <a:pt x="1" y="10"/>
                    </a:lnTo>
                    <a:cubicBezTo>
                      <a:pt x="45" y="155"/>
                      <a:pt x="98" y="296"/>
                      <a:pt x="155" y="438"/>
                    </a:cubicBezTo>
                    <a:lnTo>
                      <a:pt x="174" y="475"/>
                    </a:lnTo>
                    <a:lnTo>
                      <a:pt x="202" y="441"/>
                    </a:lnTo>
                    <a:cubicBezTo>
                      <a:pt x="255" y="372"/>
                      <a:pt x="302" y="296"/>
                      <a:pt x="356" y="224"/>
                    </a:cubicBezTo>
                    <a:cubicBezTo>
                      <a:pt x="378" y="189"/>
                      <a:pt x="403" y="155"/>
                      <a:pt x="425" y="114"/>
                    </a:cubicBezTo>
                    <a:cubicBezTo>
                      <a:pt x="450" y="76"/>
                      <a:pt x="472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5198450" y="2042100"/>
                <a:ext cx="20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80" h="586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35" y="94"/>
                      <a:pt x="19" y="192"/>
                      <a:pt x="13" y="289"/>
                    </a:cubicBezTo>
                    <a:cubicBezTo>
                      <a:pt x="0" y="390"/>
                      <a:pt x="0" y="488"/>
                      <a:pt x="13" y="585"/>
                    </a:cubicBezTo>
                    <a:cubicBezTo>
                      <a:pt x="63" y="393"/>
                      <a:pt x="79" y="195"/>
                      <a:pt x="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5123050" y="2029200"/>
                <a:ext cx="122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151"/>
                      <a:pt x="44" y="296"/>
                      <a:pt x="76" y="450"/>
                    </a:cubicBezTo>
                    <a:lnTo>
                      <a:pt x="88" y="491"/>
                    </a:lnTo>
                    <a:lnTo>
                      <a:pt x="123" y="459"/>
                    </a:lnTo>
                    <a:lnTo>
                      <a:pt x="305" y="277"/>
                    </a:lnTo>
                    <a:cubicBezTo>
                      <a:pt x="337" y="239"/>
                      <a:pt x="362" y="208"/>
                      <a:pt x="396" y="176"/>
                    </a:cubicBezTo>
                    <a:cubicBezTo>
                      <a:pt x="434" y="145"/>
                      <a:pt x="459" y="113"/>
                      <a:pt x="488" y="79"/>
                    </a:cubicBezTo>
                    <a:lnTo>
                      <a:pt x="488" y="79"/>
                    </a:lnTo>
                    <a:cubicBezTo>
                      <a:pt x="453" y="104"/>
                      <a:pt x="415" y="129"/>
                      <a:pt x="381" y="158"/>
                    </a:cubicBezTo>
                    <a:lnTo>
                      <a:pt x="280" y="239"/>
                    </a:lnTo>
                    <a:cubicBezTo>
                      <a:pt x="227" y="292"/>
                      <a:pt x="172" y="340"/>
                      <a:pt x="119" y="392"/>
                    </a:cubicBezTo>
                    <a:lnTo>
                      <a:pt x="119" y="392"/>
                    </a:lnTo>
                    <a:cubicBezTo>
                      <a:pt x="86" y="259"/>
                      <a:pt x="46" y="12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5125625" y="2025975"/>
                <a:ext cx="38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567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70" y="176"/>
                      <a:pt x="20" y="368"/>
                      <a:pt x="1" y="566"/>
                    </a:cubicBezTo>
                    <a:cubicBezTo>
                      <a:pt x="86" y="390"/>
                      <a:pt x="136" y="195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5236900" y="2069925"/>
                <a:ext cx="130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88" extrusionOk="0">
                    <a:moveTo>
                      <a:pt x="104" y="0"/>
                    </a:moveTo>
                    <a:lnTo>
                      <a:pt x="104" y="0"/>
                    </a:lnTo>
                    <a:cubicBezTo>
                      <a:pt x="60" y="148"/>
                      <a:pt x="26" y="299"/>
                      <a:pt x="7" y="450"/>
                    </a:cubicBezTo>
                    <a:lnTo>
                      <a:pt x="0" y="488"/>
                    </a:lnTo>
                    <a:lnTo>
                      <a:pt x="41" y="472"/>
                    </a:lnTo>
                    <a:cubicBezTo>
                      <a:pt x="126" y="441"/>
                      <a:pt x="205" y="409"/>
                      <a:pt x="287" y="372"/>
                    </a:cubicBezTo>
                    <a:cubicBezTo>
                      <a:pt x="324" y="353"/>
                      <a:pt x="365" y="337"/>
                      <a:pt x="403" y="318"/>
                    </a:cubicBezTo>
                    <a:lnTo>
                      <a:pt x="523" y="258"/>
                    </a:lnTo>
                    <a:lnTo>
                      <a:pt x="523" y="258"/>
                    </a:lnTo>
                    <a:cubicBezTo>
                      <a:pt x="478" y="268"/>
                      <a:pt x="441" y="277"/>
                      <a:pt x="397" y="290"/>
                    </a:cubicBezTo>
                    <a:lnTo>
                      <a:pt x="271" y="331"/>
                    </a:lnTo>
                    <a:cubicBezTo>
                      <a:pt x="203" y="352"/>
                      <a:pt x="133" y="377"/>
                      <a:pt x="64" y="403"/>
                    </a:cubicBezTo>
                    <a:lnTo>
                      <a:pt x="64" y="403"/>
                    </a:lnTo>
                    <a:cubicBezTo>
                      <a:pt x="85" y="269"/>
                      <a:pt x="99" y="134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5237600" y="2069375"/>
                <a:ext cx="90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66" extrusionOk="0">
                    <a:moveTo>
                      <a:pt x="359" y="0"/>
                    </a:moveTo>
                    <a:cubicBezTo>
                      <a:pt x="215" y="133"/>
                      <a:pt x="92" y="293"/>
                      <a:pt x="1" y="466"/>
                    </a:cubicBezTo>
                    <a:cubicBezTo>
                      <a:pt x="76" y="403"/>
                      <a:pt x="145" y="328"/>
                      <a:pt x="202" y="249"/>
                    </a:cubicBezTo>
                    <a:cubicBezTo>
                      <a:pt x="262" y="173"/>
                      <a:pt x="315" y="89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5135300" y="2109800"/>
                <a:ext cx="123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513" extrusionOk="0">
                    <a:moveTo>
                      <a:pt x="491" y="0"/>
                    </a:moveTo>
                    <a:cubicBezTo>
                      <a:pt x="466" y="35"/>
                      <a:pt x="441" y="72"/>
                      <a:pt x="419" y="107"/>
                    </a:cubicBezTo>
                    <a:cubicBezTo>
                      <a:pt x="394" y="142"/>
                      <a:pt x="372" y="176"/>
                      <a:pt x="347" y="217"/>
                    </a:cubicBezTo>
                    <a:cubicBezTo>
                      <a:pt x="312" y="281"/>
                      <a:pt x="274" y="342"/>
                      <a:pt x="236" y="407"/>
                    </a:cubicBezTo>
                    <a:lnTo>
                      <a:pt x="236" y="407"/>
                    </a:lnTo>
                    <a:cubicBezTo>
                      <a:pt x="164" y="291"/>
                      <a:pt x="86" y="178"/>
                      <a:pt x="1" y="72"/>
                    </a:cubicBezTo>
                    <a:lnTo>
                      <a:pt x="1" y="72"/>
                    </a:lnTo>
                    <a:cubicBezTo>
                      <a:pt x="61" y="208"/>
                      <a:pt x="133" y="343"/>
                      <a:pt x="215" y="472"/>
                    </a:cubicBezTo>
                    <a:lnTo>
                      <a:pt x="237" y="513"/>
                    </a:lnTo>
                    <a:lnTo>
                      <a:pt x="262" y="472"/>
                    </a:lnTo>
                    <a:cubicBezTo>
                      <a:pt x="300" y="409"/>
                      <a:pt x="334" y="343"/>
                      <a:pt x="366" y="277"/>
                    </a:cubicBezTo>
                    <a:cubicBezTo>
                      <a:pt x="391" y="223"/>
                      <a:pt x="419" y="173"/>
                      <a:pt x="441" y="123"/>
                    </a:cubicBezTo>
                    <a:cubicBezTo>
                      <a:pt x="457" y="82"/>
                      <a:pt x="476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5095525" y="2130550"/>
                <a:ext cx="1072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0" extrusionOk="0">
                    <a:moveTo>
                      <a:pt x="428" y="0"/>
                    </a:moveTo>
                    <a:cubicBezTo>
                      <a:pt x="415" y="35"/>
                      <a:pt x="409" y="79"/>
                      <a:pt x="403" y="117"/>
                    </a:cubicBezTo>
                    <a:cubicBezTo>
                      <a:pt x="390" y="164"/>
                      <a:pt x="378" y="236"/>
                      <a:pt x="368" y="280"/>
                    </a:cubicBezTo>
                    <a:cubicBezTo>
                      <a:pt x="358" y="344"/>
                      <a:pt x="348" y="407"/>
                      <a:pt x="339" y="472"/>
                    </a:cubicBezTo>
                    <a:lnTo>
                      <a:pt x="339" y="472"/>
                    </a:lnTo>
                    <a:cubicBezTo>
                      <a:pt x="229" y="392"/>
                      <a:pt x="116" y="319"/>
                      <a:pt x="0" y="249"/>
                    </a:cubicBezTo>
                    <a:lnTo>
                      <a:pt x="0" y="249"/>
                    </a:lnTo>
                    <a:cubicBezTo>
                      <a:pt x="110" y="350"/>
                      <a:pt x="224" y="447"/>
                      <a:pt x="349" y="541"/>
                    </a:cubicBezTo>
                    <a:lnTo>
                      <a:pt x="387" y="570"/>
                    </a:lnTo>
                    <a:lnTo>
                      <a:pt x="393" y="523"/>
                    </a:lnTo>
                    <a:cubicBezTo>
                      <a:pt x="406" y="434"/>
                      <a:pt x="412" y="353"/>
                      <a:pt x="422" y="261"/>
                    </a:cubicBezTo>
                    <a:cubicBezTo>
                      <a:pt x="428" y="224"/>
                      <a:pt x="428" y="177"/>
                      <a:pt x="428" y="133"/>
                    </a:cubicBez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5099050" y="2130150"/>
                <a:ext cx="61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3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98"/>
                      <a:pt x="57" y="193"/>
                      <a:pt x="98" y="284"/>
                    </a:cubicBezTo>
                    <a:cubicBezTo>
                      <a:pt x="139" y="375"/>
                      <a:pt x="186" y="460"/>
                      <a:pt x="246" y="539"/>
                    </a:cubicBezTo>
                    <a:cubicBezTo>
                      <a:pt x="199" y="347"/>
                      <a:pt x="114" y="16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5086475" y="2029275"/>
                <a:ext cx="107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3" extrusionOk="0">
                    <a:moveTo>
                      <a:pt x="372" y="0"/>
                    </a:moveTo>
                    <a:cubicBezTo>
                      <a:pt x="365" y="44"/>
                      <a:pt x="365" y="95"/>
                      <a:pt x="340" y="136"/>
                    </a:cubicBezTo>
                    <a:lnTo>
                      <a:pt x="340" y="265"/>
                    </a:lnTo>
                    <a:cubicBezTo>
                      <a:pt x="361" y="339"/>
                      <a:pt x="369" y="406"/>
                      <a:pt x="374" y="478"/>
                    </a:cubicBezTo>
                    <a:lnTo>
                      <a:pt x="374" y="478"/>
                    </a:lnTo>
                    <a:cubicBezTo>
                      <a:pt x="253" y="418"/>
                      <a:pt x="127" y="366"/>
                      <a:pt x="1" y="321"/>
                    </a:cubicBezTo>
                    <a:lnTo>
                      <a:pt x="1" y="321"/>
                    </a:lnTo>
                    <a:cubicBezTo>
                      <a:pt x="126" y="403"/>
                      <a:pt x="255" y="478"/>
                      <a:pt x="394" y="551"/>
                    </a:cubicBezTo>
                    <a:lnTo>
                      <a:pt x="428" y="573"/>
                    </a:lnTo>
                    <a:lnTo>
                      <a:pt x="428" y="526"/>
                    </a:lnTo>
                    <a:cubicBezTo>
                      <a:pt x="425" y="434"/>
                      <a:pt x="422" y="353"/>
                      <a:pt x="409" y="261"/>
                    </a:cubicBezTo>
                    <a:cubicBezTo>
                      <a:pt x="406" y="221"/>
                      <a:pt x="403" y="170"/>
                      <a:pt x="394" y="132"/>
                    </a:cubicBezTo>
                    <a:cubicBezTo>
                      <a:pt x="387" y="92"/>
                      <a:pt x="378" y="44"/>
                      <a:pt x="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5088050" y="2030300"/>
                <a:ext cx="86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344" h="4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" y="91"/>
                      <a:pt x="92" y="173"/>
                      <a:pt x="151" y="255"/>
                    </a:cubicBezTo>
                    <a:cubicBezTo>
                      <a:pt x="208" y="337"/>
                      <a:pt x="271" y="412"/>
                      <a:pt x="343" y="478"/>
                    </a:cubicBezTo>
                    <a:cubicBezTo>
                      <a:pt x="299" y="390"/>
                      <a:pt x="252" y="302"/>
                      <a:pt x="192" y="224"/>
                    </a:cubicBezTo>
                    <a:cubicBezTo>
                      <a:pt x="133" y="142"/>
                      <a:pt x="73" y="6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5220075" y="2108450"/>
                <a:ext cx="122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79" extrusionOk="0">
                    <a:moveTo>
                      <a:pt x="491" y="1"/>
                    </a:moveTo>
                    <a:cubicBezTo>
                      <a:pt x="456" y="32"/>
                      <a:pt x="428" y="67"/>
                      <a:pt x="400" y="98"/>
                    </a:cubicBezTo>
                    <a:cubicBezTo>
                      <a:pt x="371" y="130"/>
                      <a:pt x="346" y="164"/>
                      <a:pt x="318" y="199"/>
                    </a:cubicBezTo>
                    <a:lnTo>
                      <a:pt x="193" y="373"/>
                    </a:lnTo>
                    <a:lnTo>
                      <a:pt x="193" y="373"/>
                    </a:lnTo>
                    <a:cubicBezTo>
                      <a:pt x="135" y="249"/>
                      <a:pt x="71" y="129"/>
                      <a:pt x="0" y="10"/>
                    </a:cubicBezTo>
                    <a:lnTo>
                      <a:pt x="0" y="10"/>
                    </a:lnTo>
                    <a:cubicBezTo>
                      <a:pt x="48" y="158"/>
                      <a:pt x="104" y="299"/>
                      <a:pt x="164" y="441"/>
                    </a:cubicBezTo>
                    <a:lnTo>
                      <a:pt x="183" y="479"/>
                    </a:lnTo>
                    <a:lnTo>
                      <a:pt x="211" y="444"/>
                    </a:lnTo>
                    <a:cubicBezTo>
                      <a:pt x="261" y="372"/>
                      <a:pt x="309" y="303"/>
                      <a:pt x="356" y="227"/>
                    </a:cubicBezTo>
                    <a:cubicBezTo>
                      <a:pt x="384" y="189"/>
                      <a:pt x="409" y="152"/>
                      <a:pt x="428" y="114"/>
                    </a:cubicBezTo>
                    <a:cubicBezTo>
                      <a:pt x="447" y="79"/>
                      <a:pt x="472" y="38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5088275" y="2159175"/>
                <a:ext cx="145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5829" y="805"/>
                    </a:lnTo>
                    <a:lnTo>
                      <a:pt x="58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52" name="Google Shape;152;p5"/>
          <p:cNvGrpSpPr/>
          <p:nvPr/>
        </p:nvGrpSpPr>
        <p:grpSpPr>
          <a:xfrm>
            <a:off x="8199067" y="3364579"/>
            <a:ext cx="1365469" cy="935075"/>
            <a:chOff x="4354825" y="2560575"/>
            <a:chExt cx="284900" cy="195100"/>
          </a:xfrm>
        </p:grpSpPr>
        <p:sp>
          <p:nvSpPr>
            <p:cNvPr id="153" name="Google Shape;153;p5"/>
            <p:cNvSpPr/>
            <p:nvPr/>
          </p:nvSpPr>
          <p:spPr>
            <a:xfrm>
              <a:off x="4354825" y="2560575"/>
              <a:ext cx="284900" cy="195100"/>
            </a:xfrm>
            <a:custGeom>
              <a:avLst/>
              <a:gdLst/>
              <a:ahLst/>
              <a:cxnLst/>
              <a:rect l="l" t="t" r="r" b="b"/>
              <a:pathLst>
                <a:path w="11396" h="7804" extrusionOk="0">
                  <a:moveTo>
                    <a:pt x="11304" y="89"/>
                  </a:moveTo>
                  <a:lnTo>
                    <a:pt x="11304" y="7713"/>
                  </a:lnTo>
                  <a:lnTo>
                    <a:pt x="91" y="7713"/>
                  </a:lnTo>
                  <a:lnTo>
                    <a:pt x="91" y="89"/>
                  </a:lnTo>
                  <a:close/>
                  <a:moveTo>
                    <a:pt x="0" y="1"/>
                  </a:moveTo>
                  <a:lnTo>
                    <a:pt x="0" y="7804"/>
                  </a:lnTo>
                  <a:lnTo>
                    <a:pt x="11395" y="7804"/>
                  </a:lnTo>
                  <a:lnTo>
                    <a:pt x="11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4366850" y="2568525"/>
              <a:ext cx="11275" cy="11175"/>
            </a:xfrm>
            <a:custGeom>
              <a:avLst/>
              <a:gdLst/>
              <a:ahLst/>
              <a:cxnLst/>
              <a:rect l="l" t="t" r="r" b="b"/>
              <a:pathLst>
                <a:path w="451" h="447" extrusionOk="0">
                  <a:moveTo>
                    <a:pt x="224" y="0"/>
                  </a:moveTo>
                  <a:cubicBezTo>
                    <a:pt x="101" y="0"/>
                    <a:pt x="0" y="101"/>
                    <a:pt x="0" y="224"/>
                  </a:cubicBezTo>
                  <a:cubicBezTo>
                    <a:pt x="0" y="346"/>
                    <a:pt x="98" y="447"/>
                    <a:pt x="224" y="447"/>
                  </a:cubicBezTo>
                  <a:cubicBezTo>
                    <a:pt x="350" y="447"/>
                    <a:pt x="450" y="349"/>
                    <a:pt x="450" y="224"/>
                  </a:cubicBezTo>
                  <a:cubicBezTo>
                    <a:pt x="450" y="101"/>
                    <a:pt x="350" y="0"/>
                    <a:pt x="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4389800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30" y="0"/>
                  </a:moveTo>
                  <a:cubicBezTo>
                    <a:pt x="105" y="0"/>
                    <a:pt x="1" y="101"/>
                    <a:pt x="1" y="224"/>
                  </a:cubicBezTo>
                  <a:cubicBezTo>
                    <a:pt x="1" y="346"/>
                    <a:pt x="105" y="447"/>
                    <a:pt x="230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6" y="0"/>
                    <a:pt x="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4412925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27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6"/>
                    <a:pt x="101" y="447"/>
                    <a:pt x="227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3" y="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4357100" y="2585200"/>
              <a:ext cx="282625" cy="2300"/>
            </a:xfrm>
            <a:custGeom>
              <a:avLst/>
              <a:gdLst/>
              <a:ahLst/>
              <a:cxnLst/>
              <a:rect l="l" t="t" r="r" b="b"/>
              <a:pathLst>
                <a:path w="11305" h="92" extrusionOk="0">
                  <a:moveTo>
                    <a:pt x="0" y="0"/>
                  </a:moveTo>
                  <a:lnTo>
                    <a:pt x="0" y="91"/>
                  </a:lnTo>
                  <a:lnTo>
                    <a:pt x="11304" y="91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8" name="Google Shape;158;p5"/>
          <p:cNvGrpSpPr/>
          <p:nvPr/>
        </p:nvGrpSpPr>
        <p:grpSpPr>
          <a:xfrm>
            <a:off x="77818" y="1333380"/>
            <a:ext cx="572425" cy="572716"/>
            <a:chOff x="4205500" y="2990700"/>
            <a:chExt cx="443499" cy="443725"/>
          </a:xfrm>
        </p:grpSpPr>
        <p:sp>
          <p:nvSpPr>
            <p:cNvPr id="159" name="Google Shape;159;p5"/>
            <p:cNvSpPr/>
            <p:nvPr/>
          </p:nvSpPr>
          <p:spPr>
            <a:xfrm>
              <a:off x="4246413" y="3406821"/>
              <a:ext cx="361746" cy="7072"/>
            </a:xfrm>
            <a:custGeom>
              <a:avLst/>
              <a:gdLst/>
              <a:ahLst/>
              <a:cxnLst/>
              <a:rect l="l" t="t" r="r" b="b"/>
              <a:pathLst>
                <a:path w="4757" h="93" extrusionOk="0">
                  <a:moveTo>
                    <a:pt x="0" y="1"/>
                  </a:moveTo>
                  <a:lnTo>
                    <a:pt x="0" y="92"/>
                  </a:lnTo>
                  <a:lnTo>
                    <a:pt x="180" y="92"/>
                  </a:lnTo>
                  <a:lnTo>
                    <a:pt x="180" y="1"/>
                  </a:lnTo>
                  <a:close/>
                  <a:moveTo>
                    <a:pt x="271" y="1"/>
                  </a:moveTo>
                  <a:lnTo>
                    <a:pt x="271" y="92"/>
                  </a:lnTo>
                  <a:lnTo>
                    <a:pt x="453" y="92"/>
                  </a:lnTo>
                  <a:lnTo>
                    <a:pt x="453" y="1"/>
                  </a:lnTo>
                  <a:close/>
                  <a:moveTo>
                    <a:pt x="538" y="1"/>
                  </a:moveTo>
                  <a:lnTo>
                    <a:pt x="538" y="92"/>
                  </a:lnTo>
                  <a:lnTo>
                    <a:pt x="721" y="92"/>
                  </a:lnTo>
                  <a:lnTo>
                    <a:pt x="721" y="1"/>
                  </a:lnTo>
                  <a:close/>
                  <a:moveTo>
                    <a:pt x="897" y="1"/>
                  </a:moveTo>
                  <a:lnTo>
                    <a:pt x="897" y="92"/>
                  </a:lnTo>
                  <a:lnTo>
                    <a:pt x="1076" y="92"/>
                  </a:lnTo>
                  <a:lnTo>
                    <a:pt x="1076" y="1"/>
                  </a:lnTo>
                  <a:close/>
                  <a:moveTo>
                    <a:pt x="1167" y="1"/>
                  </a:moveTo>
                  <a:lnTo>
                    <a:pt x="1167" y="92"/>
                  </a:lnTo>
                  <a:lnTo>
                    <a:pt x="1350" y="92"/>
                  </a:lnTo>
                  <a:lnTo>
                    <a:pt x="1350" y="1"/>
                  </a:lnTo>
                  <a:close/>
                  <a:moveTo>
                    <a:pt x="1435" y="1"/>
                  </a:moveTo>
                  <a:lnTo>
                    <a:pt x="1435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05" y="1"/>
                  </a:moveTo>
                  <a:lnTo>
                    <a:pt x="1705" y="92"/>
                  </a:lnTo>
                  <a:lnTo>
                    <a:pt x="1888" y="92"/>
                  </a:lnTo>
                  <a:lnTo>
                    <a:pt x="1888" y="1"/>
                  </a:lnTo>
                  <a:close/>
                  <a:moveTo>
                    <a:pt x="1972" y="1"/>
                  </a:moveTo>
                  <a:lnTo>
                    <a:pt x="1972" y="92"/>
                  </a:lnTo>
                  <a:lnTo>
                    <a:pt x="2155" y="92"/>
                  </a:lnTo>
                  <a:lnTo>
                    <a:pt x="2155" y="1"/>
                  </a:lnTo>
                  <a:close/>
                  <a:moveTo>
                    <a:pt x="2334" y="1"/>
                  </a:moveTo>
                  <a:lnTo>
                    <a:pt x="2334" y="92"/>
                  </a:lnTo>
                  <a:lnTo>
                    <a:pt x="2517" y="92"/>
                  </a:lnTo>
                  <a:lnTo>
                    <a:pt x="2517" y="1"/>
                  </a:lnTo>
                  <a:close/>
                  <a:moveTo>
                    <a:pt x="2602" y="1"/>
                  </a:moveTo>
                  <a:lnTo>
                    <a:pt x="2602" y="92"/>
                  </a:lnTo>
                  <a:lnTo>
                    <a:pt x="2784" y="92"/>
                  </a:lnTo>
                  <a:lnTo>
                    <a:pt x="2784" y="1"/>
                  </a:lnTo>
                  <a:close/>
                  <a:moveTo>
                    <a:pt x="2869" y="1"/>
                  </a:moveTo>
                  <a:lnTo>
                    <a:pt x="2869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139" y="1"/>
                  </a:moveTo>
                  <a:lnTo>
                    <a:pt x="3139" y="92"/>
                  </a:lnTo>
                  <a:lnTo>
                    <a:pt x="3322" y="92"/>
                  </a:lnTo>
                  <a:lnTo>
                    <a:pt x="3322" y="1"/>
                  </a:lnTo>
                  <a:close/>
                  <a:moveTo>
                    <a:pt x="3407" y="1"/>
                  </a:moveTo>
                  <a:lnTo>
                    <a:pt x="3407" y="92"/>
                  </a:lnTo>
                  <a:lnTo>
                    <a:pt x="3589" y="92"/>
                  </a:lnTo>
                  <a:lnTo>
                    <a:pt x="3589" y="1"/>
                  </a:lnTo>
                  <a:close/>
                  <a:moveTo>
                    <a:pt x="3768" y="1"/>
                  </a:moveTo>
                  <a:lnTo>
                    <a:pt x="3768" y="92"/>
                  </a:lnTo>
                  <a:lnTo>
                    <a:pt x="3951" y="92"/>
                  </a:lnTo>
                  <a:lnTo>
                    <a:pt x="3951" y="1"/>
                  </a:lnTo>
                  <a:close/>
                  <a:moveTo>
                    <a:pt x="4036" y="1"/>
                  </a:moveTo>
                  <a:lnTo>
                    <a:pt x="4036" y="92"/>
                  </a:lnTo>
                  <a:lnTo>
                    <a:pt x="4218" y="92"/>
                  </a:lnTo>
                  <a:lnTo>
                    <a:pt x="4218" y="1"/>
                  </a:lnTo>
                  <a:close/>
                  <a:moveTo>
                    <a:pt x="4306" y="1"/>
                  </a:moveTo>
                  <a:lnTo>
                    <a:pt x="4306" y="92"/>
                  </a:lnTo>
                  <a:lnTo>
                    <a:pt x="4486" y="92"/>
                  </a:lnTo>
                  <a:lnTo>
                    <a:pt x="4486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6" y="92"/>
                  </a:lnTo>
                  <a:lnTo>
                    <a:pt x="47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4226108" y="3031612"/>
              <a:ext cx="6996" cy="361442"/>
            </a:xfrm>
            <a:custGeom>
              <a:avLst/>
              <a:gdLst/>
              <a:ahLst/>
              <a:cxnLst/>
              <a:rect l="l" t="t" r="r" b="b"/>
              <a:pathLst>
                <a:path w="92" h="4753" extrusionOk="0">
                  <a:moveTo>
                    <a:pt x="0" y="0"/>
                  </a:moveTo>
                  <a:lnTo>
                    <a:pt x="0" y="182"/>
                  </a:lnTo>
                  <a:lnTo>
                    <a:pt x="91" y="182"/>
                  </a:lnTo>
                  <a:lnTo>
                    <a:pt x="91" y="0"/>
                  </a:lnTo>
                  <a:close/>
                  <a:moveTo>
                    <a:pt x="0" y="267"/>
                  </a:moveTo>
                  <a:lnTo>
                    <a:pt x="0" y="450"/>
                  </a:lnTo>
                  <a:lnTo>
                    <a:pt x="91" y="450"/>
                  </a:lnTo>
                  <a:lnTo>
                    <a:pt x="91" y="267"/>
                  </a:lnTo>
                  <a:close/>
                  <a:moveTo>
                    <a:pt x="0" y="538"/>
                  </a:moveTo>
                  <a:lnTo>
                    <a:pt x="0" y="720"/>
                  </a:lnTo>
                  <a:lnTo>
                    <a:pt x="91" y="720"/>
                  </a:lnTo>
                  <a:lnTo>
                    <a:pt x="91" y="538"/>
                  </a:lnTo>
                  <a:close/>
                  <a:moveTo>
                    <a:pt x="0" y="805"/>
                  </a:moveTo>
                  <a:lnTo>
                    <a:pt x="0" y="988"/>
                  </a:lnTo>
                  <a:lnTo>
                    <a:pt x="91" y="988"/>
                  </a:lnTo>
                  <a:lnTo>
                    <a:pt x="91" y="805"/>
                  </a:lnTo>
                  <a:close/>
                  <a:moveTo>
                    <a:pt x="0" y="1164"/>
                  </a:moveTo>
                  <a:lnTo>
                    <a:pt x="0" y="1346"/>
                  </a:lnTo>
                  <a:lnTo>
                    <a:pt x="91" y="1346"/>
                  </a:lnTo>
                  <a:lnTo>
                    <a:pt x="91" y="1164"/>
                  </a:lnTo>
                  <a:close/>
                  <a:moveTo>
                    <a:pt x="0" y="1434"/>
                  </a:moveTo>
                  <a:lnTo>
                    <a:pt x="0" y="1617"/>
                  </a:lnTo>
                  <a:lnTo>
                    <a:pt x="91" y="1617"/>
                  </a:lnTo>
                  <a:lnTo>
                    <a:pt x="91" y="1434"/>
                  </a:lnTo>
                  <a:close/>
                  <a:moveTo>
                    <a:pt x="0" y="1702"/>
                  </a:moveTo>
                  <a:lnTo>
                    <a:pt x="0" y="1884"/>
                  </a:lnTo>
                  <a:lnTo>
                    <a:pt x="91" y="1884"/>
                  </a:lnTo>
                  <a:lnTo>
                    <a:pt x="91" y="1702"/>
                  </a:lnTo>
                  <a:close/>
                  <a:moveTo>
                    <a:pt x="0" y="1975"/>
                  </a:moveTo>
                  <a:lnTo>
                    <a:pt x="0" y="2154"/>
                  </a:lnTo>
                  <a:lnTo>
                    <a:pt x="91" y="2154"/>
                  </a:lnTo>
                  <a:lnTo>
                    <a:pt x="91" y="1975"/>
                  </a:lnTo>
                  <a:close/>
                  <a:moveTo>
                    <a:pt x="0" y="2243"/>
                  </a:moveTo>
                  <a:lnTo>
                    <a:pt x="0" y="2422"/>
                  </a:lnTo>
                  <a:lnTo>
                    <a:pt x="91" y="2422"/>
                  </a:lnTo>
                  <a:lnTo>
                    <a:pt x="91" y="2243"/>
                  </a:lnTo>
                  <a:close/>
                  <a:moveTo>
                    <a:pt x="0" y="2598"/>
                  </a:moveTo>
                  <a:lnTo>
                    <a:pt x="0" y="2780"/>
                  </a:lnTo>
                  <a:lnTo>
                    <a:pt x="91" y="2780"/>
                  </a:lnTo>
                  <a:lnTo>
                    <a:pt x="91" y="2598"/>
                  </a:lnTo>
                  <a:close/>
                  <a:moveTo>
                    <a:pt x="0" y="2872"/>
                  </a:moveTo>
                  <a:lnTo>
                    <a:pt x="0" y="3051"/>
                  </a:lnTo>
                  <a:lnTo>
                    <a:pt x="91" y="3051"/>
                  </a:lnTo>
                  <a:lnTo>
                    <a:pt x="91" y="2872"/>
                  </a:lnTo>
                  <a:close/>
                  <a:moveTo>
                    <a:pt x="0" y="3139"/>
                  </a:moveTo>
                  <a:lnTo>
                    <a:pt x="0" y="3318"/>
                  </a:lnTo>
                  <a:lnTo>
                    <a:pt x="91" y="3318"/>
                  </a:lnTo>
                  <a:lnTo>
                    <a:pt x="91" y="3139"/>
                  </a:lnTo>
                  <a:close/>
                  <a:moveTo>
                    <a:pt x="0" y="3409"/>
                  </a:moveTo>
                  <a:lnTo>
                    <a:pt x="0" y="3589"/>
                  </a:lnTo>
                  <a:lnTo>
                    <a:pt x="91" y="3589"/>
                  </a:lnTo>
                  <a:lnTo>
                    <a:pt x="91" y="3409"/>
                  </a:lnTo>
                  <a:close/>
                  <a:moveTo>
                    <a:pt x="0" y="3677"/>
                  </a:moveTo>
                  <a:lnTo>
                    <a:pt x="0" y="3856"/>
                  </a:lnTo>
                  <a:lnTo>
                    <a:pt x="91" y="3856"/>
                  </a:lnTo>
                  <a:lnTo>
                    <a:pt x="91" y="3677"/>
                  </a:lnTo>
                  <a:close/>
                  <a:moveTo>
                    <a:pt x="0" y="4035"/>
                  </a:moveTo>
                  <a:lnTo>
                    <a:pt x="0" y="4215"/>
                  </a:lnTo>
                  <a:lnTo>
                    <a:pt x="91" y="4215"/>
                  </a:lnTo>
                  <a:lnTo>
                    <a:pt x="91" y="4035"/>
                  </a:lnTo>
                  <a:close/>
                  <a:moveTo>
                    <a:pt x="0" y="4306"/>
                  </a:moveTo>
                  <a:lnTo>
                    <a:pt x="0" y="4485"/>
                  </a:lnTo>
                  <a:lnTo>
                    <a:pt x="91" y="4485"/>
                  </a:lnTo>
                  <a:lnTo>
                    <a:pt x="91" y="4306"/>
                  </a:lnTo>
                  <a:close/>
                  <a:moveTo>
                    <a:pt x="0" y="4573"/>
                  </a:moveTo>
                  <a:lnTo>
                    <a:pt x="0" y="4752"/>
                  </a:lnTo>
                  <a:lnTo>
                    <a:pt x="91" y="4752"/>
                  </a:lnTo>
                  <a:lnTo>
                    <a:pt x="91" y="45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4246413" y="3011004"/>
              <a:ext cx="361746" cy="6996"/>
            </a:xfrm>
            <a:custGeom>
              <a:avLst/>
              <a:gdLst/>
              <a:ahLst/>
              <a:cxnLst/>
              <a:rect l="l" t="t" r="r" b="b"/>
              <a:pathLst>
                <a:path w="4757" h="92" extrusionOk="0">
                  <a:moveTo>
                    <a:pt x="0" y="1"/>
                  </a:moveTo>
                  <a:lnTo>
                    <a:pt x="0" y="92"/>
                  </a:lnTo>
                  <a:lnTo>
                    <a:pt x="180" y="92"/>
                  </a:lnTo>
                  <a:lnTo>
                    <a:pt x="180" y="1"/>
                  </a:lnTo>
                  <a:close/>
                  <a:moveTo>
                    <a:pt x="271" y="1"/>
                  </a:moveTo>
                  <a:lnTo>
                    <a:pt x="271" y="92"/>
                  </a:lnTo>
                  <a:lnTo>
                    <a:pt x="453" y="92"/>
                  </a:lnTo>
                  <a:lnTo>
                    <a:pt x="453" y="1"/>
                  </a:lnTo>
                  <a:close/>
                  <a:moveTo>
                    <a:pt x="538" y="1"/>
                  </a:moveTo>
                  <a:lnTo>
                    <a:pt x="538" y="92"/>
                  </a:lnTo>
                  <a:lnTo>
                    <a:pt x="721" y="92"/>
                  </a:lnTo>
                  <a:lnTo>
                    <a:pt x="721" y="1"/>
                  </a:lnTo>
                  <a:close/>
                  <a:moveTo>
                    <a:pt x="897" y="1"/>
                  </a:moveTo>
                  <a:lnTo>
                    <a:pt x="897" y="92"/>
                  </a:lnTo>
                  <a:lnTo>
                    <a:pt x="1076" y="92"/>
                  </a:lnTo>
                  <a:lnTo>
                    <a:pt x="1076" y="1"/>
                  </a:lnTo>
                  <a:close/>
                  <a:moveTo>
                    <a:pt x="1167" y="1"/>
                  </a:moveTo>
                  <a:lnTo>
                    <a:pt x="1167" y="92"/>
                  </a:lnTo>
                  <a:lnTo>
                    <a:pt x="1350" y="92"/>
                  </a:lnTo>
                  <a:lnTo>
                    <a:pt x="1350" y="1"/>
                  </a:lnTo>
                  <a:close/>
                  <a:moveTo>
                    <a:pt x="1435" y="1"/>
                  </a:moveTo>
                  <a:lnTo>
                    <a:pt x="1435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05" y="1"/>
                  </a:moveTo>
                  <a:lnTo>
                    <a:pt x="1705" y="92"/>
                  </a:lnTo>
                  <a:lnTo>
                    <a:pt x="1888" y="92"/>
                  </a:lnTo>
                  <a:lnTo>
                    <a:pt x="1888" y="1"/>
                  </a:lnTo>
                  <a:close/>
                  <a:moveTo>
                    <a:pt x="1972" y="1"/>
                  </a:moveTo>
                  <a:lnTo>
                    <a:pt x="1972" y="92"/>
                  </a:lnTo>
                  <a:lnTo>
                    <a:pt x="2155" y="92"/>
                  </a:lnTo>
                  <a:lnTo>
                    <a:pt x="2155" y="1"/>
                  </a:lnTo>
                  <a:close/>
                  <a:moveTo>
                    <a:pt x="2334" y="1"/>
                  </a:moveTo>
                  <a:lnTo>
                    <a:pt x="2334" y="92"/>
                  </a:lnTo>
                  <a:lnTo>
                    <a:pt x="2517" y="92"/>
                  </a:lnTo>
                  <a:lnTo>
                    <a:pt x="2517" y="1"/>
                  </a:lnTo>
                  <a:close/>
                  <a:moveTo>
                    <a:pt x="2602" y="1"/>
                  </a:moveTo>
                  <a:lnTo>
                    <a:pt x="2602" y="92"/>
                  </a:lnTo>
                  <a:lnTo>
                    <a:pt x="2784" y="92"/>
                  </a:lnTo>
                  <a:lnTo>
                    <a:pt x="2784" y="1"/>
                  </a:lnTo>
                  <a:close/>
                  <a:moveTo>
                    <a:pt x="2869" y="1"/>
                  </a:moveTo>
                  <a:lnTo>
                    <a:pt x="2869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139" y="1"/>
                  </a:moveTo>
                  <a:lnTo>
                    <a:pt x="3139" y="92"/>
                  </a:lnTo>
                  <a:lnTo>
                    <a:pt x="3322" y="92"/>
                  </a:lnTo>
                  <a:lnTo>
                    <a:pt x="3322" y="1"/>
                  </a:lnTo>
                  <a:close/>
                  <a:moveTo>
                    <a:pt x="3407" y="1"/>
                  </a:moveTo>
                  <a:lnTo>
                    <a:pt x="3407" y="92"/>
                  </a:lnTo>
                  <a:lnTo>
                    <a:pt x="3589" y="92"/>
                  </a:lnTo>
                  <a:lnTo>
                    <a:pt x="3589" y="1"/>
                  </a:lnTo>
                  <a:close/>
                  <a:moveTo>
                    <a:pt x="3768" y="1"/>
                  </a:moveTo>
                  <a:lnTo>
                    <a:pt x="3768" y="92"/>
                  </a:lnTo>
                  <a:lnTo>
                    <a:pt x="3951" y="92"/>
                  </a:lnTo>
                  <a:lnTo>
                    <a:pt x="3951" y="1"/>
                  </a:lnTo>
                  <a:close/>
                  <a:moveTo>
                    <a:pt x="4036" y="1"/>
                  </a:moveTo>
                  <a:lnTo>
                    <a:pt x="4036" y="92"/>
                  </a:lnTo>
                  <a:lnTo>
                    <a:pt x="4218" y="92"/>
                  </a:lnTo>
                  <a:lnTo>
                    <a:pt x="4218" y="1"/>
                  </a:lnTo>
                  <a:close/>
                  <a:moveTo>
                    <a:pt x="4306" y="1"/>
                  </a:moveTo>
                  <a:lnTo>
                    <a:pt x="4306" y="92"/>
                  </a:lnTo>
                  <a:lnTo>
                    <a:pt x="4486" y="92"/>
                  </a:lnTo>
                  <a:lnTo>
                    <a:pt x="4486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6" y="92"/>
                  </a:lnTo>
                  <a:lnTo>
                    <a:pt x="47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4621700" y="3031612"/>
              <a:ext cx="6768" cy="361442"/>
            </a:xfrm>
            <a:custGeom>
              <a:avLst/>
              <a:gdLst/>
              <a:ahLst/>
              <a:cxnLst/>
              <a:rect l="l" t="t" r="r" b="b"/>
              <a:pathLst>
                <a:path w="89" h="4753" extrusionOk="0">
                  <a:moveTo>
                    <a:pt x="0" y="0"/>
                  </a:moveTo>
                  <a:lnTo>
                    <a:pt x="0" y="182"/>
                  </a:lnTo>
                  <a:lnTo>
                    <a:pt x="88" y="182"/>
                  </a:lnTo>
                  <a:lnTo>
                    <a:pt x="88" y="0"/>
                  </a:lnTo>
                  <a:close/>
                  <a:moveTo>
                    <a:pt x="0" y="267"/>
                  </a:moveTo>
                  <a:lnTo>
                    <a:pt x="0" y="450"/>
                  </a:lnTo>
                  <a:lnTo>
                    <a:pt x="88" y="450"/>
                  </a:lnTo>
                  <a:lnTo>
                    <a:pt x="88" y="267"/>
                  </a:lnTo>
                  <a:close/>
                  <a:moveTo>
                    <a:pt x="0" y="538"/>
                  </a:moveTo>
                  <a:lnTo>
                    <a:pt x="0" y="720"/>
                  </a:lnTo>
                  <a:lnTo>
                    <a:pt x="88" y="720"/>
                  </a:lnTo>
                  <a:lnTo>
                    <a:pt x="88" y="538"/>
                  </a:lnTo>
                  <a:close/>
                  <a:moveTo>
                    <a:pt x="0" y="805"/>
                  </a:moveTo>
                  <a:lnTo>
                    <a:pt x="0" y="988"/>
                  </a:lnTo>
                  <a:lnTo>
                    <a:pt x="88" y="988"/>
                  </a:lnTo>
                  <a:lnTo>
                    <a:pt x="88" y="805"/>
                  </a:lnTo>
                  <a:close/>
                  <a:moveTo>
                    <a:pt x="0" y="1164"/>
                  </a:moveTo>
                  <a:lnTo>
                    <a:pt x="0" y="1346"/>
                  </a:lnTo>
                  <a:lnTo>
                    <a:pt x="88" y="1346"/>
                  </a:lnTo>
                  <a:lnTo>
                    <a:pt x="88" y="1164"/>
                  </a:lnTo>
                  <a:close/>
                  <a:moveTo>
                    <a:pt x="0" y="1434"/>
                  </a:moveTo>
                  <a:lnTo>
                    <a:pt x="0" y="1617"/>
                  </a:lnTo>
                  <a:lnTo>
                    <a:pt x="88" y="1617"/>
                  </a:lnTo>
                  <a:lnTo>
                    <a:pt x="88" y="1434"/>
                  </a:lnTo>
                  <a:close/>
                  <a:moveTo>
                    <a:pt x="0" y="1702"/>
                  </a:moveTo>
                  <a:lnTo>
                    <a:pt x="0" y="1884"/>
                  </a:lnTo>
                  <a:lnTo>
                    <a:pt x="88" y="1884"/>
                  </a:lnTo>
                  <a:lnTo>
                    <a:pt x="88" y="1702"/>
                  </a:lnTo>
                  <a:close/>
                  <a:moveTo>
                    <a:pt x="0" y="1975"/>
                  </a:moveTo>
                  <a:lnTo>
                    <a:pt x="0" y="2154"/>
                  </a:lnTo>
                  <a:lnTo>
                    <a:pt x="88" y="2154"/>
                  </a:lnTo>
                  <a:lnTo>
                    <a:pt x="88" y="1975"/>
                  </a:lnTo>
                  <a:close/>
                  <a:moveTo>
                    <a:pt x="0" y="2243"/>
                  </a:moveTo>
                  <a:lnTo>
                    <a:pt x="0" y="2422"/>
                  </a:lnTo>
                  <a:lnTo>
                    <a:pt x="88" y="2422"/>
                  </a:lnTo>
                  <a:lnTo>
                    <a:pt x="88" y="2243"/>
                  </a:lnTo>
                  <a:close/>
                  <a:moveTo>
                    <a:pt x="0" y="2598"/>
                  </a:moveTo>
                  <a:lnTo>
                    <a:pt x="0" y="2780"/>
                  </a:lnTo>
                  <a:lnTo>
                    <a:pt x="88" y="2780"/>
                  </a:lnTo>
                  <a:lnTo>
                    <a:pt x="88" y="2598"/>
                  </a:lnTo>
                  <a:close/>
                  <a:moveTo>
                    <a:pt x="0" y="2872"/>
                  </a:moveTo>
                  <a:lnTo>
                    <a:pt x="0" y="3051"/>
                  </a:lnTo>
                  <a:lnTo>
                    <a:pt x="88" y="3051"/>
                  </a:lnTo>
                  <a:lnTo>
                    <a:pt x="88" y="2872"/>
                  </a:lnTo>
                  <a:close/>
                  <a:moveTo>
                    <a:pt x="0" y="3139"/>
                  </a:moveTo>
                  <a:lnTo>
                    <a:pt x="0" y="3318"/>
                  </a:lnTo>
                  <a:lnTo>
                    <a:pt x="88" y="3318"/>
                  </a:lnTo>
                  <a:lnTo>
                    <a:pt x="88" y="3139"/>
                  </a:lnTo>
                  <a:close/>
                  <a:moveTo>
                    <a:pt x="0" y="3409"/>
                  </a:moveTo>
                  <a:lnTo>
                    <a:pt x="0" y="3589"/>
                  </a:lnTo>
                  <a:lnTo>
                    <a:pt x="88" y="3589"/>
                  </a:lnTo>
                  <a:lnTo>
                    <a:pt x="88" y="3409"/>
                  </a:lnTo>
                  <a:close/>
                  <a:moveTo>
                    <a:pt x="0" y="3677"/>
                  </a:moveTo>
                  <a:lnTo>
                    <a:pt x="0" y="3856"/>
                  </a:lnTo>
                  <a:lnTo>
                    <a:pt x="88" y="3856"/>
                  </a:lnTo>
                  <a:lnTo>
                    <a:pt x="88" y="3677"/>
                  </a:lnTo>
                  <a:close/>
                  <a:moveTo>
                    <a:pt x="0" y="4035"/>
                  </a:moveTo>
                  <a:lnTo>
                    <a:pt x="0" y="4215"/>
                  </a:lnTo>
                  <a:lnTo>
                    <a:pt x="88" y="4215"/>
                  </a:lnTo>
                  <a:lnTo>
                    <a:pt x="88" y="4035"/>
                  </a:lnTo>
                  <a:close/>
                  <a:moveTo>
                    <a:pt x="0" y="4306"/>
                  </a:moveTo>
                  <a:lnTo>
                    <a:pt x="0" y="4485"/>
                  </a:lnTo>
                  <a:lnTo>
                    <a:pt x="88" y="4485"/>
                  </a:lnTo>
                  <a:lnTo>
                    <a:pt x="88" y="4306"/>
                  </a:lnTo>
                  <a:close/>
                  <a:moveTo>
                    <a:pt x="0" y="4573"/>
                  </a:moveTo>
                  <a:lnTo>
                    <a:pt x="0" y="4752"/>
                  </a:lnTo>
                  <a:lnTo>
                    <a:pt x="88" y="4752"/>
                  </a:lnTo>
                  <a:lnTo>
                    <a:pt x="88" y="45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63" name="Google Shape;163;p5"/>
            <p:cNvGrpSpPr/>
            <p:nvPr/>
          </p:nvGrpSpPr>
          <p:grpSpPr>
            <a:xfrm>
              <a:off x="4205728" y="2990700"/>
              <a:ext cx="443271" cy="443725"/>
              <a:chOff x="4205728" y="2990700"/>
              <a:chExt cx="443271" cy="443725"/>
            </a:xfrm>
          </p:grpSpPr>
          <p:sp>
            <p:nvSpPr>
              <p:cNvPr id="164" name="Google Shape;164;p5"/>
              <p:cNvSpPr/>
              <p:nvPr/>
            </p:nvSpPr>
            <p:spPr>
              <a:xfrm>
                <a:off x="4205728" y="3386516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4205728" y="3188494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4205728" y="2990700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4601091" y="3386516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4601091" y="3188494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4601091" y="2990700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4403296" y="2990700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4403296" y="3386516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72" name="Google Shape;172;p5"/>
            <p:cNvSpPr/>
            <p:nvPr/>
          </p:nvSpPr>
          <p:spPr>
            <a:xfrm>
              <a:off x="4205500" y="3379368"/>
              <a:ext cx="54600" cy="54828"/>
            </a:xfrm>
            <a:custGeom>
              <a:avLst/>
              <a:gdLst/>
              <a:ahLst/>
              <a:cxnLst/>
              <a:rect l="l" t="t" r="r" b="b"/>
              <a:pathLst>
                <a:path w="718" h="721" extrusionOk="0">
                  <a:moveTo>
                    <a:pt x="633" y="91"/>
                  </a:moveTo>
                  <a:lnTo>
                    <a:pt x="633" y="629"/>
                  </a:lnTo>
                  <a:lnTo>
                    <a:pt x="89" y="629"/>
                  </a:lnTo>
                  <a:lnTo>
                    <a:pt x="95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18" y="72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4205500" y="3181802"/>
              <a:ext cx="54600" cy="54600"/>
            </a:xfrm>
            <a:custGeom>
              <a:avLst/>
              <a:gdLst/>
              <a:ahLst/>
              <a:cxnLst/>
              <a:rect l="l" t="t" r="r" b="b"/>
              <a:pathLst>
                <a:path w="718" h="718" extrusionOk="0">
                  <a:moveTo>
                    <a:pt x="633" y="88"/>
                  </a:moveTo>
                  <a:lnTo>
                    <a:pt x="633" y="629"/>
                  </a:lnTo>
                  <a:lnTo>
                    <a:pt x="89" y="629"/>
                  </a:lnTo>
                  <a:lnTo>
                    <a:pt x="95" y="88"/>
                  </a:lnTo>
                  <a:close/>
                  <a:moveTo>
                    <a:pt x="1" y="0"/>
                  </a:moveTo>
                  <a:lnTo>
                    <a:pt x="1" y="717"/>
                  </a:lnTo>
                  <a:lnTo>
                    <a:pt x="718" y="717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4205500" y="2990700"/>
              <a:ext cx="54600" cy="54828"/>
            </a:xfrm>
            <a:custGeom>
              <a:avLst/>
              <a:gdLst/>
              <a:ahLst/>
              <a:cxnLst/>
              <a:rect l="l" t="t" r="r" b="b"/>
              <a:pathLst>
                <a:path w="718" h="721" extrusionOk="0">
                  <a:moveTo>
                    <a:pt x="633" y="91"/>
                  </a:moveTo>
                  <a:lnTo>
                    <a:pt x="633" y="629"/>
                  </a:lnTo>
                  <a:lnTo>
                    <a:pt x="89" y="629"/>
                  </a:lnTo>
                  <a:lnTo>
                    <a:pt x="95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18" y="72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4594399" y="3379368"/>
              <a:ext cx="54600" cy="54828"/>
            </a:xfrm>
            <a:custGeom>
              <a:avLst/>
              <a:gdLst/>
              <a:ahLst/>
              <a:cxnLst/>
              <a:rect l="l" t="t" r="r" b="b"/>
              <a:pathLst>
                <a:path w="718" h="721" extrusionOk="0">
                  <a:moveTo>
                    <a:pt x="630" y="91"/>
                  </a:moveTo>
                  <a:lnTo>
                    <a:pt x="630" y="629"/>
                  </a:lnTo>
                  <a:lnTo>
                    <a:pt x="89" y="629"/>
                  </a:lnTo>
                  <a:lnTo>
                    <a:pt x="89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18" y="72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4594399" y="3181802"/>
              <a:ext cx="54600" cy="54600"/>
            </a:xfrm>
            <a:custGeom>
              <a:avLst/>
              <a:gdLst/>
              <a:ahLst/>
              <a:cxnLst/>
              <a:rect l="l" t="t" r="r" b="b"/>
              <a:pathLst>
                <a:path w="718" h="718" extrusionOk="0">
                  <a:moveTo>
                    <a:pt x="630" y="88"/>
                  </a:moveTo>
                  <a:lnTo>
                    <a:pt x="630" y="629"/>
                  </a:lnTo>
                  <a:lnTo>
                    <a:pt x="89" y="629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717"/>
                  </a:lnTo>
                  <a:lnTo>
                    <a:pt x="718" y="717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4594399" y="2990700"/>
              <a:ext cx="54600" cy="54828"/>
            </a:xfrm>
            <a:custGeom>
              <a:avLst/>
              <a:gdLst/>
              <a:ahLst/>
              <a:cxnLst/>
              <a:rect l="l" t="t" r="r" b="b"/>
              <a:pathLst>
                <a:path w="718" h="721" extrusionOk="0">
                  <a:moveTo>
                    <a:pt x="630" y="91"/>
                  </a:moveTo>
                  <a:lnTo>
                    <a:pt x="630" y="629"/>
                  </a:lnTo>
                  <a:lnTo>
                    <a:pt x="89" y="629"/>
                  </a:lnTo>
                  <a:lnTo>
                    <a:pt x="89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18" y="72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4403296" y="2990700"/>
              <a:ext cx="54828" cy="54828"/>
            </a:xfrm>
            <a:custGeom>
              <a:avLst/>
              <a:gdLst/>
              <a:ahLst/>
              <a:cxnLst/>
              <a:rect l="l" t="t" r="r" b="b"/>
              <a:pathLst>
                <a:path w="721" h="721" extrusionOk="0">
                  <a:moveTo>
                    <a:pt x="630" y="91"/>
                  </a:moveTo>
                  <a:lnTo>
                    <a:pt x="630" y="629"/>
                  </a:lnTo>
                  <a:lnTo>
                    <a:pt x="92" y="629"/>
                  </a:lnTo>
                  <a:lnTo>
                    <a:pt x="92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21" y="72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4403296" y="3379368"/>
              <a:ext cx="54828" cy="54828"/>
            </a:xfrm>
            <a:custGeom>
              <a:avLst/>
              <a:gdLst/>
              <a:ahLst/>
              <a:cxnLst/>
              <a:rect l="l" t="t" r="r" b="b"/>
              <a:pathLst>
                <a:path w="721" h="721" extrusionOk="0">
                  <a:moveTo>
                    <a:pt x="630" y="91"/>
                  </a:moveTo>
                  <a:lnTo>
                    <a:pt x="630" y="629"/>
                  </a:lnTo>
                  <a:lnTo>
                    <a:pt x="92" y="629"/>
                  </a:lnTo>
                  <a:lnTo>
                    <a:pt x="92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21" y="72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0" name="Google Shape;180;p5"/>
          <p:cNvGrpSpPr/>
          <p:nvPr/>
        </p:nvGrpSpPr>
        <p:grpSpPr>
          <a:xfrm>
            <a:off x="8122543" y="599922"/>
            <a:ext cx="1211622" cy="1306172"/>
            <a:chOff x="9061756" y="762019"/>
            <a:chExt cx="1243582" cy="1340626"/>
          </a:xfrm>
        </p:grpSpPr>
        <p:sp>
          <p:nvSpPr>
            <p:cNvPr id="181" name="Google Shape;181;p5"/>
            <p:cNvSpPr/>
            <p:nvPr/>
          </p:nvSpPr>
          <p:spPr>
            <a:xfrm rot="1302542" flipH="1">
              <a:off x="9231094" y="895104"/>
              <a:ext cx="902000" cy="1074258"/>
            </a:xfrm>
            <a:custGeom>
              <a:avLst/>
              <a:gdLst/>
              <a:ahLst/>
              <a:cxnLst/>
              <a:rect l="l" t="t" r="r" b="b"/>
              <a:pathLst>
                <a:path w="9106" h="10845" extrusionOk="0">
                  <a:moveTo>
                    <a:pt x="3228" y="0"/>
                  </a:moveTo>
                  <a:lnTo>
                    <a:pt x="1" y="8329"/>
                  </a:lnTo>
                  <a:lnTo>
                    <a:pt x="6489" y="10845"/>
                  </a:lnTo>
                  <a:lnTo>
                    <a:pt x="9106" y="4098"/>
                  </a:lnTo>
                  <a:lnTo>
                    <a:pt x="8046" y="1865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5"/>
            <p:cNvSpPr/>
            <p:nvPr/>
          </p:nvSpPr>
          <p:spPr>
            <a:xfrm rot="1302542" flipH="1">
              <a:off x="9229575" y="891587"/>
              <a:ext cx="907944" cy="1081489"/>
            </a:xfrm>
            <a:custGeom>
              <a:avLst/>
              <a:gdLst/>
              <a:ahLst/>
              <a:cxnLst/>
              <a:rect l="l" t="t" r="r" b="b"/>
              <a:pathLst>
                <a:path w="9166" h="10918" extrusionOk="0">
                  <a:moveTo>
                    <a:pt x="3246" y="0"/>
                  </a:moveTo>
                  <a:lnTo>
                    <a:pt x="3196" y="129"/>
                  </a:lnTo>
                  <a:lnTo>
                    <a:pt x="3259" y="154"/>
                  </a:lnTo>
                  <a:lnTo>
                    <a:pt x="3287" y="91"/>
                  </a:lnTo>
                  <a:lnTo>
                    <a:pt x="3322" y="104"/>
                  </a:lnTo>
                  <a:lnTo>
                    <a:pt x="3347" y="41"/>
                  </a:lnTo>
                  <a:lnTo>
                    <a:pt x="3246" y="0"/>
                  </a:lnTo>
                  <a:close/>
                  <a:moveTo>
                    <a:pt x="3514" y="101"/>
                  </a:moveTo>
                  <a:lnTo>
                    <a:pt x="3492" y="167"/>
                  </a:lnTo>
                  <a:lnTo>
                    <a:pt x="3662" y="230"/>
                  </a:lnTo>
                  <a:lnTo>
                    <a:pt x="3684" y="167"/>
                  </a:lnTo>
                  <a:lnTo>
                    <a:pt x="3514" y="101"/>
                  </a:lnTo>
                  <a:close/>
                  <a:moveTo>
                    <a:pt x="3850" y="227"/>
                  </a:moveTo>
                  <a:lnTo>
                    <a:pt x="3825" y="293"/>
                  </a:lnTo>
                  <a:lnTo>
                    <a:pt x="3995" y="356"/>
                  </a:lnTo>
                  <a:lnTo>
                    <a:pt x="4017" y="293"/>
                  </a:lnTo>
                  <a:lnTo>
                    <a:pt x="3850" y="227"/>
                  </a:lnTo>
                  <a:close/>
                  <a:moveTo>
                    <a:pt x="3133" y="293"/>
                  </a:moveTo>
                  <a:lnTo>
                    <a:pt x="3070" y="459"/>
                  </a:lnTo>
                  <a:lnTo>
                    <a:pt x="3133" y="484"/>
                  </a:lnTo>
                  <a:lnTo>
                    <a:pt x="3196" y="315"/>
                  </a:lnTo>
                  <a:lnTo>
                    <a:pt x="3133" y="293"/>
                  </a:lnTo>
                  <a:close/>
                  <a:moveTo>
                    <a:pt x="4184" y="359"/>
                  </a:moveTo>
                  <a:lnTo>
                    <a:pt x="4159" y="422"/>
                  </a:lnTo>
                  <a:lnTo>
                    <a:pt x="4328" y="484"/>
                  </a:lnTo>
                  <a:lnTo>
                    <a:pt x="4354" y="422"/>
                  </a:lnTo>
                  <a:lnTo>
                    <a:pt x="4184" y="359"/>
                  </a:lnTo>
                  <a:close/>
                  <a:moveTo>
                    <a:pt x="4517" y="488"/>
                  </a:moveTo>
                  <a:lnTo>
                    <a:pt x="4495" y="551"/>
                  </a:lnTo>
                  <a:lnTo>
                    <a:pt x="4662" y="613"/>
                  </a:lnTo>
                  <a:lnTo>
                    <a:pt x="4687" y="551"/>
                  </a:lnTo>
                  <a:lnTo>
                    <a:pt x="4517" y="488"/>
                  </a:lnTo>
                  <a:close/>
                  <a:moveTo>
                    <a:pt x="4857" y="617"/>
                  </a:moveTo>
                  <a:lnTo>
                    <a:pt x="4832" y="679"/>
                  </a:lnTo>
                  <a:lnTo>
                    <a:pt x="5001" y="742"/>
                  </a:lnTo>
                  <a:lnTo>
                    <a:pt x="5023" y="679"/>
                  </a:lnTo>
                  <a:lnTo>
                    <a:pt x="4857" y="617"/>
                  </a:lnTo>
                  <a:close/>
                  <a:moveTo>
                    <a:pt x="3004" y="626"/>
                  </a:moveTo>
                  <a:lnTo>
                    <a:pt x="2941" y="796"/>
                  </a:lnTo>
                  <a:lnTo>
                    <a:pt x="3004" y="818"/>
                  </a:lnTo>
                  <a:lnTo>
                    <a:pt x="3067" y="648"/>
                  </a:lnTo>
                  <a:lnTo>
                    <a:pt x="3004" y="626"/>
                  </a:lnTo>
                  <a:close/>
                  <a:moveTo>
                    <a:pt x="5190" y="746"/>
                  </a:moveTo>
                  <a:lnTo>
                    <a:pt x="5165" y="808"/>
                  </a:lnTo>
                  <a:lnTo>
                    <a:pt x="5335" y="875"/>
                  </a:lnTo>
                  <a:lnTo>
                    <a:pt x="5357" y="808"/>
                  </a:lnTo>
                  <a:lnTo>
                    <a:pt x="5190" y="746"/>
                  </a:lnTo>
                  <a:close/>
                  <a:moveTo>
                    <a:pt x="5524" y="875"/>
                  </a:moveTo>
                  <a:lnTo>
                    <a:pt x="5502" y="937"/>
                  </a:lnTo>
                  <a:lnTo>
                    <a:pt x="5668" y="1003"/>
                  </a:lnTo>
                  <a:lnTo>
                    <a:pt x="5693" y="937"/>
                  </a:lnTo>
                  <a:lnTo>
                    <a:pt x="5524" y="875"/>
                  </a:lnTo>
                  <a:close/>
                  <a:moveTo>
                    <a:pt x="5863" y="1010"/>
                  </a:moveTo>
                  <a:lnTo>
                    <a:pt x="5838" y="1073"/>
                  </a:lnTo>
                  <a:lnTo>
                    <a:pt x="6008" y="1136"/>
                  </a:lnTo>
                  <a:lnTo>
                    <a:pt x="6030" y="1073"/>
                  </a:lnTo>
                  <a:lnTo>
                    <a:pt x="5863" y="1010"/>
                  </a:lnTo>
                  <a:close/>
                  <a:moveTo>
                    <a:pt x="2878" y="963"/>
                  </a:moveTo>
                  <a:lnTo>
                    <a:pt x="2816" y="1132"/>
                  </a:lnTo>
                  <a:lnTo>
                    <a:pt x="2878" y="1158"/>
                  </a:lnTo>
                  <a:lnTo>
                    <a:pt x="2941" y="988"/>
                  </a:lnTo>
                  <a:lnTo>
                    <a:pt x="2878" y="963"/>
                  </a:lnTo>
                  <a:close/>
                  <a:moveTo>
                    <a:pt x="6197" y="1136"/>
                  </a:moveTo>
                  <a:lnTo>
                    <a:pt x="6171" y="1198"/>
                  </a:lnTo>
                  <a:lnTo>
                    <a:pt x="6341" y="1268"/>
                  </a:lnTo>
                  <a:lnTo>
                    <a:pt x="6366" y="1202"/>
                  </a:lnTo>
                  <a:lnTo>
                    <a:pt x="6197" y="1136"/>
                  </a:lnTo>
                  <a:close/>
                  <a:moveTo>
                    <a:pt x="6530" y="1271"/>
                  </a:moveTo>
                  <a:lnTo>
                    <a:pt x="6508" y="1334"/>
                  </a:lnTo>
                  <a:lnTo>
                    <a:pt x="6675" y="1397"/>
                  </a:lnTo>
                  <a:lnTo>
                    <a:pt x="6700" y="1334"/>
                  </a:lnTo>
                  <a:lnTo>
                    <a:pt x="6530" y="1271"/>
                  </a:lnTo>
                  <a:close/>
                  <a:moveTo>
                    <a:pt x="2749" y="1299"/>
                  </a:moveTo>
                  <a:lnTo>
                    <a:pt x="2687" y="1466"/>
                  </a:lnTo>
                  <a:lnTo>
                    <a:pt x="2749" y="1491"/>
                  </a:lnTo>
                  <a:lnTo>
                    <a:pt x="2812" y="1321"/>
                  </a:lnTo>
                  <a:lnTo>
                    <a:pt x="2749" y="1299"/>
                  </a:lnTo>
                  <a:close/>
                  <a:moveTo>
                    <a:pt x="6863" y="1397"/>
                  </a:moveTo>
                  <a:lnTo>
                    <a:pt x="6841" y="1460"/>
                  </a:lnTo>
                  <a:lnTo>
                    <a:pt x="7011" y="1526"/>
                  </a:lnTo>
                  <a:lnTo>
                    <a:pt x="7030" y="1463"/>
                  </a:lnTo>
                  <a:lnTo>
                    <a:pt x="6863" y="1397"/>
                  </a:lnTo>
                  <a:close/>
                  <a:moveTo>
                    <a:pt x="7200" y="1529"/>
                  </a:moveTo>
                  <a:lnTo>
                    <a:pt x="7175" y="1592"/>
                  </a:lnTo>
                  <a:lnTo>
                    <a:pt x="7345" y="1655"/>
                  </a:lnTo>
                  <a:lnTo>
                    <a:pt x="7367" y="1592"/>
                  </a:lnTo>
                  <a:lnTo>
                    <a:pt x="7200" y="1529"/>
                  </a:lnTo>
                  <a:close/>
                  <a:moveTo>
                    <a:pt x="7533" y="1655"/>
                  </a:moveTo>
                  <a:lnTo>
                    <a:pt x="7508" y="1717"/>
                  </a:lnTo>
                  <a:lnTo>
                    <a:pt x="7678" y="1780"/>
                  </a:lnTo>
                  <a:lnTo>
                    <a:pt x="7697" y="1721"/>
                  </a:lnTo>
                  <a:lnTo>
                    <a:pt x="7533" y="1655"/>
                  </a:lnTo>
                  <a:close/>
                  <a:moveTo>
                    <a:pt x="2617" y="1632"/>
                  </a:moveTo>
                  <a:lnTo>
                    <a:pt x="2554" y="1802"/>
                  </a:lnTo>
                  <a:lnTo>
                    <a:pt x="2617" y="1824"/>
                  </a:lnTo>
                  <a:lnTo>
                    <a:pt x="2680" y="1655"/>
                  </a:lnTo>
                  <a:lnTo>
                    <a:pt x="2617" y="1632"/>
                  </a:lnTo>
                  <a:close/>
                  <a:moveTo>
                    <a:pt x="7867" y="1790"/>
                  </a:moveTo>
                  <a:lnTo>
                    <a:pt x="7845" y="1853"/>
                  </a:lnTo>
                  <a:lnTo>
                    <a:pt x="8011" y="1916"/>
                  </a:lnTo>
                  <a:lnTo>
                    <a:pt x="8037" y="1853"/>
                  </a:lnTo>
                  <a:lnTo>
                    <a:pt x="7867" y="1790"/>
                  </a:lnTo>
                  <a:close/>
                  <a:moveTo>
                    <a:pt x="2488" y="1969"/>
                  </a:moveTo>
                  <a:lnTo>
                    <a:pt x="2425" y="2139"/>
                  </a:lnTo>
                  <a:lnTo>
                    <a:pt x="2488" y="2164"/>
                  </a:lnTo>
                  <a:lnTo>
                    <a:pt x="2551" y="1994"/>
                  </a:lnTo>
                  <a:lnTo>
                    <a:pt x="2488" y="1969"/>
                  </a:lnTo>
                  <a:close/>
                  <a:moveTo>
                    <a:pt x="8172" y="1994"/>
                  </a:moveTo>
                  <a:lnTo>
                    <a:pt x="8109" y="2023"/>
                  </a:lnTo>
                  <a:lnTo>
                    <a:pt x="8184" y="2183"/>
                  </a:lnTo>
                  <a:lnTo>
                    <a:pt x="8247" y="2155"/>
                  </a:lnTo>
                  <a:lnTo>
                    <a:pt x="8172" y="1994"/>
                  </a:lnTo>
                  <a:close/>
                  <a:moveTo>
                    <a:pt x="2359" y="2302"/>
                  </a:moveTo>
                  <a:lnTo>
                    <a:pt x="2297" y="2472"/>
                  </a:lnTo>
                  <a:lnTo>
                    <a:pt x="2359" y="2497"/>
                  </a:lnTo>
                  <a:lnTo>
                    <a:pt x="2422" y="2328"/>
                  </a:lnTo>
                  <a:lnTo>
                    <a:pt x="2359" y="2302"/>
                  </a:lnTo>
                  <a:close/>
                  <a:moveTo>
                    <a:pt x="8326" y="2321"/>
                  </a:moveTo>
                  <a:lnTo>
                    <a:pt x="8263" y="2346"/>
                  </a:lnTo>
                  <a:lnTo>
                    <a:pt x="8339" y="2510"/>
                  </a:lnTo>
                  <a:lnTo>
                    <a:pt x="8401" y="2482"/>
                  </a:lnTo>
                  <a:lnTo>
                    <a:pt x="8326" y="2321"/>
                  </a:lnTo>
                  <a:close/>
                  <a:moveTo>
                    <a:pt x="2230" y="2639"/>
                  </a:moveTo>
                  <a:lnTo>
                    <a:pt x="2168" y="2809"/>
                  </a:lnTo>
                  <a:lnTo>
                    <a:pt x="2230" y="2831"/>
                  </a:lnTo>
                  <a:lnTo>
                    <a:pt x="2290" y="2661"/>
                  </a:lnTo>
                  <a:lnTo>
                    <a:pt x="2230" y="2639"/>
                  </a:lnTo>
                  <a:close/>
                  <a:moveTo>
                    <a:pt x="8480" y="2642"/>
                  </a:moveTo>
                  <a:lnTo>
                    <a:pt x="8417" y="2670"/>
                  </a:lnTo>
                  <a:lnTo>
                    <a:pt x="8493" y="2831"/>
                  </a:lnTo>
                  <a:lnTo>
                    <a:pt x="8556" y="2803"/>
                  </a:lnTo>
                  <a:lnTo>
                    <a:pt x="8480" y="2642"/>
                  </a:lnTo>
                  <a:close/>
                  <a:moveTo>
                    <a:pt x="8634" y="2969"/>
                  </a:moveTo>
                  <a:lnTo>
                    <a:pt x="8571" y="2998"/>
                  </a:lnTo>
                  <a:lnTo>
                    <a:pt x="8647" y="3158"/>
                  </a:lnTo>
                  <a:lnTo>
                    <a:pt x="8710" y="3130"/>
                  </a:lnTo>
                  <a:lnTo>
                    <a:pt x="8634" y="2969"/>
                  </a:lnTo>
                  <a:close/>
                  <a:moveTo>
                    <a:pt x="2098" y="2972"/>
                  </a:moveTo>
                  <a:lnTo>
                    <a:pt x="2032" y="3142"/>
                  </a:lnTo>
                  <a:lnTo>
                    <a:pt x="2095" y="3164"/>
                  </a:lnTo>
                  <a:lnTo>
                    <a:pt x="2161" y="2998"/>
                  </a:lnTo>
                  <a:lnTo>
                    <a:pt x="2098" y="2972"/>
                  </a:lnTo>
                  <a:close/>
                  <a:moveTo>
                    <a:pt x="8779" y="3290"/>
                  </a:moveTo>
                  <a:lnTo>
                    <a:pt x="8719" y="3318"/>
                  </a:lnTo>
                  <a:lnTo>
                    <a:pt x="8795" y="3479"/>
                  </a:lnTo>
                  <a:lnTo>
                    <a:pt x="8857" y="3454"/>
                  </a:lnTo>
                  <a:lnTo>
                    <a:pt x="8779" y="3290"/>
                  </a:lnTo>
                  <a:close/>
                  <a:moveTo>
                    <a:pt x="1966" y="3306"/>
                  </a:moveTo>
                  <a:lnTo>
                    <a:pt x="1903" y="3476"/>
                  </a:lnTo>
                  <a:lnTo>
                    <a:pt x="1966" y="3501"/>
                  </a:lnTo>
                  <a:lnTo>
                    <a:pt x="2029" y="3331"/>
                  </a:lnTo>
                  <a:lnTo>
                    <a:pt x="1966" y="3306"/>
                  </a:lnTo>
                  <a:close/>
                  <a:moveTo>
                    <a:pt x="8933" y="3614"/>
                  </a:moveTo>
                  <a:lnTo>
                    <a:pt x="8873" y="3639"/>
                  </a:lnTo>
                  <a:lnTo>
                    <a:pt x="8949" y="3803"/>
                  </a:lnTo>
                  <a:lnTo>
                    <a:pt x="9012" y="3774"/>
                  </a:lnTo>
                  <a:lnTo>
                    <a:pt x="8933" y="3614"/>
                  </a:lnTo>
                  <a:close/>
                  <a:moveTo>
                    <a:pt x="1840" y="3639"/>
                  </a:moveTo>
                  <a:lnTo>
                    <a:pt x="1774" y="3809"/>
                  </a:lnTo>
                  <a:lnTo>
                    <a:pt x="1837" y="3834"/>
                  </a:lnTo>
                  <a:lnTo>
                    <a:pt x="1903" y="3664"/>
                  </a:lnTo>
                  <a:lnTo>
                    <a:pt x="1840" y="3639"/>
                  </a:lnTo>
                  <a:close/>
                  <a:moveTo>
                    <a:pt x="9087" y="3941"/>
                  </a:moveTo>
                  <a:lnTo>
                    <a:pt x="9027" y="3966"/>
                  </a:lnTo>
                  <a:lnTo>
                    <a:pt x="9103" y="4130"/>
                  </a:lnTo>
                  <a:lnTo>
                    <a:pt x="9166" y="4101"/>
                  </a:lnTo>
                  <a:lnTo>
                    <a:pt x="9087" y="3941"/>
                  </a:lnTo>
                  <a:close/>
                  <a:moveTo>
                    <a:pt x="1712" y="3976"/>
                  </a:moveTo>
                  <a:lnTo>
                    <a:pt x="1649" y="4146"/>
                  </a:lnTo>
                  <a:lnTo>
                    <a:pt x="1712" y="4168"/>
                  </a:lnTo>
                  <a:lnTo>
                    <a:pt x="1774" y="3998"/>
                  </a:lnTo>
                  <a:lnTo>
                    <a:pt x="1712" y="3976"/>
                  </a:lnTo>
                  <a:close/>
                  <a:moveTo>
                    <a:pt x="9059" y="4265"/>
                  </a:moveTo>
                  <a:lnTo>
                    <a:pt x="8996" y="4435"/>
                  </a:lnTo>
                  <a:lnTo>
                    <a:pt x="9059" y="4460"/>
                  </a:lnTo>
                  <a:lnTo>
                    <a:pt x="9122" y="4290"/>
                  </a:lnTo>
                  <a:lnTo>
                    <a:pt x="9059" y="4265"/>
                  </a:lnTo>
                  <a:close/>
                  <a:moveTo>
                    <a:pt x="1586" y="4309"/>
                  </a:moveTo>
                  <a:lnTo>
                    <a:pt x="1517" y="4479"/>
                  </a:lnTo>
                  <a:lnTo>
                    <a:pt x="1579" y="4501"/>
                  </a:lnTo>
                  <a:lnTo>
                    <a:pt x="1649" y="4334"/>
                  </a:lnTo>
                  <a:lnTo>
                    <a:pt x="1586" y="4309"/>
                  </a:lnTo>
                  <a:close/>
                  <a:moveTo>
                    <a:pt x="8933" y="4608"/>
                  </a:moveTo>
                  <a:lnTo>
                    <a:pt x="8867" y="4778"/>
                  </a:lnTo>
                  <a:lnTo>
                    <a:pt x="8930" y="4800"/>
                  </a:lnTo>
                  <a:lnTo>
                    <a:pt x="8996" y="4630"/>
                  </a:lnTo>
                  <a:lnTo>
                    <a:pt x="8933" y="4608"/>
                  </a:lnTo>
                  <a:close/>
                  <a:moveTo>
                    <a:pt x="1450" y="4652"/>
                  </a:moveTo>
                  <a:lnTo>
                    <a:pt x="1388" y="4819"/>
                  </a:lnTo>
                  <a:lnTo>
                    <a:pt x="1450" y="4844"/>
                  </a:lnTo>
                  <a:lnTo>
                    <a:pt x="1513" y="4674"/>
                  </a:lnTo>
                  <a:lnTo>
                    <a:pt x="1450" y="4652"/>
                  </a:lnTo>
                  <a:close/>
                  <a:moveTo>
                    <a:pt x="8804" y="4941"/>
                  </a:moveTo>
                  <a:lnTo>
                    <a:pt x="8741" y="5111"/>
                  </a:lnTo>
                  <a:lnTo>
                    <a:pt x="8804" y="5133"/>
                  </a:lnTo>
                  <a:lnTo>
                    <a:pt x="8867" y="4966"/>
                  </a:lnTo>
                  <a:lnTo>
                    <a:pt x="8804" y="4941"/>
                  </a:lnTo>
                  <a:close/>
                  <a:moveTo>
                    <a:pt x="1322" y="4985"/>
                  </a:moveTo>
                  <a:lnTo>
                    <a:pt x="1259" y="5155"/>
                  </a:lnTo>
                  <a:lnTo>
                    <a:pt x="1322" y="5177"/>
                  </a:lnTo>
                  <a:lnTo>
                    <a:pt x="1384" y="5010"/>
                  </a:lnTo>
                  <a:lnTo>
                    <a:pt x="1322" y="4985"/>
                  </a:lnTo>
                  <a:close/>
                  <a:moveTo>
                    <a:pt x="8672" y="5278"/>
                  </a:moveTo>
                  <a:lnTo>
                    <a:pt x="8606" y="5445"/>
                  </a:lnTo>
                  <a:lnTo>
                    <a:pt x="8669" y="5470"/>
                  </a:lnTo>
                  <a:lnTo>
                    <a:pt x="8735" y="5300"/>
                  </a:lnTo>
                  <a:lnTo>
                    <a:pt x="8672" y="5278"/>
                  </a:lnTo>
                  <a:close/>
                  <a:moveTo>
                    <a:pt x="1193" y="5319"/>
                  </a:moveTo>
                  <a:lnTo>
                    <a:pt x="1130" y="5489"/>
                  </a:lnTo>
                  <a:lnTo>
                    <a:pt x="1193" y="5514"/>
                  </a:lnTo>
                  <a:lnTo>
                    <a:pt x="1255" y="5344"/>
                  </a:lnTo>
                  <a:lnTo>
                    <a:pt x="1193" y="5319"/>
                  </a:lnTo>
                  <a:close/>
                  <a:moveTo>
                    <a:pt x="8543" y="5614"/>
                  </a:moveTo>
                  <a:lnTo>
                    <a:pt x="8480" y="5784"/>
                  </a:lnTo>
                  <a:lnTo>
                    <a:pt x="8543" y="5806"/>
                  </a:lnTo>
                  <a:lnTo>
                    <a:pt x="8606" y="5640"/>
                  </a:lnTo>
                  <a:lnTo>
                    <a:pt x="8543" y="5614"/>
                  </a:lnTo>
                  <a:close/>
                  <a:moveTo>
                    <a:pt x="1060" y="5655"/>
                  </a:moveTo>
                  <a:lnTo>
                    <a:pt x="998" y="5822"/>
                  </a:lnTo>
                  <a:lnTo>
                    <a:pt x="1060" y="5847"/>
                  </a:lnTo>
                  <a:lnTo>
                    <a:pt x="1123" y="5677"/>
                  </a:lnTo>
                  <a:lnTo>
                    <a:pt x="1060" y="5655"/>
                  </a:lnTo>
                  <a:close/>
                  <a:moveTo>
                    <a:pt x="8414" y="5941"/>
                  </a:moveTo>
                  <a:lnTo>
                    <a:pt x="8351" y="6118"/>
                  </a:lnTo>
                  <a:lnTo>
                    <a:pt x="8414" y="6143"/>
                  </a:lnTo>
                  <a:lnTo>
                    <a:pt x="8477" y="5963"/>
                  </a:lnTo>
                  <a:lnTo>
                    <a:pt x="8414" y="5941"/>
                  </a:lnTo>
                  <a:close/>
                  <a:moveTo>
                    <a:pt x="932" y="5989"/>
                  </a:moveTo>
                  <a:lnTo>
                    <a:pt x="869" y="6155"/>
                  </a:lnTo>
                  <a:lnTo>
                    <a:pt x="932" y="6180"/>
                  </a:lnTo>
                  <a:lnTo>
                    <a:pt x="994" y="6011"/>
                  </a:lnTo>
                  <a:lnTo>
                    <a:pt x="932" y="5989"/>
                  </a:lnTo>
                  <a:close/>
                  <a:moveTo>
                    <a:pt x="8285" y="6284"/>
                  </a:moveTo>
                  <a:lnTo>
                    <a:pt x="8222" y="6451"/>
                  </a:lnTo>
                  <a:lnTo>
                    <a:pt x="8285" y="6476"/>
                  </a:lnTo>
                  <a:lnTo>
                    <a:pt x="8345" y="6306"/>
                  </a:lnTo>
                  <a:lnTo>
                    <a:pt x="8285" y="6284"/>
                  </a:lnTo>
                  <a:close/>
                  <a:moveTo>
                    <a:pt x="803" y="6322"/>
                  </a:moveTo>
                  <a:lnTo>
                    <a:pt x="740" y="6492"/>
                  </a:lnTo>
                  <a:lnTo>
                    <a:pt x="803" y="6514"/>
                  </a:lnTo>
                  <a:lnTo>
                    <a:pt x="865" y="6347"/>
                  </a:lnTo>
                  <a:lnTo>
                    <a:pt x="803" y="6322"/>
                  </a:lnTo>
                  <a:close/>
                  <a:moveTo>
                    <a:pt x="8153" y="6618"/>
                  </a:moveTo>
                  <a:lnTo>
                    <a:pt x="8090" y="6784"/>
                  </a:lnTo>
                  <a:lnTo>
                    <a:pt x="8153" y="6810"/>
                  </a:lnTo>
                  <a:lnTo>
                    <a:pt x="8216" y="6640"/>
                  </a:lnTo>
                  <a:lnTo>
                    <a:pt x="8153" y="6618"/>
                  </a:lnTo>
                  <a:close/>
                  <a:moveTo>
                    <a:pt x="674" y="6662"/>
                  </a:moveTo>
                  <a:lnTo>
                    <a:pt x="611" y="6828"/>
                  </a:lnTo>
                  <a:lnTo>
                    <a:pt x="674" y="6854"/>
                  </a:lnTo>
                  <a:lnTo>
                    <a:pt x="737" y="6684"/>
                  </a:lnTo>
                  <a:lnTo>
                    <a:pt x="674" y="6662"/>
                  </a:lnTo>
                  <a:close/>
                  <a:moveTo>
                    <a:pt x="8024" y="6951"/>
                  </a:moveTo>
                  <a:lnTo>
                    <a:pt x="7961" y="7121"/>
                  </a:lnTo>
                  <a:lnTo>
                    <a:pt x="8024" y="7143"/>
                  </a:lnTo>
                  <a:lnTo>
                    <a:pt x="8087" y="6976"/>
                  </a:lnTo>
                  <a:lnTo>
                    <a:pt x="8024" y="6951"/>
                  </a:lnTo>
                  <a:close/>
                  <a:moveTo>
                    <a:pt x="542" y="6995"/>
                  </a:moveTo>
                  <a:lnTo>
                    <a:pt x="479" y="7165"/>
                  </a:lnTo>
                  <a:lnTo>
                    <a:pt x="542" y="7187"/>
                  </a:lnTo>
                  <a:lnTo>
                    <a:pt x="604" y="7017"/>
                  </a:lnTo>
                  <a:lnTo>
                    <a:pt x="542" y="6995"/>
                  </a:lnTo>
                  <a:close/>
                  <a:moveTo>
                    <a:pt x="7895" y="7284"/>
                  </a:moveTo>
                  <a:lnTo>
                    <a:pt x="7832" y="7454"/>
                  </a:lnTo>
                  <a:lnTo>
                    <a:pt x="7895" y="7479"/>
                  </a:lnTo>
                  <a:lnTo>
                    <a:pt x="7958" y="7310"/>
                  </a:lnTo>
                  <a:lnTo>
                    <a:pt x="7895" y="7284"/>
                  </a:lnTo>
                  <a:close/>
                  <a:moveTo>
                    <a:pt x="416" y="7328"/>
                  </a:moveTo>
                  <a:lnTo>
                    <a:pt x="350" y="7498"/>
                  </a:lnTo>
                  <a:lnTo>
                    <a:pt x="413" y="7520"/>
                  </a:lnTo>
                  <a:lnTo>
                    <a:pt x="479" y="7354"/>
                  </a:lnTo>
                  <a:lnTo>
                    <a:pt x="416" y="7328"/>
                  </a:lnTo>
                  <a:close/>
                  <a:moveTo>
                    <a:pt x="7766" y="7621"/>
                  </a:moveTo>
                  <a:lnTo>
                    <a:pt x="7703" y="7788"/>
                  </a:lnTo>
                  <a:lnTo>
                    <a:pt x="7766" y="7813"/>
                  </a:lnTo>
                  <a:lnTo>
                    <a:pt x="7829" y="7643"/>
                  </a:lnTo>
                  <a:lnTo>
                    <a:pt x="7766" y="7621"/>
                  </a:lnTo>
                  <a:close/>
                  <a:moveTo>
                    <a:pt x="284" y="7662"/>
                  </a:moveTo>
                  <a:lnTo>
                    <a:pt x="221" y="7832"/>
                  </a:lnTo>
                  <a:lnTo>
                    <a:pt x="284" y="7857"/>
                  </a:lnTo>
                  <a:lnTo>
                    <a:pt x="346" y="7687"/>
                  </a:lnTo>
                  <a:lnTo>
                    <a:pt x="284" y="7662"/>
                  </a:lnTo>
                  <a:close/>
                  <a:moveTo>
                    <a:pt x="7634" y="7954"/>
                  </a:moveTo>
                  <a:lnTo>
                    <a:pt x="7571" y="8121"/>
                  </a:lnTo>
                  <a:lnTo>
                    <a:pt x="7634" y="8146"/>
                  </a:lnTo>
                  <a:lnTo>
                    <a:pt x="7697" y="7976"/>
                  </a:lnTo>
                  <a:lnTo>
                    <a:pt x="7634" y="7954"/>
                  </a:lnTo>
                  <a:close/>
                  <a:moveTo>
                    <a:pt x="158" y="7998"/>
                  </a:moveTo>
                  <a:lnTo>
                    <a:pt x="92" y="8165"/>
                  </a:lnTo>
                  <a:lnTo>
                    <a:pt x="155" y="8190"/>
                  </a:lnTo>
                  <a:lnTo>
                    <a:pt x="221" y="8020"/>
                  </a:lnTo>
                  <a:lnTo>
                    <a:pt x="158" y="7998"/>
                  </a:lnTo>
                  <a:close/>
                  <a:moveTo>
                    <a:pt x="23" y="8326"/>
                  </a:moveTo>
                  <a:lnTo>
                    <a:pt x="1" y="8395"/>
                  </a:lnTo>
                  <a:lnTo>
                    <a:pt x="164" y="8458"/>
                  </a:lnTo>
                  <a:lnTo>
                    <a:pt x="189" y="8388"/>
                  </a:lnTo>
                  <a:lnTo>
                    <a:pt x="85" y="8351"/>
                  </a:lnTo>
                  <a:lnTo>
                    <a:pt x="23" y="8326"/>
                  </a:lnTo>
                  <a:close/>
                  <a:moveTo>
                    <a:pt x="7508" y="8285"/>
                  </a:moveTo>
                  <a:lnTo>
                    <a:pt x="7442" y="8451"/>
                  </a:lnTo>
                  <a:lnTo>
                    <a:pt x="7505" y="8477"/>
                  </a:lnTo>
                  <a:lnTo>
                    <a:pt x="7571" y="8307"/>
                  </a:lnTo>
                  <a:lnTo>
                    <a:pt x="7508" y="8285"/>
                  </a:lnTo>
                  <a:close/>
                  <a:moveTo>
                    <a:pt x="353" y="8461"/>
                  </a:moveTo>
                  <a:lnTo>
                    <a:pt x="331" y="8524"/>
                  </a:lnTo>
                  <a:lnTo>
                    <a:pt x="501" y="8587"/>
                  </a:lnTo>
                  <a:lnTo>
                    <a:pt x="523" y="8524"/>
                  </a:lnTo>
                  <a:lnTo>
                    <a:pt x="353" y="8461"/>
                  </a:lnTo>
                  <a:close/>
                  <a:moveTo>
                    <a:pt x="689" y="8587"/>
                  </a:moveTo>
                  <a:lnTo>
                    <a:pt x="664" y="8649"/>
                  </a:lnTo>
                  <a:lnTo>
                    <a:pt x="834" y="8716"/>
                  </a:lnTo>
                  <a:lnTo>
                    <a:pt x="856" y="8653"/>
                  </a:lnTo>
                  <a:lnTo>
                    <a:pt x="689" y="8587"/>
                  </a:lnTo>
                  <a:close/>
                  <a:moveTo>
                    <a:pt x="7376" y="8618"/>
                  </a:moveTo>
                  <a:lnTo>
                    <a:pt x="7313" y="8788"/>
                  </a:lnTo>
                  <a:lnTo>
                    <a:pt x="7376" y="8810"/>
                  </a:lnTo>
                  <a:lnTo>
                    <a:pt x="7439" y="8643"/>
                  </a:lnTo>
                  <a:lnTo>
                    <a:pt x="7376" y="8618"/>
                  </a:lnTo>
                  <a:close/>
                  <a:moveTo>
                    <a:pt x="1026" y="8716"/>
                  </a:moveTo>
                  <a:lnTo>
                    <a:pt x="1004" y="8778"/>
                  </a:lnTo>
                  <a:lnTo>
                    <a:pt x="1171" y="8841"/>
                  </a:lnTo>
                  <a:lnTo>
                    <a:pt x="1196" y="8778"/>
                  </a:lnTo>
                  <a:lnTo>
                    <a:pt x="1026" y="8716"/>
                  </a:lnTo>
                  <a:close/>
                  <a:moveTo>
                    <a:pt x="1359" y="8841"/>
                  </a:moveTo>
                  <a:lnTo>
                    <a:pt x="1337" y="8904"/>
                  </a:lnTo>
                  <a:lnTo>
                    <a:pt x="1507" y="8973"/>
                  </a:lnTo>
                  <a:lnTo>
                    <a:pt x="1529" y="8907"/>
                  </a:lnTo>
                  <a:lnTo>
                    <a:pt x="1359" y="8841"/>
                  </a:lnTo>
                  <a:close/>
                  <a:moveTo>
                    <a:pt x="1696" y="8980"/>
                  </a:moveTo>
                  <a:lnTo>
                    <a:pt x="1671" y="9043"/>
                  </a:lnTo>
                  <a:lnTo>
                    <a:pt x="1840" y="9106"/>
                  </a:lnTo>
                  <a:lnTo>
                    <a:pt x="1862" y="9043"/>
                  </a:lnTo>
                  <a:lnTo>
                    <a:pt x="1696" y="8980"/>
                  </a:lnTo>
                  <a:close/>
                  <a:moveTo>
                    <a:pt x="7250" y="8951"/>
                  </a:moveTo>
                  <a:lnTo>
                    <a:pt x="7184" y="9121"/>
                  </a:lnTo>
                  <a:lnTo>
                    <a:pt x="7247" y="9143"/>
                  </a:lnTo>
                  <a:lnTo>
                    <a:pt x="7313" y="8977"/>
                  </a:lnTo>
                  <a:lnTo>
                    <a:pt x="7250" y="8951"/>
                  </a:lnTo>
                  <a:close/>
                  <a:moveTo>
                    <a:pt x="2029" y="9109"/>
                  </a:moveTo>
                  <a:lnTo>
                    <a:pt x="2004" y="9172"/>
                  </a:lnTo>
                  <a:lnTo>
                    <a:pt x="2174" y="9234"/>
                  </a:lnTo>
                  <a:lnTo>
                    <a:pt x="2199" y="9178"/>
                  </a:lnTo>
                  <a:lnTo>
                    <a:pt x="2029" y="9109"/>
                  </a:lnTo>
                  <a:close/>
                  <a:moveTo>
                    <a:pt x="2363" y="9238"/>
                  </a:moveTo>
                  <a:lnTo>
                    <a:pt x="2341" y="9301"/>
                  </a:lnTo>
                  <a:lnTo>
                    <a:pt x="2507" y="9367"/>
                  </a:lnTo>
                  <a:lnTo>
                    <a:pt x="2532" y="9301"/>
                  </a:lnTo>
                  <a:lnTo>
                    <a:pt x="2363" y="9238"/>
                  </a:lnTo>
                  <a:close/>
                  <a:moveTo>
                    <a:pt x="7115" y="9291"/>
                  </a:moveTo>
                  <a:lnTo>
                    <a:pt x="7052" y="9458"/>
                  </a:lnTo>
                  <a:lnTo>
                    <a:pt x="7115" y="9483"/>
                  </a:lnTo>
                  <a:lnTo>
                    <a:pt x="7178" y="9313"/>
                  </a:lnTo>
                  <a:lnTo>
                    <a:pt x="7115" y="9291"/>
                  </a:lnTo>
                  <a:close/>
                  <a:moveTo>
                    <a:pt x="2696" y="9367"/>
                  </a:moveTo>
                  <a:lnTo>
                    <a:pt x="2674" y="9430"/>
                  </a:lnTo>
                  <a:lnTo>
                    <a:pt x="2844" y="9496"/>
                  </a:lnTo>
                  <a:lnTo>
                    <a:pt x="2866" y="9430"/>
                  </a:lnTo>
                  <a:lnTo>
                    <a:pt x="2696" y="9367"/>
                  </a:lnTo>
                  <a:close/>
                  <a:moveTo>
                    <a:pt x="3033" y="9499"/>
                  </a:moveTo>
                  <a:lnTo>
                    <a:pt x="3007" y="9562"/>
                  </a:lnTo>
                  <a:lnTo>
                    <a:pt x="3177" y="9625"/>
                  </a:lnTo>
                  <a:lnTo>
                    <a:pt x="3199" y="9562"/>
                  </a:lnTo>
                  <a:lnTo>
                    <a:pt x="3033" y="9499"/>
                  </a:lnTo>
                  <a:close/>
                  <a:moveTo>
                    <a:pt x="3366" y="9628"/>
                  </a:moveTo>
                  <a:lnTo>
                    <a:pt x="3341" y="9691"/>
                  </a:lnTo>
                  <a:lnTo>
                    <a:pt x="3511" y="9753"/>
                  </a:lnTo>
                  <a:lnTo>
                    <a:pt x="3536" y="9691"/>
                  </a:lnTo>
                  <a:lnTo>
                    <a:pt x="3366" y="9628"/>
                  </a:lnTo>
                  <a:close/>
                  <a:moveTo>
                    <a:pt x="6989" y="9625"/>
                  </a:moveTo>
                  <a:lnTo>
                    <a:pt x="6923" y="9794"/>
                  </a:lnTo>
                  <a:lnTo>
                    <a:pt x="6986" y="9816"/>
                  </a:lnTo>
                  <a:lnTo>
                    <a:pt x="7052" y="9650"/>
                  </a:lnTo>
                  <a:lnTo>
                    <a:pt x="6989" y="9625"/>
                  </a:lnTo>
                  <a:close/>
                  <a:moveTo>
                    <a:pt x="3699" y="9760"/>
                  </a:moveTo>
                  <a:lnTo>
                    <a:pt x="3677" y="9823"/>
                  </a:lnTo>
                  <a:lnTo>
                    <a:pt x="3844" y="9886"/>
                  </a:lnTo>
                  <a:lnTo>
                    <a:pt x="3869" y="9823"/>
                  </a:lnTo>
                  <a:lnTo>
                    <a:pt x="3699" y="9760"/>
                  </a:lnTo>
                  <a:close/>
                  <a:moveTo>
                    <a:pt x="4033" y="9882"/>
                  </a:moveTo>
                  <a:lnTo>
                    <a:pt x="4011" y="9945"/>
                  </a:lnTo>
                  <a:lnTo>
                    <a:pt x="4181" y="10008"/>
                  </a:lnTo>
                  <a:lnTo>
                    <a:pt x="4203" y="9945"/>
                  </a:lnTo>
                  <a:lnTo>
                    <a:pt x="4033" y="9882"/>
                  </a:lnTo>
                  <a:close/>
                  <a:moveTo>
                    <a:pt x="4369" y="10008"/>
                  </a:moveTo>
                  <a:lnTo>
                    <a:pt x="4344" y="10074"/>
                  </a:lnTo>
                  <a:lnTo>
                    <a:pt x="4514" y="10140"/>
                  </a:lnTo>
                  <a:lnTo>
                    <a:pt x="4536" y="10074"/>
                  </a:lnTo>
                  <a:lnTo>
                    <a:pt x="4369" y="10008"/>
                  </a:lnTo>
                  <a:close/>
                  <a:moveTo>
                    <a:pt x="6857" y="9955"/>
                  </a:moveTo>
                  <a:lnTo>
                    <a:pt x="6794" y="10125"/>
                  </a:lnTo>
                  <a:lnTo>
                    <a:pt x="6857" y="10147"/>
                  </a:lnTo>
                  <a:lnTo>
                    <a:pt x="6920" y="9980"/>
                  </a:lnTo>
                  <a:lnTo>
                    <a:pt x="6857" y="9955"/>
                  </a:lnTo>
                  <a:close/>
                  <a:moveTo>
                    <a:pt x="4703" y="10143"/>
                  </a:moveTo>
                  <a:lnTo>
                    <a:pt x="4677" y="10206"/>
                  </a:lnTo>
                  <a:lnTo>
                    <a:pt x="4847" y="10269"/>
                  </a:lnTo>
                  <a:lnTo>
                    <a:pt x="4872" y="10206"/>
                  </a:lnTo>
                  <a:lnTo>
                    <a:pt x="4703" y="10143"/>
                  </a:lnTo>
                  <a:close/>
                  <a:moveTo>
                    <a:pt x="5039" y="10269"/>
                  </a:moveTo>
                  <a:lnTo>
                    <a:pt x="5017" y="10332"/>
                  </a:lnTo>
                  <a:lnTo>
                    <a:pt x="5187" y="10398"/>
                  </a:lnTo>
                  <a:lnTo>
                    <a:pt x="5209" y="10335"/>
                  </a:lnTo>
                  <a:lnTo>
                    <a:pt x="5039" y="10269"/>
                  </a:lnTo>
                  <a:close/>
                  <a:moveTo>
                    <a:pt x="6731" y="10288"/>
                  </a:moveTo>
                  <a:lnTo>
                    <a:pt x="6665" y="10458"/>
                  </a:lnTo>
                  <a:lnTo>
                    <a:pt x="6728" y="10483"/>
                  </a:lnTo>
                  <a:lnTo>
                    <a:pt x="6794" y="10313"/>
                  </a:lnTo>
                  <a:lnTo>
                    <a:pt x="6731" y="10288"/>
                  </a:lnTo>
                  <a:close/>
                  <a:moveTo>
                    <a:pt x="5376" y="10405"/>
                  </a:moveTo>
                  <a:lnTo>
                    <a:pt x="5351" y="10467"/>
                  </a:lnTo>
                  <a:lnTo>
                    <a:pt x="5520" y="10530"/>
                  </a:lnTo>
                  <a:lnTo>
                    <a:pt x="5542" y="10467"/>
                  </a:lnTo>
                  <a:lnTo>
                    <a:pt x="5376" y="10405"/>
                  </a:lnTo>
                  <a:close/>
                  <a:moveTo>
                    <a:pt x="5709" y="10533"/>
                  </a:moveTo>
                  <a:lnTo>
                    <a:pt x="5684" y="10596"/>
                  </a:lnTo>
                  <a:lnTo>
                    <a:pt x="5854" y="10659"/>
                  </a:lnTo>
                  <a:lnTo>
                    <a:pt x="5879" y="10600"/>
                  </a:lnTo>
                  <a:lnTo>
                    <a:pt x="5709" y="10533"/>
                  </a:lnTo>
                  <a:close/>
                  <a:moveTo>
                    <a:pt x="6043" y="10662"/>
                  </a:moveTo>
                  <a:lnTo>
                    <a:pt x="6020" y="10725"/>
                  </a:lnTo>
                  <a:lnTo>
                    <a:pt x="6187" y="10788"/>
                  </a:lnTo>
                  <a:lnTo>
                    <a:pt x="6212" y="10725"/>
                  </a:lnTo>
                  <a:lnTo>
                    <a:pt x="6043" y="10662"/>
                  </a:lnTo>
                  <a:close/>
                  <a:moveTo>
                    <a:pt x="6596" y="10625"/>
                  </a:moveTo>
                  <a:lnTo>
                    <a:pt x="6533" y="10791"/>
                  </a:lnTo>
                  <a:lnTo>
                    <a:pt x="6596" y="10817"/>
                  </a:lnTo>
                  <a:lnTo>
                    <a:pt x="6659" y="10647"/>
                  </a:lnTo>
                  <a:lnTo>
                    <a:pt x="6596" y="10625"/>
                  </a:lnTo>
                  <a:close/>
                  <a:moveTo>
                    <a:pt x="6376" y="10791"/>
                  </a:moveTo>
                  <a:lnTo>
                    <a:pt x="6354" y="10854"/>
                  </a:lnTo>
                  <a:lnTo>
                    <a:pt x="6524" y="10917"/>
                  </a:lnTo>
                  <a:lnTo>
                    <a:pt x="6546" y="10861"/>
                  </a:lnTo>
                  <a:lnTo>
                    <a:pt x="6376" y="107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5"/>
            <p:cNvSpPr/>
            <p:nvPr/>
          </p:nvSpPr>
          <p:spPr>
            <a:xfrm rot="1302542" flipH="1">
              <a:off x="9346624" y="960833"/>
              <a:ext cx="165819" cy="221290"/>
            </a:xfrm>
            <a:custGeom>
              <a:avLst/>
              <a:gdLst/>
              <a:ahLst/>
              <a:cxnLst/>
              <a:rect l="l" t="t" r="r" b="b"/>
              <a:pathLst>
                <a:path w="1674" h="2234" extrusionOk="0">
                  <a:moveTo>
                    <a:pt x="614" y="0"/>
                  </a:moveTo>
                  <a:lnTo>
                    <a:pt x="1" y="1588"/>
                  </a:lnTo>
                  <a:lnTo>
                    <a:pt x="1674" y="2233"/>
                  </a:lnTo>
                  <a:lnTo>
                    <a:pt x="1674" y="2233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4" name="Google Shape;184;p5"/>
          <p:cNvGrpSpPr/>
          <p:nvPr/>
        </p:nvGrpSpPr>
        <p:grpSpPr>
          <a:xfrm>
            <a:off x="3844800" y="4756477"/>
            <a:ext cx="1458875" cy="23926"/>
            <a:chOff x="-2278825" y="1262800"/>
            <a:chExt cx="1458875" cy="45049"/>
          </a:xfrm>
        </p:grpSpPr>
        <p:sp>
          <p:nvSpPr>
            <p:cNvPr id="185" name="Google Shape;185;p5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-1105354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0" y="1"/>
                  </a:moveTo>
                  <a:lnTo>
                    <a:pt x="0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9" name="Google Shape;189;p5"/>
          <p:cNvSpPr txBox="1"/>
          <p:nvPr>
            <p:ph type="title"/>
          </p:nvPr>
        </p:nvSpPr>
        <p:spPr>
          <a:xfrm>
            <a:off x="720000" y="552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5"/>
          <p:cNvSpPr txBox="1"/>
          <p:nvPr>
            <p:ph type="title" idx="2"/>
          </p:nvPr>
        </p:nvSpPr>
        <p:spPr>
          <a:xfrm>
            <a:off x="1068150" y="1694050"/>
            <a:ext cx="3352500" cy="523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5"/>
          <p:cNvSpPr txBox="1"/>
          <p:nvPr>
            <p:ph type="title" idx="3"/>
          </p:nvPr>
        </p:nvSpPr>
        <p:spPr>
          <a:xfrm>
            <a:off x="4721247" y="1694050"/>
            <a:ext cx="3352500" cy="523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5"/>
          <p:cNvSpPr txBox="1"/>
          <p:nvPr>
            <p:ph type="subTitle" idx="1"/>
          </p:nvPr>
        </p:nvSpPr>
        <p:spPr>
          <a:xfrm>
            <a:off x="1068150" y="2217500"/>
            <a:ext cx="3352500" cy="1956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⎼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9pPr>
          </a:lstStyle>
          <a:p/>
        </p:txBody>
      </p:sp>
      <p:sp>
        <p:nvSpPr>
          <p:cNvPr id="193" name="Google Shape;193;p5"/>
          <p:cNvSpPr txBox="1"/>
          <p:nvPr>
            <p:ph type="subTitle" idx="4"/>
          </p:nvPr>
        </p:nvSpPr>
        <p:spPr>
          <a:xfrm>
            <a:off x="4721243" y="2217500"/>
            <a:ext cx="3352500" cy="1956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⎼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6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196" name="Google Shape;196;p6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6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8" name="Google Shape;208;p6"/>
          <p:cNvSpPr txBox="1"/>
          <p:nvPr>
            <p:ph type="title"/>
          </p:nvPr>
        </p:nvSpPr>
        <p:spPr>
          <a:xfrm>
            <a:off x="720000" y="552150"/>
            <a:ext cx="77040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9" name="Google Shape;209;p6"/>
          <p:cNvGrpSpPr/>
          <p:nvPr/>
        </p:nvGrpSpPr>
        <p:grpSpPr>
          <a:xfrm>
            <a:off x="8535620" y="1783413"/>
            <a:ext cx="766815" cy="613870"/>
            <a:chOff x="1680490" y="1133400"/>
            <a:chExt cx="2104323" cy="1684605"/>
          </a:xfrm>
        </p:grpSpPr>
        <p:grpSp>
          <p:nvGrpSpPr>
            <p:cNvPr id="210" name="Google Shape;210;p6"/>
            <p:cNvGrpSpPr/>
            <p:nvPr/>
          </p:nvGrpSpPr>
          <p:grpSpPr>
            <a:xfrm>
              <a:off x="1680490" y="1133407"/>
              <a:ext cx="2104156" cy="1684598"/>
              <a:chOff x="1485138" y="1133425"/>
              <a:chExt cx="156975" cy="125675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1485138" y="1144675"/>
                <a:ext cx="156975" cy="114425"/>
              </a:xfrm>
              <a:custGeom>
                <a:avLst/>
                <a:gdLst/>
                <a:ahLst/>
                <a:cxnLst/>
                <a:rect l="l" t="t" r="r" b="b"/>
                <a:pathLst>
                  <a:path w="6279" h="4577" extrusionOk="0">
                    <a:moveTo>
                      <a:pt x="0" y="0"/>
                    </a:moveTo>
                    <a:lnTo>
                      <a:pt x="0" y="4577"/>
                    </a:lnTo>
                    <a:lnTo>
                      <a:pt x="6278" y="4577"/>
                    </a:lnTo>
                    <a:lnTo>
                      <a:pt x="62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1485138" y="1133425"/>
                <a:ext cx="55850" cy="1127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451" extrusionOk="0">
                    <a:moveTo>
                      <a:pt x="0" y="1"/>
                    </a:moveTo>
                    <a:lnTo>
                      <a:pt x="0" y="450"/>
                    </a:lnTo>
                    <a:lnTo>
                      <a:pt x="2233" y="450"/>
                    </a:lnTo>
                    <a:lnTo>
                      <a:pt x="2111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13" name="Google Shape;213;p6"/>
            <p:cNvSpPr/>
            <p:nvPr/>
          </p:nvSpPr>
          <p:spPr>
            <a:xfrm>
              <a:off x="1680657" y="1284206"/>
              <a:ext cx="2104156" cy="1533798"/>
            </a:xfrm>
            <a:custGeom>
              <a:avLst/>
              <a:gdLst/>
              <a:ahLst/>
              <a:cxnLst/>
              <a:rect l="l" t="t" r="r" b="b"/>
              <a:pathLst>
                <a:path w="6279" h="4577" extrusionOk="0">
                  <a:moveTo>
                    <a:pt x="0" y="0"/>
                  </a:moveTo>
                  <a:lnTo>
                    <a:pt x="0" y="4577"/>
                  </a:lnTo>
                  <a:lnTo>
                    <a:pt x="6278" y="4577"/>
                  </a:lnTo>
                  <a:lnTo>
                    <a:pt x="62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1680650" y="1133400"/>
              <a:ext cx="748652" cy="161875"/>
            </a:xfrm>
            <a:custGeom>
              <a:avLst/>
              <a:gdLst/>
              <a:ahLst/>
              <a:cxnLst/>
              <a:rect l="l" t="t" r="r" b="b"/>
              <a:pathLst>
                <a:path w="2234" h="451" extrusionOk="0">
                  <a:moveTo>
                    <a:pt x="0" y="1"/>
                  </a:moveTo>
                  <a:lnTo>
                    <a:pt x="0" y="450"/>
                  </a:lnTo>
                  <a:lnTo>
                    <a:pt x="2233" y="450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-104932" y="2867129"/>
            <a:ext cx="734262" cy="734260"/>
            <a:chOff x="-104932" y="2867129"/>
            <a:chExt cx="734262" cy="734260"/>
          </a:xfrm>
        </p:grpSpPr>
        <p:grpSp>
          <p:nvGrpSpPr>
            <p:cNvPr id="216" name="Google Shape;216;p6"/>
            <p:cNvGrpSpPr/>
            <p:nvPr/>
          </p:nvGrpSpPr>
          <p:grpSpPr>
            <a:xfrm>
              <a:off x="-104932" y="2867129"/>
              <a:ext cx="734262" cy="734260"/>
              <a:chOff x="5229219" y="135375"/>
              <a:chExt cx="330406" cy="330406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5534850" y="445150"/>
                <a:ext cx="4098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86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88" y="86"/>
                    </a:lnTo>
                    <a:lnTo>
                      <a:pt x="8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5257908" y="444874"/>
                <a:ext cx="268425" cy="4237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92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183" y="92"/>
                    </a:lnTo>
                    <a:lnTo>
                      <a:pt x="183" y="1"/>
                    </a:lnTo>
                    <a:close/>
                    <a:moveTo>
                      <a:pt x="359" y="1"/>
                    </a:moveTo>
                    <a:lnTo>
                      <a:pt x="359" y="92"/>
                    </a:lnTo>
                    <a:lnTo>
                      <a:pt x="541" y="92"/>
                    </a:lnTo>
                    <a:lnTo>
                      <a:pt x="541" y="1"/>
                    </a:lnTo>
                    <a:close/>
                    <a:moveTo>
                      <a:pt x="721" y="1"/>
                    </a:moveTo>
                    <a:lnTo>
                      <a:pt x="721" y="92"/>
                    </a:lnTo>
                    <a:lnTo>
                      <a:pt x="903" y="92"/>
                    </a:lnTo>
                    <a:lnTo>
                      <a:pt x="903" y="1"/>
                    </a:lnTo>
                    <a:close/>
                    <a:moveTo>
                      <a:pt x="1079" y="1"/>
                    </a:moveTo>
                    <a:lnTo>
                      <a:pt x="1079" y="92"/>
                    </a:lnTo>
                    <a:lnTo>
                      <a:pt x="1258" y="92"/>
                    </a:lnTo>
                    <a:lnTo>
                      <a:pt x="1258" y="1"/>
                    </a:lnTo>
                    <a:close/>
                    <a:moveTo>
                      <a:pt x="1438" y="1"/>
                    </a:moveTo>
                    <a:lnTo>
                      <a:pt x="1438" y="92"/>
                    </a:lnTo>
                    <a:lnTo>
                      <a:pt x="1617" y="92"/>
                    </a:lnTo>
                    <a:lnTo>
                      <a:pt x="1617" y="1"/>
                    </a:lnTo>
                    <a:close/>
                    <a:moveTo>
                      <a:pt x="1799" y="1"/>
                    </a:moveTo>
                    <a:lnTo>
                      <a:pt x="1799" y="92"/>
                    </a:lnTo>
                    <a:lnTo>
                      <a:pt x="1972" y="92"/>
                    </a:lnTo>
                    <a:lnTo>
                      <a:pt x="1972" y="1"/>
                    </a:lnTo>
                    <a:close/>
                    <a:moveTo>
                      <a:pt x="2155" y="1"/>
                    </a:moveTo>
                    <a:lnTo>
                      <a:pt x="2155" y="92"/>
                    </a:lnTo>
                    <a:lnTo>
                      <a:pt x="2328" y="92"/>
                    </a:lnTo>
                    <a:lnTo>
                      <a:pt x="2328" y="1"/>
                    </a:lnTo>
                    <a:close/>
                    <a:moveTo>
                      <a:pt x="2513" y="1"/>
                    </a:moveTo>
                    <a:lnTo>
                      <a:pt x="2513" y="92"/>
                    </a:lnTo>
                    <a:lnTo>
                      <a:pt x="2696" y="92"/>
                    </a:lnTo>
                    <a:lnTo>
                      <a:pt x="2696" y="1"/>
                    </a:lnTo>
                    <a:close/>
                    <a:moveTo>
                      <a:pt x="2872" y="1"/>
                    </a:moveTo>
                    <a:lnTo>
                      <a:pt x="2872" y="92"/>
                    </a:lnTo>
                    <a:lnTo>
                      <a:pt x="3051" y="92"/>
                    </a:lnTo>
                    <a:lnTo>
                      <a:pt x="3051" y="1"/>
                    </a:lnTo>
                    <a:close/>
                    <a:moveTo>
                      <a:pt x="3234" y="1"/>
                    </a:moveTo>
                    <a:lnTo>
                      <a:pt x="3234" y="92"/>
                    </a:lnTo>
                    <a:lnTo>
                      <a:pt x="3413" y="92"/>
                    </a:lnTo>
                    <a:lnTo>
                      <a:pt x="3413" y="1"/>
                    </a:lnTo>
                    <a:close/>
                    <a:moveTo>
                      <a:pt x="3501" y="1"/>
                    </a:moveTo>
                    <a:lnTo>
                      <a:pt x="3501" y="92"/>
                    </a:lnTo>
                    <a:lnTo>
                      <a:pt x="3680" y="92"/>
                    </a:lnTo>
                    <a:lnTo>
                      <a:pt x="3680" y="1"/>
                    </a:lnTo>
                    <a:close/>
                    <a:moveTo>
                      <a:pt x="3860" y="1"/>
                    </a:moveTo>
                    <a:lnTo>
                      <a:pt x="3860" y="92"/>
                    </a:lnTo>
                    <a:lnTo>
                      <a:pt x="4039" y="92"/>
                    </a:lnTo>
                    <a:lnTo>
                      <a:pt x="4039" y="1"/>
                    </a:lnTo>
                    <a:close/>
                    <a:moveTo>
                      <a:pt x="4221" y="1"/>
                    </a:moveTo>
                    <a:lnTo>
                      <a:pt x="4221" y="92"/>
                    </a:lnTo>
                    <a:lnTo>
                      <a:pt x="4401" y="92"/>
                    </a:lnTo>
                    <a:lnTo>
                      <a:pt x="4401" y="1"/>
                    </a:lnTo>
                    <a:close/>
                    <a:moveTo>
                      <a:pt x="4577" y="1"/>
                    </a:moveTo>
                    <a:lnTo>
                      <a:pt x="4577" y="92"/>
                    </a:lnTo>
                    <a:lnTo>
                      <a:pt x="4759" y="92"/>
                    </a:lnTo>
                    <a:lnTo>
                      <a:pt x="4759" y="1"/>
                    </a:lnTo>
                    <a:close/>
                    <a:moveTo>
                      <a:pt x="4935" y="1"/>
                    </a:moveTo>
                    <a:lnTo>
                      <a:pt x="4935" y="92"/>
                    </a:lnTo>
                    <a:lnTo>
                      <a:pt x="5118" y="92"/>
                    </a:lnTo>
                    <a:lnTo>
                      <a:pt x="5118" y="1"/>
                    </a:lnTo>
                    <a:close/>
                    <a:moveTo>
                      <a:pt x="5297" y="1"/>
                    </a:moveTo>
                    <a:lnTo>
                      <a:pt x="5297" y="92"/>
                    </a:lnTo>
                    <a:lnTo>
                      <a:pt x="5470" y="92"/>
                    </a:lnTo>
                    <a:lnTo>
                      <a:pt x="5470" y="1"/>
                    </a:lnTo>
                    <a:close/>
                    <a:moveTo>
                      <a:pt x="5655" y="1"/>
                    </a:moveTo>
                    <a:lnTo>
                      <a:pt x="5655" y="92"/>
                    </a:lnTo>
                    <a:lnTo>
                      <a:pt x="5828" y="92"/>
                    </a:lnTo>
                    <a:lnTo>
                      <a:pt x="58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5245613" y="445150"/>
                <a:ext cx="4237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92" h="86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91" y="86"/>
                    </a:lnTo>
                    <a:lnTo>
                      <a:pt x="91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5245613" y="168254"/>
                <a:ext cx="4237" cy="264373"/>
              </a:xfrm>
              <a:custGeom>
                <a:avLst/>
                <a:gdLst/>
                <a:ahLst/>
                <a:cxnLst/>
                <a:rect l="l" t="t" r="r" b="b"/>
                <a:pathLst>
                  <a:path w="92" h="5741" extrusionOk="0">
                    <a:moveTo>
                      <a:pt x="0" y="0"/>
                    </a:moveTo>
                    <a:lnTo>
                      <a:pt x="0" y="183"/>
                    </a:lnTo>
                    <a:lnTo>
                      <a:pt x="91" y="183"/>
                    </a:lnTo>
                    <a:lnTo>
                      <a:pt x="91" y="0"/>
                    </a:lnTo>
                    <a:close/>
                    <a:moveTo>
                      <a:pt x="0" y="359"/>
                    </a:moveTo>
                    <a:lnTo>
                      <a:pt x="0" y="541"/>
                    </a:lnTo>
                    <a:lnTo>
                      <a:pt x="91" y="541"/>
                    </a:lnTo>
                    <a:lnTo>
                      <a:pt x="91" y="359"/>
                    </a:lnTo>
                    <a:close/>
                    <a:moveTo>
                      <a:pt x="0" y="717"/>
                    </a:moveTo>
                    <a:lnTo>
                      <a:pt x="0" y="897"/>
                    </a:lnTo>
                    <a:lnTo>
                      <a:pt x="91" y="897"/>
                    </a:lnTo>
                    <a:lnTo>
                      <a:pt x="91" y="717"/>
                    </a:lnTo>
                    <a:close/>
                    <a:moveTo>
                      <a:pt x="0" y="1076"/>
                    </a:moveTo>
                    <a:lnTo>
                      <a:pt x="0" y="1255"/>
                    </a:lnTo>
                    <a:lnTo>
                      <a:pt x="91" y="1255"/>
                    </a:lnTo>
                    <a:lnTo>
                      <a:pt x="91" y="1076"/>
                    </a:lnTo>
                    <a:close/>
                    <a:moveTo>
                      <a:pt x="0" y="1438"/>
                    </a:moveTo>
                    <a:lnTo>
                      <a:pt x="0" y="1617"/>
                    </a:lnTo>
                    <a:lnTo>
                      <a:pt x="91" y="1617"/>
                    </a:lnTo>
                    <a:lnTo>
                      <a:pt x="91" y="1438"/>
                    </a:lnTo>
                    <a:close/>
                    <a:moveTo>
                      <a:pt x="0" y="1705"/>
                    </a:moveTo>
                    <a:lnTo>
                      <a:pt x="0" y="1884"/>
                    </a:lnTo>
                    <a:lnTo>
                      <a:pt x="91" y="1884"/>
                    </a:lnTo>
                    <a:lnTo>
                      <a:pt x="91" y="1705"/>
                    </a:lnTo>
                    <a:close/>
                    <a:moveTo>
                      <a:pt x="0" y="2060"/>
                    </a:moveTo>
                    <a:lnTo>
                      <a:pt x="0" y="2243"/>
                    </a:lnTo>
                    <a:lnTo>
                      <a:pt x="91" y="2243"/>
                    </a:lnTo>
                    <a:lnTo>
                      <a:pt x="91" y="2060"/>
                    </a:lnTo>
                    <a:close/>
                    <a:moveTo>
                      <a:pt x="0" y="2422"/>
                    </a:moveTo>
                    <a:lnTo>
                      <a:pt x="0" y="2605"/>
                    </a:lnTo>
                    <a:lnTo>
                      <a:pt x="91" y="2605"/>
                    </a:lnTo>
                    <a:lnTo>
                      <a:pt x="91" y="2422"/>
                    </a:lnTo>
                    <a:close/>
                    <a:moveTo>
                      <a:pt x="0" y="2781"/>
                    </a:moveTo>
                    <a:lnTo>
                      <a:pt x="0" y="2963"/>
                    </a:lnTo>
                    <a:lnTo>
                      <a:pt x="91" y="2963"/>
                    </a:lnTo>
                    <a:lnTo>
                      <a:pt x="91" y="2781"/>
                    </a:lnTo>
                    <a:close/>
                    <a:moveTo>
                      <a:pt x="0" y="3139"/>
                    </a:moveTo>
                    <a:lnTo>
                      <a:pt x="0" y="3319"/>
                    </a:lnTo>
                    <a:lnTo>
                      <a:pt x="91" y="3319"/>
                    </a:lnTo>
                    <a:lnTo>
                      <a:pt x="91" y="3139"/>
                    </a:lnTo>
                    <a:close/>
                    <a:moveTo>
                      <a:pt x="0" y="3498"/>
                    </a:moveTo>
                    <a:lnTo>
                      <a:pt x="0" y="3677"/>
                    </a:lnTo>
                    <a:lnTo>
                      <a:pt x="91" y="3677"/>
                    </a:lnTo>
                    <a:lnTo>
                      <a:pt x="91" y="3498"/>
                    </a:lnTo>
                    <a:close/>
                    <a:moveTo>
                      <a:pt x="0" y="3859"/>
                    </a:moveTo>
                    <a:lnTo>
                      <a:pt x="0" y="4039"/>
                    </a:lnTo>
                    <a:lnTo>
                      <a:pt x="91" y="4039"/>
                    </a:lnTo>
                    <a:lnTo>
                      <a:pt x="91" y="3859"/>
                    </a:lnTo>
                    <a:close/>
                    <a:moveTo>
                      <a:pt x="0" y="4215"/>
                    </a:moveTo>
                    <a:lnTo>
                      <a:pt x="0" y="4397"/>
                    </a:lnTo>
                    <a:lnTo>
                      <a:pt x="91" y="4397"/>
                    </a:lnTo>
                    <a:lnTo>
                      <a:pt x="91" y="4215"/>
                    </a:lnTo>
                    <a:close/>
                    <a:moveTo>
                      <a:pt x="0" y="4573"/>
                    </a:moveTo>
                    <a:lnTo>
                      <a:pt x="0" y="4756"/>
                    </a:lnTo>
                    <a:lnTo>
                      <a:pt x="91" y="4756"/>
                    </a:lnTo>
                    <a:lnTo>
                      <a:pt x="91" y="4573"/>
                    </a:lnTo>
                    <a:close/>
                    <a:moveTo>
                      <a:pt x="0" y="4932"/>
                    </a:moveTo>
                    <a:lnTo>
                      <a:pt x="0" y="5111"/>
                    </a:lnTo>
                    <a:lnTo>
                      <a:pt x="91" y="5111"/>
                    </a:lnTo>
                    <a:lnTo>
                      <a:pt x="91" y="4932"/>
                    </a:lnTo>
                    <a:close/>
                    <a:moveTo>
                      <a:pt x="0" y="5203"/>
                    </a:moveTo>
                    <a:lnTo>
                      <a:pt x="0" y="5385"/>
                    </a:lnTo>
                    <a:lnTo>
                      <a:pt x="91" y="5385"/>
                    </a:lnTo>
                    <a:lnTo>
                      <a:pt x="91" y="5203"/>
                    </a:lnTo>
                    <a:close/>
                    <a:moveTo>
                      <a:pt x="0" y="5561"/>
                    </a:moveTo>
                    <a:lnTo>
                      <a:pt x="0" y="5740"/>
                    </a:lnTo>
                    <a:lnTo>
                      <a:pt x="91" y="5740"/>
                    </a:lnTo>
                    <a:lnTo>
                      <a:pt x="91" y="556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5245613" y="155775"/>
                <a:ext cx="4237" cy="4283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91" y="92"/>
                    </a:lnTo>
                    <a:lnTo>
                      <a:pt x="91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5257908" y="155775"/>
                <a:ext cx="268425" cy="4283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183" y="92"/>
                    </a:lnTo>
                    <a:lnTo>
                      <a:pt x="183" y="1"/>
                    </a:lnTo>
                    <a:close/>
                    <a:moveTo>
                      <a:pt x="359" y="1"/>
                    </a:moveTo>
                    <a:lnTo>
                      <a:pt x="359" y="92"/>
                    </a:lnTo>
                    <a:lnTo>
                      <a:pt x="541" y="92"/>
                    </a:lnTo>
                    <a:lnTo>
                      <a:pt x="541" y="1"/>
                    </a:lnTo>
                    <a:close/>
                    <a:moveTo>
                      <a:pt x="721" y="1"/>
                    </a:moveTo>
                    <a:lnTo>
                      <a:pt x="721" y="92"/>
                    </a:lnTo>
                    <a:lnTo>
                      <a:pt x="903" y="92"/>
                    </a:lnTo>
                    <a:lnTo>
                      <a:pt x="903" y="1"/>
                    </a:lnTo>
                    <a:close/>
                    <a:moveTo>
                      <a:pt x="1079" y="1"/>
                    </a:moveTo>
                    <a:lnTo>
                      <a:pt x="1079" y="92"/>
                    </a:lnTo>
                    <a:lnTo>
                      <a:pt x="1258" y="92"/>
                    </a:lnTo>
                    <a:lnTo>
                      <a:pt x="1258" y="1"/>
                    </a:lnTo>
                    <a:close/>
                    <a:moveTo>
                      <a:pt x="1438" y="1"/>
                    </a:moveTo>
                    <a:lnTo>
                      <a:pt x="1438" y="92"/>
                    </a:lnTo>
                    <a:lnTo>
                      <a:pt x="1617" y="92"/>
                    </a:lnTo>
                    <a:lnTo>
                      <a:pt x="1617" y="1"/>
                    </a:lnTo>
                    <a:close/>
                    <a:moveTo>
                      <a:pt x="1799" y="1"/>
                    </a:moveTo>
                    <a:lnTo>
                      <a:pt x="1799" y="92"/>
                    </a:lnTo>
                    <a:lnTo>
                      <a:pt x="1972" y="92"/>
                    </a:lnTo>
                    <a:lnTo>
                      <a:pt x="1972" y="1"/>
                    </a:lnTo>
                    <a:close/>
                    <a:moveTo>
                      <a:pt x="2155" y="1"/>
                    </a:moveTo>
                    <a:lnTo>
                      <a:pt x="2155" y="92"/>
                    </a:lnTo>
                    <a:lnTo>
                      <a:pt x="2328" y="92"/>
                    </a:lnTo>
                    <a:lnTo>
                      <a:pt x="2328" y="1"/>
                    </a:lnTo>
                    <a:close/>
                    <a:moveTo>
                      <a:pt x="2513" y="1"/>
                    </a:moveTo>
                    <a:lnTo>
                      <a:pt x="2513" y="92"/>
                    </a:lnTo>
                    <a:lnTo>
                      <a:pt x="2696" y="92"/>
                    </a:lnTo>
                    <a:lnTo>
                      <a:pt x="2696" y="1"/>
                    </a:lnTo>
                    <a:close/>
                    <a:moveTo>
                      <a:pt x="2872" y="1"/>
                    </a:moveTo>
                    <a:lnTo>
                      <a:pt x="2872" y="92"/>
                    </a:lnTo>
                    <a:lnTo>
                      <a:pt x="3051" y="92"/>
                    </a:lnTo>
                    <a:lnTo>
                      <a:pt x="3051" y="1"/>
                    </a:lnTo>
                    <a:close/>
                    <a:moveTo>
                      <a:pt x="3234" y="1"/>
                    </a:moveTo>
                    <a:lnTo>
                      <a:pt x="3234" y="92"/>
                    </a:lnTo>
                    <a:lnTo>
                      <a:pt x="3413" y="92"/>
                    </a:lnTo>
                    <a:lnTo>
                      <a:pt x="3413" y="1"/>
                    </a:lnTo>
                    <a:close/>
                    <a:moveTo>
                      <a:pt x="3501" y="1"/>
                    </a:moveTo>
                    <a:lnTo>
                      <a:pt x="3501" y="92"/>
                    </a:lnTo>
                    <a:lnTo>
                      <a:pt x="3680" y="92"/>
                    </a:lnTo>
                    <a:lnTo>
                      <a:pt x="3680" y="1"/>
                    </a:lnTo>
                    <a:close/>
                    <a:moveTo>
                      <a:pt x="3860" y="1"/>
                    </a:moveTo>
                    <a:lnTo>
                      <a:pt x="3860" y="92"/>
                    </a:lnTo>
                    <a:lnTo>
                      <a:pt x="4039" y="92"/>
                    </a:lnTo>
                    <a:lnTo>
                      <a:pt x="4039" y="1"/>
                    </a:lnTo>
                    <a:close/>
                    <a:moveTo>
                      <a:pt x="4221" y="1"/>
                    </a:moveTo>
                    <a:lnTo>
                      <a:pt x="4221" y="92"/>
                    </a:lnTo>
                    <a:lnTo>
                      <a:pt x="4401" y="92"/>
                    </a:lnTo>
                    <a:lnTo>
                      <a:pt x="4401" y="1"/>
                    </a:lnTo>
                    <a:close/>
                    <a:moveTo>
                      <a:pt x="4577" y="1"/>
                    </a:moveTo>
                    <a:lnTo>
                      <a:pt x="4577" y="92"/>
                    </a:lnTo>
                    <a:lnTo>
                      <a:pt x="4759" y="92"/>
                    </a:lnTo>
                    <a:lnTo>
                      <a:pt x="4759" y="1"/>
                    </a:lnTo>
                    <a:close/>
                    <a:moveTo>
                      <a:pt x="4935" y="1"/>
                    </a:moveTo>
                    <a:lnTo>
                      <a:pt x="4935" y="92"/>
                    </a:lnTo>
                    <a:lnTo>
                      <a:pt x="5118" y="92"/>
                    </a:lnTo>
                    <a:lnTo>
                      <a:pt x="5118" y="1"/>
                    </a:lnTo>
                    <a:close/>
                    <a:moveTo>
                      <a:pt x="5297" y="1"/>
                    </a:moveTo>
                    <a:lnTo>
                      <a:pt x="5297" y="92"/>
                    </a:lnTo>
                    <a:lnTo>
                      <a:pt x="5470" y="92"/>
                    </a:lnTo>
                    <a:lnTo>
                      <a:pt x="5470" y="1"/>
                    </a:lnTo>
                    <a:close/>
                    <a:moveTo>
                      <a:pt x="5655" y="1"/>
                    </a:moveTo>
                    <a:lnTo>
                      <a:pt x="5655" y="92"/>
                    </a:lnTo>
                    <a:lnTo>
                      <a:pt x="5828" y="92"/>
                    </a:lnTo>
                    <a:lnTo>
                      <a:pt x="58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5534850" y="155775"/>
                <a:ext cx="4098" cy="4283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88" y="92"/>
                    </a:lnTo>
                    <a:lnTo>
                      <a:pt x="8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534850" y="168254"/>
                <a:ext cx="4098" cy="264373"/>
              </a:xfrm>
              <a:custGeom>
                <a:avLst/>
                <a:gdLst/>
                <a:ahLst/>
                <a:cxnLst/>
                <a:rect l="l" t="t" r="r" b="b"/>
                <a:pathLst>
                  <a:path w="89" h="5741" extrusionOk="0">
                    <a:moveTo>
                      <a:pt x="0" y="0"/>
                    </a:moveTo>
                    <a:lnTo>
                      <a:pt x="0" y="183"/>
                    </a:lnTo>
                    <a:lnTo>
                      <a:pt x="88" y="183"/>
                    </a:lnTo>
                    <a:lnTo>
                      <a:pt x="88" y="0"/>
                    </a:lnTo>
                    <a:close/>
                    <a:moveTo>
                      <a:pt x="0" y="359"/>
                    </a:moveTo>
                    <a:lnTo>
                      <a:pt x="0" y="541"/>
                    </a:lnTo>
                    <a:lnTo>
                      <a:pt x="88" y="541"/>
                    </a:lnTo>
                    <a:lnTo>
                      <a:pt x="88" y="359"/>
                    </a:lnTo>
                    <a:close/>
                    <a:moveTo>
                      <a:pt x="0" y="717"/>
                    </a:moveTo>
                    <a:lnTo>
                      <a:pt x="0" y="897"/>
                    </a:lnTo>
                    <a:lnTo>
                      <a:pt x="88" y="897"/>
                    </a:lnTo>
                    <a:lnTo>
                      <a:pt x="88" y="717"/>
                    </a:lnTo>
                    <a:close/>
                    <a:moveTo>
                      <a:pt x="0" y="1076"/>
                    </a:moveTo>
                    <a:lnTo>
                      <a:pt x="0" y="1255"/>
                    </a:lnTo>
                    <a:lnTo>
                      <a:pt x="88" y="1255"/>
                    </a:lnTo>
                    <a:lnTo>
                      <a:pt x="88" y="1076"/>
                    </a:lnTo>
                    <a:close/>
                    <a:moveTo>
                      <a:pt x="0" y="1438"/>
                    </a:moveTo>
                    <a:lnTo>
                      <a:pt x="0" y="1617"/>
                    </a:lnTo>
                    <a:lnTo>
                      <a:pt x="88" y="1617"/>
                    </a:lnTo>
                    <a:lnTo>
                      <a:pt x="88" y="1438"/>
                    </a:lnTo>
                    <a:close/>
                    <a:moveTo>
                      <a:pt x="0" y="1705"/>
                    </a:moveTo>
                    <a:lnTo>
                      <a:pt x="0" y="1884"/>
                    </a:lnTo>
                    <a:lnTo>
                      <a:pt x="88" y="1884"/>
                    </a:lnTo>
                    <a:lnTo>
                      <a:pt x="88" y="1705"/>
                    </a:lnTo>
                    <a:close/>
                    <a:moveTo>
                      <a:pt x="0" y="2060"/>
                    </a:moveTo>
                    <a:lnTo>
                      <a:pt x="0" y="2243"/>
                    </a:lnTo>
                    <a:lnTo>
                      <a:pt x="88" y="2243"/>
                    </a:lnTo>
                    <a:lnTo>
                      <a:pt x="88" y="2060"/>
                    </a:lnTo>
                    <a:close/>
                    <a:moveTo>
                      <a:pt x="0" y="2422"/>
                    </a:moveTo>
                    <a:lnTo>
                      <a:pt x="0" y="2605"/>
                    </a:lnTo>
                    <a:lnTo>
                      <a:pt x="88" y="2605"/>
                    </a:lnTo>
                    <a:lnTo>
                      <a:pt x="88" y="2422"/>
                    </a:lnTo>
                    <a:close/>
                    <a:moveTo>
                      <a:pt x="0" y="2781"/>
                    </a:moveTo>
                    <a:lnTo>
                      <a:pt x="0" y="2963"/>
                    </a:lnTo>
                    <a:lnTo>
                      <a:pt x="88" y="2963"/>
                    </a:lnTo>
                    <a:lnTo>
                      <a:pt x="88" y="2781"/>
                    </a:lnTo>
                    <a:close/>
                    <a:moveTo>
                      <a:pt x="0" y="3139"/>
                    </a:moveTo>
                    <a:lnTo>
                      <a:pt x="0" y="3319"/>
                    </a:lnTo>
                    <a:lnTo>
                      <a:pt x="88" y="3319"/>
                    </a:lnTo>
                    <a:lnTo>
                      <a:pt x="88" y="3139"/>
                    </a:lnTo>
                    <a:close/>
                    <a:moveTo>
                      <a:pt x="0" y="3498"/>
                    </a:moveTo>
                    <a:lnTo>
                      <a:pt x="0" y="3677"/>
                    </a:lnTo>
                    <a:lnTo>
                      <a:pt x="88" y="3677"/>
                    </a:lnTo>
                    <a:lnTo>
                      <a:pt x="88" y="3498"/>
                    </a:lnTo>
                    <a:close/>
                    <a:moveTo>
                      <a:pt x="0" y="3859"/>
                    </a:moveTo>
                    <a:lnTo>
                      <a:pt x="0" y="4039"/>
                    </a:lnTo>
                    <a:lnTo>
                      <a:pt x="88" y="4039"/>
                    </a:lnTo>
                    <a:lnTo>
                      <a:pt x="88" y="3859"/>
                    </a:lnTo>
                    <a:close/>
                    <a:moveTo>
                      <a:pt x="0" y="4215"/>
                    </a:moveTo>
                    <a:lnTo>
                      <a:pt x="0" y="4397"/>
                    </a:lnTo>
                    <a:lnTo>
                      <a:pt x="88" y="4397"/>
                    </a:lnTo>
                    <a:lnTo>
                      <a:pt x="88" y="4215"/>
                    </a:lnTo>
                    <a:close/>
                    <a:moveTo>
                      <a:pt x="0" y="4573"/>
                    </a:moveTo>
                    <a:lnTo>
                      <a:pt x="0" y="4756"/>
                    </a:lnTo>
                    <a:lnTo>
                      <a:pt x="88" y="4756"/>
                    </a:lnTo>
                    <a:lnTo>
                      <a:pt x="88" y="4573"/>
                    </a:lnTo>
                    <a:close/>
                    <a:moveTo>
                      <a:pt x="0" y="4932"/>
                    </a:moveTo>
                    <a:lnTo>
                      <a:pt x="0" y="5111"/>
                    </a:lnTo>
                    <a:lnTo>
                      <a:pt x="88" y="5111"/>
                    </a:lnTo>
                    <a:lnTo>
                      <a:pt x="88" y="4932"/>
                    </a:lnTo>
                    <a:close/>
                    <a:moveTo>
                      <a:pt x="0" y="5203"/>
                    </a:moveTo>
                    <a:lnTo>
                      <a:pt x="0" y="5385"/>
                    </a:lnTo>
                    <a:lnTo>
                      <a:pt x="88" y="5385"/>
                    </a:lnTo>
                    <a:lnTo>
                      <a:pt x="88" y="5203"/>
                    </a:lnTo>
                    <a:close/>
                    <a:moveTo>
                      <a:pt x="0" y="5561"/>
                    </a:moveTo>
                    <a:lnTo>
                      <a:pt x="0" y="5740"/>
                    </a:lnTo>
                    <a:lnTo>
                      <a:pt x="88" y="5740"/>
                    </a:lnTo>
                    <a:lnTo>
                      <a:pt x="88" y="556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5229219" y="428388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1" y="0"/>
                    </a:moveTo>
                    <a:lnTo>
                      <a:pt x="1" y="808"/>
                    </a:lnTo>
                    <a:lnTo>
                      <a:pt x="806" y="808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5229219" y="424474"/>
                <a:ext cx="41353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8" h="897" extrusionOk="0">
                    <a:moveTo>
                      <a:pt x="809" y="88"/>
                    </a:moveTo>
                    <a:lnTo>
                      <a:pt x="809" y="805"/>
                    </a:lnTo>
                    <a:lnTo>
                      <a:pt x="89" y="805"/>
                    </a:lnTo>
                    <a:lnTo>
                      <a:pt x="89" y="88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5229219" y="283977"/>
                <a:ext cx="37116" cy="37116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1" y="0"/>
                    </a:moveTo>
                    <a:lnTo>
                      <a:pt x="1" y="806"/>
                    </a:lnTo>
                    <a:lnTo>
                      <a:pt x="806" y="806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5229219" y="279786"/>
                <a:ext cx="41353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8" h="897" extrusionOk="0">
                    <a:moveTo>
                      <a:pt x="809" y="88"/>
                    </a:moveTo>
                    <a:lnTo>
                      <a:pt x="809" y="808"/>
                    </a:lnTo>
                    <a:lnTo>
                      <a:pt x="89" y="808"/>
                    </a:lnTo>
                    <a:lnTo>
                      <a:pt x="89" y="88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5229219" y="139289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1" y="0"/>
                    </a:moveTo>
                    <a:lnTo>
                      <a:pt x="1" y="809"/>
                    </a:lnTo>
                    <a:lnTo>
                      <a:pt x="806" y="809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5229219" y="135375"/>
                <a:ext cx="41353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8" h="897" extrusionOk="0">
                    <a:moveTo>
                      <a:pt x="809" y="85"/>
                    </a:moveTo>
                    <a:lnTo>
                      <a:pt x="809" y="806"/>
                    </a:lnTo>
                    <a:lnTo>
                      <a:pt x="89" y="806"/>
                    </a:lnTo>
                    <a:lnTo>
                      <a:pt x="89" y="85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5518319" y="428388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0" y="0"/>
                    </a:moveTo>
                    <a:lnTo>
                      <a:pt x="0" y="808"/>
                    </a:lnTo>
                    <a:lnTo>
                      <a:pt x="806" y="808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5518319" y="424474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6" y="88"/>
                    </a:moveTo>
                    <a:lnTo>
                      <a:pt x="806" y="805"/>
                    </a:lnTo>
                    <a:lnTo>
                      <a:pt x="85" y="805"/>
                    </a:lnTo>
                    <a:lnTo>
                      <a:pt x="85" y="88"/>
                    </a:lnTo>
                    <a:close/>
                    <a:moveTo>
                      <a:pt x="0" y="0"/>
                    </a:moveTo>
                    <a:lnTo>
                      <a:pt x="0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5518319" y="283977"/>
                <a:ext cx="37116" cy="37116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0" y="0"/>
                    </a:moveTo>
                    <a:lnTo>
                      <a:pt x="0" y="806"/>
                    </a:lnTo>
                    <a:lnTo>
                      <a:pt x="806" y="806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5518319" y="279786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6" y="88"/>
                    </a:moveTo>
                    <a:lnTo>
                      <a:pt x="806" y="808"/>
                    </a:lnTo>
                    <a:lnTo>
                      <a:pt x="85" y="808"/>
                    </a:lnTo>
                    <a:lnTo>
                      <a:pt x="85" y="88"/>
                    </a:lnTo>
                    <a:close/>
                    <a:moveTo>
                      <a:pt x="0" y="0"/>
                    </a:moveTo>
                    <a:lnTo>
                      <a:pt x="0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5518319" y="139289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0" y="0"/>
                    </a:moveTo>
                    <a:lnTo>
                      <a:pt x="0" y="809"/>
                    </a:lnTo>
                    <a:lnTo>
                      <a:pt x="806" y="809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5518319" y="135375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6" y="85"/>
                    </a:moveTo>
                    <a:lnTo>
                      <a:pt x="806" y="806"/>
                    </a:lnTo>
                    <a:lnTo>
                      <a:pt x="85" y="806"/>
                    </a:lnTo>
                    <a:lnTo>
                      <a:pt x="85" y="85"/>
                    </a:lnTo>
                    <a:close/>
                    <a:moveTo>
                      <a:pt x="0" y="0"/>
                    </a:moveTo>
                    <a:lnTo>
                      <a:pt x="0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5373631" y="139289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0" y="0"/>
                    </a:moveTo>
                    <a:lnTo>
                      <a:pt x="0" y="809"/>
                    </a:lnTo>
                    <a:lnTo>
                      <a:pt x="806" y="809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5373769" y="135375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9" y="85"/>
                    </a:moveTo>
                    <a:lnTo>
                      <a:pt x="809" y="806"/>
                    </a:lnTo>
                    <a:lnTo>
                      <a:pt x="89" y="806"/>
                    </a:lnTo>
                    <a:lnTo>
                      <a:pt x="89" y="85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5373631" y="428388"/>
                <a:ext cx="37116" cy="3725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9" extrusionOk="0">
                    <a:moveTo>
                      <a:pt x="0" y="0"/>
                    </a:moveTo>
                    <a:lnTo>
                      <a:pt x="0" y="808"/>
                    </a:lnTo>
                    <a:lnTo>
                      <a:pt x="806" y="808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5373769" y="424474"/>
                <a:ext cx="41307" cy="41307"/>
              </a:xfrm>
              <a:custGeom>
                <a:avLst/>
                <a:gdLst/>
                <a:ahLst/>
                <a:cxnLst/>
                <a:rect l="l" t="t" r="r" b="b"/>
                <a:pathLst>
                  <a:path w="897" h="897" extrusionOk="0">
                    <a:moveTo>
                      <a:pt x="809" y="88"/>
                    </a:moveTo>
                    <a:lnTo>
                      <a:pt x="809" y="805"/>
                    </a:lnTo>
                    <a:lnTo>
                      <a:pt x="89" y="805"/>
                    </a:lnTo>
                    <a:lnTo>
                      <a:pt x="89" y="88"/>
                    </a:lnTo>
                    <a:close/>
                    <a:moveTo>
                      <a:pt x="1" y="0"/>
                    </a:moveTo>
                    <a:lnTo>
                      <a:pt x="1" y="897"/>
                    </a:lnTo>
                    <a:lnTo>
                      <a:pt x="897" y="897"/>
                    </a:lnTo>
                    <a:lnTo>
                      <a:pt x="8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41" name="Google Shape;241;p6"/>
            <p:cNvSpPr txBox="1"/>
            <p:nvPr/>
          </p:nvSpPr>
          <p:spPr>
            <a:xfrm>
              <a:off x="-59500" y="2912225"/>
              <a:ext cx="642300" cy="64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400" b="1">
                  <a:solidFill>
                    <a:schemeClr val="dk2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T</a:t>
              </a:r>
              <a:endParaRPr sz="3400" b="1">
                <a:solidFill>
                  <a:schemeClr val="dk2"/>
                </a:solidFill>
                <a:latin typeface="Abril Fatface"/>
                <a:ea typeface="Abril Fatface"/>
                <a:cs typeface="Abril Fatface"/>
                <a:sym typeface="Abril Fatfac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/>
          <p:nvPr/>
        </p:nvSpPr>
        <p:spPr>
          <a:xfrm>
            <a:off x="266600" y="260350"/>
            <a:ext cx="8615262" cy="4617144"/>
          </a:xfrm>
          <a:custGeom>
            <a:avLst/>
            <a:gdLst/>
            <a:ahLst/>
            <a:cxnLst/>
            <a:rect l="l" t="t" r="r" b="b"/>
            <a:pathLst>
              <a:path w="75005" h="47449" extrusionOk="0">
                <a:moveTo>
                  <a:pt x="1" y="0"/>
                </a:moveTo>
                <a:lnTo>
                  <a:pt x="1" y="47449"/>
                </a:lnTo>
                <a:lnTo>
                  <a:pt x="75004" y="47449"/>
                </a:lnTo>
                <a:lnTo>
                  <a:pt x="75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7"/>
          <p:cNvSpPr/>
          <p:nvPr/>
        </p:nvSpPr>
        <p:spPr>
          <a:xfrm>
            <a:off x="266600" y="264175"/>
            <a:ext cx="8615262" cy="174525"/>
          </a:xfrm>
          <a:custGeom>
            <a:avLst/>
            <a:gdLst/>
            <a:ahLst/>
            <a:cxnLst/>
            <a:rect l="l" t="t" r="r" b="b"/>
            <a:pathLst>
              <a:path w="75005" h="1824" extrusionOk="0">
                <a:moveTo>
                  <a:pt x="1" y="0"/>
                </a:moveTo>
                <a:lnTo>
                  <a:pt x="1" y="1823"/>
                </a:lnTo>
                <a:lnTo>
                  <a:pt x="75004" y="1823"/>
                </a:lnTo>
                <a:lnTo>
                  <a:pt x="750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7"/>
          <p:cNvSpPr/>
          <p:nvPr/>
        </p:nvSpPr>
        <p:spPr>
          <a:xfrm>
            <a:off x="362380" y="315851"/>
            <a:ext cx="78460" cy="70518"/>
          </a:xfrm>
          <a:custGeom>
            <a:avLst/>
            <a:gdLst/>
            <a:ahLst/>
            <a:cxnLst/>
            <a:rect l="l" t="t" r="r" b="b"/>
            <a:pathLst>
              <a:path w="820" h="737" extrusionOk="0">
                <a:moveTo>
                  <a:pt x="375" y="0"/>
                </a:moveTo>
                <a:cubicBezTo>
                  <a:pt x="167" y="0"/>
                  <a:pt x="1" y="173"/>
                  <a:pt x="11" y="382"/>
                </a:cubicBezTo>
                <a:cubicBezTo>
                  <a:pt x="14" y="578"/>
                  <a:pt x="183" y="737"/>
                  <a:pt x="378" y="737"/>
                </a:cubicBezTo>
                <a:cubicBezTo>
                  <a:pt x="384" y="737"/>
                  <a:pt x="389" y="737"/>
                  <a:pt x="395" y="736"/>
                </a:cubicBezTo>
                <a:cubicBezTo>
                  <a:pt x="641" y="730"/>
                  <a:pt x="820" y="481"/>
                  <a:pt x="720" y="223"/>
                </a:cubicBezTo>
                <a:cubicBezTo>
                  <a:pt x="664" y="87"/>
                  <a:pt x="525" y="0"/>
                  <a:pt x="37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7"/>
          <p:cNvSpPr/>
          <p:nvPr/>
        </p:nvSpPr>
        <p:spPr>
          <a:xfrm>
            <a:off x="506096" y="315851"/>
            <a:ext cx="78173" cy="70518"/>
          </a:xfrm>
          <a:custGeom>
            <a:avLst/>
            <a:gdLst/>
            <a:ahLst/>
            <a:cxnLst/>
            <a:rect l="l" t="t" r="r" b="b"/>
            <a:pathLst>
              <a:path w="817" h="737" extrusionOk="0">
                <a:moveTo>
                  <a:pt x="372" y="0"/>
                </a:moveTo>
                <a:cubicBezTo>
                  <a:pt x="166" y="0"/>
                  <a:pt x="1" y="173"/>
                  <a:pt x="7" y="382"/>
                </a:cubicBezTo>
                <a:cubicBezTo>
                  <a:pt x="14" y="578"/>
                  <a:pt x="179" y="737"/>
                  <a:pt x="377" y="737"/>
                </a:cubicBezTo>
                <a:cubicBezTo>
                  <a:pt x="383" y="737"/>
                  <a:pt x="389" y="737"/>
                  <a:pt x="395" y="736"/>
                </a:cubicBezTo>
                <a:cubicBezTo>
                  <a:pt x="637" y="730"/>
                  <a:pt x="816" y="481"/>
                  <a:pt x="717" y="223"/>
                </a:cubicBezTo>
                <a:cubicBezTo>
                  <a:pt x="664" y="87"/>
                  <a:pt x="528" y="0"/>
                  <a:pt x="3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7"/>
          <p:cNvSpPr/>
          <p:nvPr/>
        </p:nvSpPr>
        <p:spPr>
          <a:xfrm>
            <a:off x="650099" y="315851"/>
            <a:ext cx="78173" cy="70518"/>
          </a:xfrm>
          <a:custGeom>
            <a:avLst/>
            <a:gdLst/>
            <a:ahLst/>
            <a:cxnLst/>
            <a:rect l="l" t="t" r="r" b="b"/>
            <a:pathLst>
              <a:path w="817" h="737" extrusionOk="0">
                <a:moveTo>
                  <a:pt x="372" y="0"/>
                </a:moveTo>
                <a:cubicBezTo>
                  <a:pt x="166" y="0"/>
                  <a:pt x="1" y="173"/>
                  <a:pt x="7" y="382"/>
                </a:cubicBezTo>
                <a:cubicBezTo>
                  <a:pt x="10" y="578"/>
                  <a:pt x="179" y="737"/>
                  <a:pt x="374" y="737"/>
                </a:cubicBezTo>
                <a:cubicBezTo>
                  <a:pt x="380" y="737"/>
                  <a:pt x="386" y="737"/>
                  <a:pt x="392" y="736"/>
                </a:cubicBezTo>
                <a:cubicBezTo>
                  <a:pt x="637" y="730"/>
                  <a:pt x="816" y="481"/>
                  <a:pt x="717" y="223"/>
                </a:cubicBezTo>
                <a:cubicBezTo>
                  <a:pt x="664" y="87"/>
                  <a:pt x="521" y="0"/>
                  <a:pt x="3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7"/>
          <p:cNvSpPr/>
          <p:nvPr/>
        </p:nvSpPr>
        <p:spPr>
          <a:xfrm>
            <a:off x="266600" y="438700"/>
            <a:ext cx="8615262" cy="218072"/>
          </a:xfrm>
          <a:custGeom>
            <a:avLst/>
            <a:gdLst/>
            <a:ahLst/>
            <a:cxnLst/>
            <a:rect l="l" t="t" r="r" b="b"/>
            <a:pathLst>
              <a:path w="75005" h="4351" extrusionOk="0">
                <a:moveTo>
                  <a:pt x="1" y="1"/>
                </a:moveTo>
                <a:lnTo>
                  <a:pt x="1" y="4350"/>
                </a:lnTo>
                <a:lnTo>
                  <a:pt x="75004" y="4350"/>
                </a:lnTo>
                <a:lnTo>
                  <a:pt x="750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9" name="Google Shape;249;p7"/>
          <p:cNvGrpSpPr/>
          <p:nvPr/>
        </p:nvGrpSpPr>
        <p:grpSpPr>
          <a:xfrm>
            <a:off x="6848403" y="458556"/>
            <a:ext cx="2010204" cy="178352"/>
            <a:chOff x="4905603" y="626944"/>
            <a:chExt cx="2010204" cy="178352"/>
          </a:xfrm>
        </p:grpSpPr>
        <p:sp>
          <p:nvSpPr>
            <p:cNvPr id="250" name="Google Shape;250;p7"/>
            <p:cNvSpPr/>
            <p:nvPr/>
          </p:nvSpPr>
          <p:spPr>
            <a:xfrm>
              <a:off x="4905603" y="626944"/>
              <a:ext cx="2010194" cy="178352"/>
            </a:xfrm>
            <a:custGeom>
              <a:avLst/>
              <a:gdLst/>
              <a:ahLst/>
              <a:cxnLst/>
              <a:rect l="l" t="t" r="r" b="b"/>
              <a:pathLst>
                <a:path w="21009" h="1864" extrusionOk="0">
                  <a:moveTo>
                    <a:pt x="1" y="1"/>
                  </a:moveTo>
                  <a:lnTo>
                    <a:pt x="1" y="1864"/>
                  </a:lnTo>
                  <a:lnTo>
                    <a:pt x="21008" y="1864"/>
                  </a:lnTo>
                  <a:lnTo>
                    <a:pt x="210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6737456" y="626944"/>
              <a:ext cx="178352" cy="178352"/>
            </a:xfrm>
            <a:custGeom>
              <a:avLst/>
              <a:gdLst/>
              <a:ahLst/>
              <a:cxnLst/>
              <a:rect l="l" t="t" r="r" b="b"/>
              <a:pathLst>
                <a:path w="1864" h="1864" extrusionOk="0">
                  <a:moveTo>
                    <a:pt x="0" y="1"/>
                  </a:moveTo>
                  <a:lnTo>
                    <a:pt x="0" y="1864"/>
                  </a:lnTo>
                  <a:lnTo>
                    <a:pt x="1863" y="1864"/>
                  </a:lnTo>
                  <a:lnTo>
                    <a:pt x="18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6824336" y="711623"/>
              <a:ext cx="57505" cy="68030"/>
            </a:xfrm>
            <a:custGeom>
              <a:avLst/>
              <a:gdLst/>
              <a:ahLst/>
              <a:cxnLst/>
              <a:rect l="l" t="t" r="r" b="b"/>
              <a:pathLst>
                <a:path w="601" h="711" extrusionOk="0">
                  <a:moveTo>
                    <a:pt x="153" y="1"/>
                  </a:moveTo>
                  <a:cubicBezTo>
                    <a:pt x="137" y="47"/>
                    <a:pt x="103" y="90"/>
                    <a:pt x="67" y="117"/>
                  </a:cubicBezTo>
                  <a:cubicBezTo>
                    <a:pt x="44" y="130"/>
                    <a:pt x="24" y="147"/>
                    <a:pt x="1" y="157"/>
                  </a:cubicBezTo>
                  <a:lnTo>
                    <a:pt x="117" y="306"/>
                  </a:lnTo>
                  <a:lnTo>
                    <a:pt x="432" y="710"/>
                  </a:lnTo>
                  <a:lnTo>
                    <a:pt x="601" y="581"/>
                  </a:lnTo>
                  <a:lnTo>
                    <a:pt x="276" y="163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6764056" y="655649"/>
              <a:ext cx="97788" cy="89176"/>
            </a:xfrm>
            <a:custGeom>
              <a:avLst/>
              <a:gdLst/>
              <a:ahLst/>
              <a:cxnLst/>
              <a:rect l="l" t="t" r="r" b="b"/>
              <a:pathLst>
                <a:path w="1022" h="932" extrusionOk="0">
                  <a:moveTo>
                    <a:pt x="527" y="192"/>
                  </a:moveTo>
                  <a:cubicBezTo>
                    <a:pt x="611" y="192"/>
                    <a:pt x="693" y="231"/>
                    <a:pt x="747" y="301"/>
                  </a:cubicBezTo>
                  <a:cubicBezTo>
                    <a:pt x="806" y="380"/>
                    <a:pt x="820" y="483"/>
                    <a:pt x="780" y="576"/>
                  </a:cubicBezTo>
                  <a:cubicBezTo>
                    <a:pt x="763" y="629"/>
                    <a:pt x="733" y="665"/>
                    <a:pt x="697" y="695"/>
                  </a:cubicBezTo>
                  <a:cubicBezTo>
                    <a:pt x="674" y="712"/>
                    <a:pt x="654" y="725"/>
                    <a:pt x="631" y="732"/>
                  </a:cubicBezTo>
                  <a:cubicBezTo>
                    <a:pt x="597" y="745"/>
                    <a:pt x="562" y="752"/>
                    <a:pt x="527" y="752"/>
                  </a:cubicBezTo>
                  <a:cubicBezTo>
                    <a:pt x="400" y="752"/>
                    <a:pt x="281" y="665"/>
                    <a:pt x="253" y="530"/>
                  </a:cubicBezTo>
                  <a:cubicBezTo>
                    <a:pt x="226" y="420"/>
                    <a:pt x="273" y="304"/>
                    <a:pt x="365" y="244"/>
                  </a:cubicBezTo>
                  <a:cubicBezTo>
                    <a:pt x="415" y="209"/>
                    <a:pt x="472" y="192"/>
                    <a:pt x="527" y="192"/>
                  </a:cubicBezTo>
                  <a:close/>
                  <a:moveTo>
                    <a:pt x="526" y="0"/>
                  </a:moveTo>
                  <a:cubicBezTo>
                    <a:pt x="428" y="0"/>
                    <a:pt x="329" y="31"/>
                    <a:pt x="243" y="95"/>
                  </a:cubicBezTo>
                  <a:cubicBezTo>
                    <a:pt x="37" y="251"/>
                    <a:pt x="1" y="543"/>
                    <a:pt x="153" y="748"/>
                  </a:cubicBezTo>
                  <a:cubicBezTo>
                    <a:pt x="244" y="868"/>
                    <a:pt x="383" y="932"/>
                    <a:pt x="525" y="932"/>
                  </a:cubicBezTo>
                  <a:cubicBezTo>
                    <a:pt x="600" y="932"/>
                    <a:pt x="676" y="914"/>
                    <a:pt x="747" y="878"/>
                  </a:cubicBezTo>
                  <a:cubicBezTo>
                    <a:pt x="767" y="864"/>
                    <a:pt x="790" y="851"/>
                    <a:pt x="806" y="835"/>
                  </a:cubicBezTo>
                  <a:cubicBezTo>
                    <a:pt x="846" y="805"/>
                    <a:pt x="879" y="775"/>
                    <a:pt x="906" y="735"/>
                  </a:cubicBezTo>
                  <a:cubicBezTo>
                    <a:pt x="1022" y="569"/>
                    <a:pt x="1018" y="347"/>
                    <a:pt x="899" y="185"/>
                  </a:cubicBezTo>
                  <a:cubicBezTo>
                    <a:pt x="805" y="64"/>
                    <a:pt x="667" y="0"/>
                    <a:pt x="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4945312" y="662538"/>
              <a:ext cx="7942" cy="107260"/>
            </a:xfrm>
            <a:custGeom>
              <a:avLst/>
              <a:gdLst/>
              <a:ahLst/>
              <a:cxnLst/>
              <a:rect l="l" t="t" r="r" b="b"/>
              <a:pathLst>
                <a:path w="83" h="1121" extrusionOk="0">
                  <a:moveTo>
                    <a:pt x="0" y="0"/>
                  </a:moveTo>
                  <a:lnTo>
                    <a:pt x="0" y="1121"/>
                  </a:lnTo>
                  <a:lnTo>
                    <a:pt x="83" y="112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5" name="Google Shape;255;p7"/>
          <p:cNvSpPr/>
          <p:nvPr/>
        </p:nvSpPr>
        <p:spPr>
          <a:xfrm>
            <a:off x="8754900" y="656750"/>
            <a:ext cx="126951" cy="4038639"/>
          </a:xfrm>
          <a:custGeom>
            <a:avLst/>
            <a:gdLst/>
            <a:ahLst/>
            <a:cxnLst/>
            <a:rect l="l" t="t" r="r" b="b"/>
            <a:pathLst>
              <a:path w="1327" h="41316" extrusionOk="0">
                <a:moveTo>
                  <a:pt x="0" y="0"/>
                </a:moveTo>
                <a:lnTo>
                  <a:pt x="0" y="41316"/>
                </a:lnTo>
                <a:lnTo>
                  <a:pt x="1326" y="41316"/>
                </a:lnTo>
                <a:lnTo>
                  <a:pt x="132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6" name="Google Shape;256;p7"/>
          <p:cNvSpPr/>
          <p:nvPr/>
        </p:nvSpPr>
        <p:spPr>
          <a:xfrm>
            <a:off x="8782445" y="683356"/>
            <a:ext cx="67648" cy="1490638"/>
          </a:xfrm>
          <a:custGeom>
            <a:avLst/>
            <a:gdLst/>
            <a:ahLst/>
            <a:cxnLst/>
            <a:rect l="l" t="t" r="r" b="b"/>
            <a:pathLst>
              <a:path w="707" h="15579" extrusionOk="0">
                <a:moveTo>
                  <a:pt x="355" y="0"/>
                </a:moveTo>
                <a:cubicBezTo>
                  <a:pt x="160" y="0"/>
                  <a:pt x="1" y="153"/>
                  <a:pt x="1" y="345"/>
                </a:cubicBezTo>
                <a:lnTo>
                  <a:pt x="1" y="15233"/>
                </a:lnTo>
                <a:cubicBezTo>
                  <a:pt x="1" y="15426"/>
                  <a:pt x="160" y="15578"/>
                  <a:pt x="355" y="15578"/>
                </a:cubicBezTo>
                <a:cubicBezTo>
                  <a:pt x="548" y="15578"/>
                  <a:pt x="707" y="15426"/>
                  <a:pt x="707" y="15233"/>
                </a:cubicBezTo>
                <a:lnTo>
                  <a:pt x="707" y="345"/>
                </a:lnTo>
                <a:cubicBezTo>
                  <a:pt x="707" y="153"/>
                  <a:pt x="548" y="0"/>
                  <a:pt x="35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7"/>
          <p:cNvSpPr/>
          <p:nvPr/>
        </p:nvSpPr>
        <p:spPr>
          <a:xfrm>
            <a:off x="266600" y="4659400"/>
            <a:ext cx="8615285" cy="218077"/>
          </a:xfrm>
          <a:custGeom>
            <a:avLst/>
            <a:gdLst/>
            <a:ahLst/>
            <a:cxnLst/>
            <a:rect l="l" t="t" r="r" b="b"/>
            <a:pathLst>
              <a:path w="73679" h="5845" extrusionOk="0">
                <a:moveTo>
                  <a:pt x="1" y="0"/>
                </a:moveTo>
                <a:lnTo>
                  <a:pt x="1" y="5845"/>
                </a:lnTo>
                <a:lnTo>
                  <a:pt x="73678" y="5845"/>
                </a:lnTo>
                <a:lnTo>
                  <a:pt x="7367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7"/>
          <p:cNvSpPr/>
          <p:nvPr/>
        </p:nvSpPr>
        <p:spPr>
          <a:xfrm>
            <a:off x="8754902" y="4715245"/>
            <a:ext cx="50949" cy="104677"/>
          </a:xfrm>
          <a:custGeom>
            <a:avLst/>
            <a:gdLst/>
            <a:ahLst/>
            <a:cxnLst/>
            <a:rect l="l" t="t" r="r" b="b"/>
            <a:pathLst>
              <a:path w="869" h="1785" extrusionOk="0">
                <a:moveTo>
                  <a:pt x="0" y="1"/>
                </a:moveTo>
                <a:lnTo>
                  <a:pt x="0" y="1784"/>
                </a:lnTo>
                <a:lnTo>
                  <a:pt x="869" y="95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7"/>
          <p:cNvSpPr/>
          <p:nvPr/>
        </p:nvSpPr>
        <p:spPr>
          <a:xfrm>
            <a:off x="317430" y="488803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0"/>
                </a:moveTo>
                <a:lnTo>
                  <a:pt x="1" y="249"/>
                </a:lnTo>
                <a:lnTo>
                  <a:pt x="1492" y="249"/>
                </a:lnTo>
                <a:lnTo>
                  <a:pt x="14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7"/>
          <p:cNvSpPr/>
          <p:nvPr/>
        </p:nvSpPr>
        <p:spPr>
          <a:xfrm>
            <a:off x="317430" y="591567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1"/>
                </a:moveTo>
                <a:lnTo>
                  <a:pt x="1" y="250"/>
                </a:lnTo>
                <a:lnTo>
                  <a:pt x="1492" y="250"/>
                </a:lnTo>
                <a:lnTo>
                  <a:pt x="14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7"/>
          <p:cNvSpPr/>
          <p:nvPr/>
        </p:nvSpPr>
        <p:spPr>
          <a:xfrm>
            <a:off x="317430" y="540185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1"/>
                </a:moveTo>
                <a:lnTo>
                  <a:pt x="1" y="249"/>
                </a:lnTo>
                <a:lnTo>
                  <a:pt x="1492" y="249"/>
                </a:lnTo>
                <a:lnTo>
                  <a:pt x="14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7"/>
          <p:cNvSpPr/>
          <p:nvPr/>
        </p:nvSpPr>
        <p:spPr>
          <a:xfrm rot="10800000">
            <a:off x="317427" y="4715245"/>
            <a:ext cx="50949" cy="104677"/>
          </a:xfrm>
          <a:custGeom>
            <a:avLst/>
            <a:gdLst/>
            <a:ahLst/>
            <a:cxnLst/>
            <a:rect l="l" t="t" r="r" b="b"/>
            <a:pathLst>
              <a:path w="869" h="1785" extrusionOk="0">
                <a:moveTo>
                  <a:pt x="0" y="1"/>
                </a:moveTo>
                <a:lnTo>
                  <a:pt x="0" y="1784"/>
                </a:lnTo>
                <a:lnTo>
                  <a:pt x="869" y="95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3" name="Google Shape;263;p7"/>
          <p:cNvSpPr/>
          <p:nvPr/>
        </p:nvSpPr>
        <p:spPr>
          <a:xfrm>
            <a:off x="266538" y="258700"/>
            <a:ext cx="8615400" cy="461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" name="Google Shape;264;p7"/>
          <p:cNvSpPr txBox="1"/>
          <p:nvPr>
            <p:ph type="title"/>
          </p:nvPr>
        </p:nvSpPr>
        <p:spPr>
          <a:xfrm>
            <a:off x="2066625" y="1348163"/>
            <a:ext cx="50112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5" name="Google Shape;265;p7"/>
          <p:cNvSpPr txBox="1"/>
          <p:nvPr>
            <p:ph type="subTitle" idx="1"/>
          </p:nvPr>
        </p:nvSpPr>
        <p:spPr>
          <a:xfrm>
            <a:off x="2066625" y="2611238"/>
            <a:ext cx="50112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8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268" name="Google Shape;268;p8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74" name="Google Shape;274;p8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80" name="Google Shape;280;p8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8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9" name="Google Shape;289;p8"/>
          <p:cNvSpPr txBox="1"/>
          <p:nvPr>
            <p:ph type="title"/>
          </p:nvPr>
        </p:nvSpPr>
        <p:spPr>
          <a:xfrm>
            <a:off x="3884825" y="1850375"/>
            <a:ext cx="4535100" cy="17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9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292" name="Google Shape;292;p9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98" name="Google Shape;298;p9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299" name="Google Shape;299;p9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1" name="Google Shape;301;p9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2" name="Google Shape;302;p9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04" name="Google Shape;304;p9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9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13" name="Google Shape;313;p9"/>
          <p:cNvSpPr txBox="1"/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14" name="Google Shape;314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10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317" name="Google Shape;317;p10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10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23" name="Google Shape;323;p10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324" name="Google Shape;324;p10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5" name="Google Shape;325;p10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6" name="Google Shape;326;p10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7" name="Google Shape;327;p10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8" name="Google Shape;328;p10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29" name="Google Shape;329;p10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10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336;p10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10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38" name="Google Shape;338;p10"/>
          <p:cNvSpPr txBox="1"/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Black"/>
              <a:buNone/>
              <a:defRPr sz="4000">
                <a:latin typeface="Figtree Black"/>
                <a:ea typeface="Figtree Black"/>
                <a:cs typeface="Figtree Black"/>
                <a:sym typeface="Figtree Black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11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341" name="Google Shape;341;p11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47" name="Google Shape;347;p11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348" name="Google Shape;348;p11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" name="Google Shape;351;p11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" name="Google Shape;352;p11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53" name="Google Shape;353;p11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11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11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2" name="Google Shape;362;p11"/>
          <p:cNvSpPr txBox="1"/>
          <p:nvPr>
            <p:ph type="title" hasCustomPrompt="1"/>
          </p:nvPr>
        </p:nvSpPr>
        <p:spPr>
          <a:xfrm>
            <a:off x="724050" y="1736325"/>
            <a:ext cx="4623300" cy="1194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 i="1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363" name="Google Shape;363;p11"/>
          <p:cNvSpPr txBox="1"/>
          <p:nvPr>
            <p:ph type="subTitle" idx="1"/>
          </p:nvPr>
        </p:nvSpPr>
        <p:spPr>
          <a:xfrm>
            <a:off x="724050" y="2992575"/>
            <a:ext cx="4623300" cy="4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3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367" name="Google Shape;367;p13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13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79" name="Google Shape;379;p13"/>
          <p:cNvSpPr txBox="1"/>
          <p:nvPr>
            <p:ph type="title"/>
          </p:nvPr>
        </p:nvSpPr>
        <p:spPr>
          <a:xfrm>
            <a:off x="720000" y="552150"/>
            <a:ext cx="7704000" cy="5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0" name="Google Shape;380;p13"/>
          <p:cNvSpPr txBox="1"/>
          <p:nvPr>
            <p:ph type="title" idx="2"/>
          </p:nvPr>
        </p:nvSpPr>
        <p:spPr>
          <a:xfrm>
            <a:off x="1872325" y="1478200"/>
            <a:ext cx="2414100" cy="6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1" name="Google Shape;381;p13"/>
          <p:cNvSpPr txBox="1"/>
          <p:nvPr>
            <p:ph type="title" idx="3"/>
          </p:nvPr>
        </p:nvSpPr>
        <p:spPr>
          <a:xfrm>
            <a:off x="5616050" y="1478200"/>
            <a:ext cx="2414100" cy="6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2" name="Google Shape;382;p13"/>
          <p:cNvSpPr txBox="1"/>
          <p:nvPr>
            <p:ph type="subTitle" idx="1"/>
          </p:nvPr>
        </p:nvSpPr>
        <p:spPr>
          <a:xfrm>
            <a:off x="1872325" y="2043400"/>
            <a:ext cx="24141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3" name="Google Shape;383;p13"/>
          <p:cNvSpPr txBox="1"/>
          <p:nvPr>
            <p:ph type="subTitle" idx="4"/>
          </p:nvPr>
        </p:nvSpPr>
        <p:spPr>
          <a:xfrm>
            <a:off x="5616050" y="2043400"/>
            <a:ext cx="24141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4" name="Google Shape;384;p13"/>
          <p:cNvSpPr txBox="1"/>
          <p:nvPr>
            <p:ph type="title" idx="5"/>
          </p:nvPr>
        </p:nvSpPr>
        <p:spPr>
          <a:xfrm>
            <a:off x="1872325" y="3002550"/>
            <a:ext cx="2414100" cy="6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13"/>
          <p:cNvSpPr txBox="1"/>
          <p:nvPr>
            <p:ph type="title" idx="6"/>
          </p:nvPr>
        </p:nvSpPr>
        <p:spPr>
          <a:xfrm>
            <a:off x="5616050" y="3002550"/>
            <a:ext cx="2414100" cy="6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6" name="Google Shape;386;p13"/>
          <p:cNvSpPr txBox="1"/>
          <p:nvPr>
            <p:ph type="subTitle" idx="7"/>
          </p:nvPr>
        </p:nvSpPr>
        <p:spPr>
          <a:xfrm>
            <a:off x="1872350" y="3567900"/>
            <a:ext cx="24141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7" name="Google Shape;387;p13"/>
          <p:cNvSpPr txBox="1"/>
          <p:nvPr>
            <p:ph type="subTitle" idx="8"/>
          </p:nvPr>
        </p:nvSpPr>
        <p:spPr>
          <a:xfrm>
            <a:off x="5616051" y="3567900"/>
            <a:ext cx="24141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8" name="Google Shape;388;p13"/>
          <p:cNvSpPr txBox="1"/>
          <p:nvPr>
            <p:ph type="title" idx="9" hasCustomPrompt="1"/>
          </p:nvPr>
        </p:nvSpPr>
        <p:spPr>
          <a:xfrm>
            <a:off x="904510" y="1615070"/>
            <a:ext cx="775800" cy="775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89" name="Google Shape;389;p13"/>
          <p:cNvSpPr txBox="1"/>
          <p:nvPr>
            <p:ph type="title" idx="13" hasCustomPrompt="1"/>
          </p:nvPr>
        </p:nvSpPr>
        <p:spPr>
          <a:xfrm>
            <a:off x="904510" y="3126120"/>
            <a:ext cx="775800" cy="775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90" name="Google Shape;390;p13"/>
          <p:cNvSpPr txBox="1"/>
          <p:nvPr>
            <p:ph type="title" idx="14" hasCustomPrompt="1"/>
          </p:nvPr>
        </p:nvSpPr>
        <p:spPr>
          <a:xfrm>
            <a:off x="4648360" y="1615070"/>
            <a:ext cx="775800" cy="775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91" name="Google Shape;391;p13"/>
          <p:cNvSpPr txBox="1"/>
          <p:nvPr>
            <p:ph type="title" idx="15" hasCustomPrompt="1"/>
          </p:nvPr>
        </p:nvSpPr>
        <p:spPr>
          <a:xfrm>
            <a:off x="4648360" y="3126120"/>
            <a:ext cx="775800" cy="775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14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394" name="Google Shape;394;p14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00" name="Google Shape;400;p14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401" name="Google Shape;401;p14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402;p14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403;p14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4" name="Google Shape;404;p14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5" name="Google Shape;405;p14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06" name="Google Shape;406;p14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14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15" name="Google Shape;415;p14"/>
          <p:cNvSpPr txBox="1"/>
          <p:nvPr>
            <p:ph type="title" hasCustomPrompt="1"/>
          </p:nvPr>
        </p:nvSpPr>
        <p:spPr>
          <a:xfrm>
            <a:off x="1023875" y="1132011"/>
            <a:ext cx="3376200" cy="8259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16" name="Google Shape;416;p14"/>
          <p:cNvSpPr txBox="1"/>
          <p:nvPr>
            <p:ph type="subTitle" idx="1"/>
          </p:nvPr>
        </p:nvSpPr>
        <p:spPr>
          <a:xfrm>
            <a:off x="1023875" y="1957890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7" name="Google Shape;417;p14"/>
          <p:cNvSpPr txBox="1"/>
          <p:nvPr>
            <p:ph type="title" idx="2" hasCustomPrompt="1"/>
          </p:nvPr>
        </p:nvSpPr>
        <p:spPr>
          <a:xfrm>
            <a:off x="4743925" y="1132011"/>
            <a:ext cx="3376200" cy="8259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18" name="Google Shape;418;p14"/>
          <p:cNvSpPr txBox="1"/>
          <p:nvPr>
            <p:ph type="subTitle" idx="3"/>
          </p:nvPr>
        </p:nvSpPr>
        <p:spPr>
          <a:xfrm>
            <a:off x="4743925" y="1957890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9" name="Google Shape;419;p14"/>
          <p:cNvSpPr txBox="1"/>
          <p:nvPr>
            <p:ph type="title" idx="4" hasCustomPrompt="1"/>
          </p:nvPr>
        </p:nvSpPr>
        <p:spPr>
          <a:xfrm>
            <a:off x="4743925" y="2950586"/>
            <a:ext cx="3376200" cy="8259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20" name="Google Shape;420;p14"/>
          <p:cNvSpPr txBox="1"/>
          <p:nvPr>
            <p:ph type="subTitle" idx="5"/>
          </p:nvPr>
        </p:nvSpPr>
        <p:spPr>
          <a:xfrm>
            <a:off x="4743925" y="3776465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1" name="Google Shape;421;p14"/>
          <p:cNvSpPr txBox="1"/>
          <p:nvPr>
            <p:ph type="title" idx="6" hasCustomPrompt="1"/>
          </p:nvPr>
        </p:nvSpPr>
        <p:spPr>
          <a:xfrm>
            <a:off x="1023875" y="2950586"/>
            <a:ext cx="3376200" cy="8259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22" name="Google Shape;422;p14"/>
          <p:cNvSpPr txBox="1"/>
          <p:nvPr>
            <p:ph type="subTitle" idx="7"/>
          </p:nvPr>
        </p:nvSpPr>
        <p:spPr>
          <a:xfrm>
            <a:off x="1023875" y="3776465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15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425" name="Google Shape;425;p15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15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7" name="Google Shape;437;p15"/>
          <p:cNvSpPr txBox="1"/>
          <p:nvPr>
            <p:ph type="title"/>
          </p:nvPr>
        </p:nvSpPr>
        <p:spPr>
          <a:xfrm>
            <a:off x="720000" y="552150"/>
            <a:ext cx="77040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38" name="Google Shape;438;p15"/>
          <p:cNvGrpSpPr/>
          <p:nvPr/>
        </p:nvGrpSpPr>
        <p:grpSpPr>
          <a:xfrm>
            <a:off x="-712471" y="2646929"/>
            <a:ext cx="1365469" cy="935075"/>
            <a:chOff x="4354825" y="2560575"/>
            <a:chExt cx="284900" cy="195100"/>
          </a:xfrm>
        </p:grpSpPr>
        <p:sp>
          <p:nvSpPr>
            <p:cNvPr id="439" name="Google Shape;439;p15"/>
            <p:cNvSpPr/>
            <p:nvPr/>
          </p:nvSpPr>
          <p:spPr>
            <a:xfrm>
              <a:off x="4354825" y="2560575"/>
              <a:ext cx="284900" cy="195100"/>
            </a:xfrm>
            <a:custGeom>
              <a:avLst/>
              <a:gdLst/>
              <a:ahLst/>
              <a:cxnLst/>
              <a:rect l="l" t="t" r="r" b="b"/>
              <a:pathLst>
                <a:path w="11396" h="7804" extrusionOk="0">
                  <a:moveTo>
                    <a:pt x="11304" y="89"/>
                  </a:moveTo>
                  <a:lnTo>
                    <a:pt x="11304" y="7713"/>
                  </a:lnTo>
                  <a:lnTo>
                    <a:pt x="91" y="7713"/>
                  </a:lnTo>
                  <a:lnTo>
                    <a:pt x="91" y="89"/>
                  </a:lnTo>
                  <a:close/>
                  <a:moveTo>
                    <a:pt x="0" y="1"/>
                  </a:moveTo>
                  <a:lnTo>
                    <a:pt x="0" y="7804"/>
                  </a:lnTo>
                  <a:lnTo>
                    <a:pt x="11395" y="7804"/>
                  </a:lnTo>
                  <a:lnTo>
                    <a:pt x="11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4366850" y="2568525"/>
              <a:ext cx="11275" cy="11175"/>
            </a:xfrm>
            <a:custGeom>
              <a:avLst/>
              <a:gdLst/>
              <a:ahLst/>
              <a:cxnLst/>
              <a:rect l="l" t="t" r="r" b="b"/>
              <a:pathLst>
                <a:path w="451" h="447" extrusionOk="0">
                  <a:moveTo>
                    <a:pt x="224" y="0"/>
                  </a:moveTo>
                  <a:cubicBezTo>
                    <a:pt x="101" y="0"/>
                    <a:pt x="0" y="101"/>
                    <a:pt x="0" y="224"/>
                  </a:cubicBezTo>
                  <a:cubicBezTo>
                    <a:pt x="0" y="346"/>
                    <a:pt x="98" y="447"/>
                    <a:pt x="224" y="447"/>
                  </a:cubicBezTo>
                  <a:cubicBezTo>
                    <a:pt x="350" y="447"/>
                    <a:pt x="450" y="349"/>
                    <a:pt x="450" y="224"/>
                  </a:cubicBezTo>
                  <a:cubicBezTo>
                    <a:pt x="450" y="101"/>
                    <a:pt x="350" y="0"/>
                    <a:pt x="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4389800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30" y="0"/>
                  </a:moveTo>
                  <a:cubicBezTo>
                    <a:pt x="105" y="0"/>
                    <a:pt x="1" y="101"/>
                    <a:pt x="1" y="224"/>
                  </a:cubicBezTo>
                  <a:cubicBezTo>
                    <a:pt x="1" y="346"/>
                    <a:pt x="105" y="447"/>
                    <a:pt x="230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6" y="0"/>
                    <a:pt x="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4412925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27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6"/>
                    <a:pt x="101" y="447"/>
                    <a:pt x="227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3" y="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4357100" y="2585200"/>
              <a:ext cx="282625" cy="2300"/>
            </a:xfrm>
            <a:custGeom>
              <a:avLst/>
              <a:gdLst/>
              <a:ahLst/>
              <a:cxnLst/>
              <a:rect l="l" t="t" r="r" b="b"/>
              <a:pathLst>
                <a:path w="11305" h="92" extrusionOk="0">
                  <a:moveTo>
                    <a:pt x="0" y="0"/>
                  </a:moveTo>
                  <a:lnTo>
                    <a:pt x="0" y="91"/>
                  </a:lnTo>
                  <a:lnTo>
                    <a:pt x="11304" y="91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4" name="Google Shape;444;p15"/>
          <p:cNvGrpSpPr/>
          <p:nvPr/>
        </p:nvGrpSpPr>
        <p:grpSpPr>
          <a:xfrm>
            <a:off x="8500481" y="919472"/>
            <a:ext cx="1198424" cy="661358"/>
            <a:chOff x="8500481" y="919472"/>
            <a:chExt cx="1198424" cy="661358"/>
          </a:xfrm>
        </p:grpSpPr>
        <p:sp>
          <p:nvSpPr>
            <p:cNvPr id="445" name="Google Shape;445;p15"/>
            <p:cNvSpPr/>
            <p:nvPr/>
          </p:nvSpPr>
          <p:spPr>
            <a:xfrm>
              <a:off x="8504431" y="923665"/>
              <a:ext cx="1190292" cy="652961"/>
            </a:xfrm>
            <a:custGeom>
              <a:avLst/>
              <a:gdLst/>
              <a:ahLst/>
              <a:cxnLst/>
              <a:rect l="l" t="t" r="r" b="b"/>
              <a:pathLst>
                <a:path w="12919" h="7087" extrusionOk="0">
                  <a:moveTo>
                    <a:pt x="1" y="1"/>
                  </a:moveTo>
                  <a:lnTo>
                    <a:pt x="1" y="7087"/>
                  </a:lnTo>
                  <a:lnTo>
                    <a:pt x="12918" y="7087"/>
                  </a:lnTo>
                  <a:lnTo>
                    <a:pt x="129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46" name="Google Shape;446;p15"/>
            <p:cNvGrpSpPr/>
            <p:nvPr/>
          </p:nvGrpSpPr>
          <p:grpSpPr>
            <a:xfrm>
              <a:off x="8500481" y="919472"/>
              <a:ext cx="1198424" cy="661358"/>
              <a:chOff x="3072901" y="606093"/>
              <a:chExt cx="598972" cy="330547"/>
            </a:xfrm>
          </p:grpSpPr>
          <p:sp>
            <p:nvSpPr>
              <p:cNvPr id="447" name="Google Shape;447;p15"/>
              <p:cNvSpPr/>
              <p:nvPr/>
            </p:nvSpPr>
            <p:spPr>
              <a:xfrm>
                <a:off x="3072901" y="606093"/>
                <a:ext cx="598972" cy="330547"/>
              </a:xfrm>
              <a:custGeom>
                <a:avLst/>
                <a:gdLst/>
                <a:ahLst/>
                <a:cxnLst/>
                <a:rect l="l" t="t" r="r" b="b"/>
                <a:pathLst>
                  <a:path w="13007" h="7178" extrusionOk="0">
                    <a:moveTo>
                      <a:pt x="1" y="0"/>
                    </a:moveTo>
                    <a:lnTo>
                      <a:pt x="1" y="7159"/>
                    </a:lnTo>
                    <a:lnTo>
                      <a:pt x="1" y="7175"/>
                    </a:lnTo>
                    <a:lnTo>
                      <a:pt x="89" y="7175"/>
                    </a:lnTo>
                    <a:lnTo>
                      <a:pt x="89" y="95"/>
                    </a:lnTo>
                    <a:lnTo>
                      <a:pt x="13006" y="92"/>
                    </a:lnTo>
                    <a:lnTo>
                      <a:pt x="13006" y="0"/>
                    </a:lnTo>
                    <a:close/>
                    <a:moveTo>
                      <a:pt x="89" y="7175"/>
                    </a:moveTo>
                    <a:lnTo>
                      <a:pt x="89" y="7178"/>
                    </a:lnTo>
                    <a:lnTo>
                      <a:pt x="13006" y="7178"/>
                    </a:lnTo>
                    <a:lnTo>
                      <a:pt x="13006" y="71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3077690" y="610007"/>
                <a:ext cx="593124" cy="325620"/>
              </a:xfrm>
              <a:custGeom>
                <a:avLst/>
                <a:gdLst/>
                <a:ahLst/>
                <a:cxnLst/>
                <a:rect l="l" t="t" r="r" b="b"/>
                <a:pathLst>
                  <a:path w="12880" h="7071" extrusionOk="0">
                    <a:moveTo>
                      <a:pt x="0" y="0"/>
                    </a:moveTo>
                    <a:cubicBezTo>
                      <a:pt x="1060" y="607"/>
                      <a:pt x="2130" y="1205"/>
                      <a:pt x="3193" y="1802"/>
                    </a:cubicBezTo>
                    <a:lnTo>
                      <a:pt x="6404" y="3579"/>
                    </a:lnTo>
                    <a:lnTo>
                      <a:pt x="9631" y="5338"/>
                    </a:lnTo>
                    <a:lnTo>
                      <a:pt x="11251" y="6209"/>
                    </a:lnTo>
                    <a:lnTo>
                      <a:pt x="12880" y="7071"/>
                    </a:lnTo>
                    <a:lnTo>
                      <a:pt x="11285" y="6165"/>
                    </a:lnTo>
                    <a:lnTo>
                      <a:pt x="9688" y="5268"/>
                    </a:lnTo>
                    <a:lnTo>
                      <a:pt x="6473" y="3491"/>
                    </a:lnTo>
                    <a:lnTo>
                      <a:pt x="3246" y="1736"/>
                    </a:lnTo>
                    <a:cubicBezTo>
                      <a:pt x="2164" y="1155"/>
                      <a:pt x="1089" y="573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3077828" y="610007"/>
                <a:ext cx="593170" cy="325205"/>
              </a:xfrm>
              <a:custGeom>
                <a:avLst/>
                <a:gdLst/>
                <a:ahLst/>
                <a:cxnLst/>
                <a:rect l="l" t="t" r="r" b="b"/>
                <a:pathLst>
                  <a:path w="12881" h="7062" extrusionOk="0">
                    <a:moveTo>
                      <a:pt x="12880" y="0"/>
                    </a:moveTo>
                    <a:cubicBezTo>
                      <a:pt x="11795" y="573"/>
                      <a:pt x="10713" y="1155"/>
                      <a:pt x="9628" y="1730"/>
                    </a:cubicBezTo>
                    <a:lnTo>
                      <a:pt x="6401" y="3488"/>
                    </a:lnTo>
                    <a:lnTo>
                      <a:pt x="3190" y="5265"/>
                    </a:lnTo>
                    <a:lnTo>
                      <a:pt x="1589" y="6162"/>
                    </a:lnTo>
                    <a:lnTo>
                      <a:pt x="0" y="7061"/>
                    </a:lnTo>
                    <a:lnTo>
                      <a:pt x="1627" y="6203"/>
                    </a:lnTo>
                    <a:lnTo>
                      <a:pt x="3243" y="5328"/>
                    </a:lnTo>
                    <a:lnTo>
                      <a:pt x="6470" y="3570"/>
                    </a:lnTo>
                    <a:lnTo>
                      <a:pt x="9685" y="1793"/>
                    </a:lnTo>
                    <a:cubicBezTo>
                      <a:pt x="10754" y="1205"/>
                      <a:pt x="11823" y="607"/>
                      <a:pt x="128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450" name="Google Shape;450;p15"/>
          <p:cNvGrpSpPr/>
          <p:nvPr/>
        </p:nvGrpSpPr>
        <p:grpSpPr>
          <a:xfrm>
            <a:off x="-424126" y="3796124"/>
            <a:ext cx="1031823" cy="1399454"/>
            <a:chOff x="460250" y="1921475"/>
            <a:chExt cx="233075" cy="316125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460250" y="1921475"/>
              <a:ext cx="233075" cy="185800"/>
              <a:chOff x="460250" y="1921475"/>
              <a:chExt cx="233075" cy="185800"/>
            </a:xfrm>
          </p:grpSpPr>
          <p:sp>
            <p:nvSpPr>
              <p:cNvPr id="452" name="Google Shape;452;p15"/>
              <p:cNvSpPr/>
              <p:nvPr/>
            </p:nvSpPr>
            <p:spPr>
              <a:xfrm>
                <a:off x="477550" y="1921475"/>
                <a:ext cx="97600" cy="1367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5470" extrusionOk="0">
                    <a:moveTo>
                      <a:pt x="1641" y="1"/>
                    </a:moveTo>
                    <a:cubicBezTo>
                      <a:pt x="1377" y="1"/>
                      <a:pt x="1116" y="49"/>
                      <a:pt x="897" y="161"/>
                    </a:cubicBezTo>
                    <a:cubicBezTo>
                      <a:pt x="491" y="371"/>
                      <a:pt x="246" y="780"/>
                      <a:pt x="135" y="1208"/>
                    </a:cubicBezTo>
                    <a:cubicBezTo>
                      <a:pt x="0" y="1711"/>
                      <a:pt x="25" y="2277"/>
                      <a:pt x="104" y="2787"/>
                    </a:cubicBezTo>
                    <a:cubicBezTo>
                      <a:pt x="183" y="3259"/>
                      <a:pt x="334" y="3731"/>
                      <a:pt x="642" y="4102"/>
                    </a:cubicBezTo>
                    <a:cubicBezTo>
                      <a:pt x="1290" y="4879"/>
                      <a:pt x="2369" y="4967"/>
                      <a:pt x="3208" y="5445"/>
                    </a:cubicBezTo>
                    <a:cubicBezTo>
                      <a:pt x="3210" y="5461"/>
                      <a:pt x="3247" y="5469"/>
                      <a:pt x="3272" y="5469"/>
                    </a:cubicBezTo>
                    <a:cubicBezTo>
                      <a:pt x="3289" y="5469"/>
                      <a:pt x="3300" y="5465"/>
                      <a:pt x="3287" y="5457"/>
                    </a:cubicBezTo>
                    <a:cubicBezTo>
                      <a:pt x="3256" y="5140"/>
                      <a:pt x="3384" y="4860"/>
                      <a:pt x="3510" y="4573"/>
                    </a:cubicBezTo>
                    <a:cubicBezTo>
                      <a:pt x="3611" y="4350"/>
                      <a:pt x="3693" y="4117"/>
                      <a:pt x="3752" y="3878"/>
                    </a:cubicBezTo>
                    <a:cubicBezTo>
                      <a:pt x="3878" y="3363"/>
                      <a:pt x="3903" y="2828"/>
                      <a:pt x="3831" y="2306"/>
                    </a:cubicBezTo>
                    <a:cubicBezTo>
                      <a:pt x="3696" y="1394"/>
                      <a:pt x="3234" y="381"/>
                      <a:pt x="2293" y="95"/>
                    </a:cubicBezTo>
                    <a:cubicBezTo>
                      <a:pt x="2091" y="35"/>
                      <a:pt x="1865" y="1"/>
                      <a:pt x="1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" name="Google Shape;453;p15"/>
              <p:cNvSpPr/>
              <p:nvPr/>
            </p:nvSpPr>
            <p:spPr>
              <a:xfrm>
                <a:off x="571775" y="1935525"/>
                <a:ext cx="121550" cy="127975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5119" extrusionOk="0">
                    <a:moveTo>
                      <a:pt x="3497" y="1"/>
                    </a:moveTo>
                    <a:cubicBezTo>
                      <a:pt x="3134" y="1"/>
                      <a:pt x="2755" y="95"/>
                      <a:pt x="2430" y="206"/>
                    </a:cubicBezTo>
                    <a:cubicBezTo>
                      <a:pt x="1493" y="523"/>
                      <a:pt x="710" y="1225"/>
                      <a:pt x="367" y="2159"/>
                    </a:cubicBezTo>
                    <a:cubicBezTo>
                      <a:pt x="1" y="3171"/>
                      <a:pt x="1016" y="5119"/>
                      <a:pt x="1074" y="5119"/>
                    </a:cubicBezTo>
                    <a:cubicBezTo>
                      <a:pt x="1074" y="5119"/>
                      <a:pt x="1075" y="5119"/>
                      <a:pt x="1075" y="5119"/>
                    </a:cubicBezTo>
                    <a:cubicBezTo>
                      <a:pt x="1682" y="4942"/>
                      <a:pt x="2289" y="4779"/>
                      <a:pt x="2896" y="4596"/>
                    </a:cubicBezTo>
                    <a:cubicBezTo>
                      <a:pt x="3368" y="4458"/>
                      <a:pt x="3780" y="4260"/>
                      <a:pt x="4097" y="3873"/>
                    </a:cubicBezTo>
                    <a:cubicBezTo>
                      <a:pt x="4412" y="3480"/>
                      <a:pt x="4623" y="3008"/>
                      <a:pt x="4701" y="2508"/>
                    </a:cubicBezTo>
                    <a:cubicBezTo>
                      <a:pt x="4799" y="1983"/>
                      <a:pt x="4862" y="1360"/>
                      <a:pt x="4679" y="841"/>
                    </a:cubicBezTo>
                    <a:cubicBezTo>
                      <a:pt x="4547" y="457"/>
                      <a:pt x="4261" y="127"/>
                      <a:pt x="3855" y="36"/>
                    </a:cubicBezTo>
                    <a:cubicBezTo>
                      <a:pt x="3739" y="11"/>
                      <a:pt x="3619" y="1"/>
                      <a:pt x="34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460250" y="2041750"/>
                <a:ext cx="104125" cy="640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562" extrusionOk="0">
                    <a:moveTo>
                      <a:pt x="744" y="1"/>
                    </a:moveTo>
                    <a:cubicBezTo>
                      <a:pt x="716" y="1"/>
                      <a:pt x="688" y="1"/>
                      <a:pt x="661" y="1"/>
                    </a:cubicBezTo>
                    <a:cubicBezTo>
                      <a:pt x="406" y="14"/>
                      <a:pt x="189" y="64"/>
                      <a:pt x="98" y="329"/>
                    </a:cubicBezTo>
                    <a:cubicBezTo>
                      <a:pt x="0" y="593"/>
                      <a:pt x="66" y="948"/>
                      <a:pt x="154" y="1216"/>
                    </a:cubicBezTo>
                    <a:cubicBezTo>
                      <a:pt x="334" y="1779"/>
                      <a:pt x="755" y="2562"/>
                      <a:pt x="1425" y="2562"/>
                    </a:cubicBezTo>
                    <a:cubicBezTo>
                      <a:pt x="1438" y="2562"/>
                      <a:pt x="1451" y="2562"/>
                      <a:pt x="1464" y="2562"/>
                    </a:cubicBezTo>
                    <a:cubicBezTo>
                      <a:pt x="1882" y="2562"/>
                      <a:pt x="2306" y="2514"/>
                      <a:pt x="2727" y="2511"/>
                    </a:cubicBezTo>
                    <a:cubicBezTo>
                      <a:pt x="2898" y="2508"/>
                      <a:pt x="3068" y="2506"/>
                      <a:pt x="3239" y="2506"/>
                    </a:cubicBezTo>
                    <a:cubicBezTo>
                      <a:pt x="3535" y="2506"/>
                      <a:pt x="3831" y="2512"/>
                      <a:pt x="4124" y="2530"/>
                    </a:cubicBezTo>
                    <a:cubicBezTo>
                      <a:pt x="4165" y="2530"/>
                      <a:pt x="4070" y="1137"/>
                      <a:pt x="2954" y="458"/>
                    </a:cubicBezTo>
                    <a:cubicBezTo>
                      <a:pt x="2639" y="269"/>
                      <a:pt x="2255" y="206"/>
                      <a:pt x="1903" y="130"/>
                    </a:cubicBezTo>
                    <a:cubicBezTo>
                      <a:pt x="1524" y="42"/>
                      <a:pt x="1132" y="1"/>
                      <a:pt x="7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610400" y="2055325"/>
                <a:ext cx="81600" cy="519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78" extrusionOk="0">
                    <a:moveTo>
                      <a:pt x="2442" y="0"/>
                    </a:moveTo>
                    <a:cubicBezTo>
                      <a:pt x="2107" y="0"/>
                      <a:pt x="1724" y="157"/>
                      <a:pt x="1480" y="276"/>
                    </a:cubicBezTo>
                    <a:cubicBezTo>
                      <a:pt x="829" y="594"/>
                      <a:pt x="304" y="1135"/>
                      <a:pt x="5" y="1795"/>
                    </a:cubicBezTo>
                    <a:cubicBezTo>
                      <a:pt x="1" y="1808"/>
                      <a:pt x="12" y="1820"/>
                      <a:pt x="23" y="1820"/>
                    </a:cubicBezTo>
                    <a:cubicBezTo>
                      <a:pt x="28" y="1820"/>
                      <a:pt x="33" y="1817"/>
                      <a:pt x="36" y="1811"/>
                    </a:cubicBezTo>
                    <a:cubicBezTo>
                      <a:pt x="43" y="1817"/>
                      <a:pt x="49" y="1821"/>
                      <a:pt x="52" y="1821"/>
                    </a:cubicBezTo>
                    <a:cubicBezTo>
                      <a:pt x="502" y="1927"/>
                      <a:pt x="958" y="2009"/>
                      <a:pt x="1417" y="2056"/>
                    </a:cubicBezTo>
                    <a:cubicBezTo>
                      <a:pt x="1542" y="2067"/>
                      <a:pt x="1673" y="2077"/>
                      <a:pt x="1805" y="2077"/>
                    </a:cubicBezTo>
                    <a:cubicBezTo>
                      <a:pt x="2062" y="2077"/>
                      <a:pt x="2321" y="2039"/>
                      <a:pt x="2537" y="1896"/>
                    </a:cubicBezTo>
                    <a:cubicBezTo>
                      <a:pt x="2974" y="1607"/>
                      <a:pt x="3263" y="827"/>
                      <a:pt x="3027" y="336"/>
                    </a:cubicBezTo>
                    <a:cubicBezTo>
                      <a:pt x="2910" y="86"/>
                      <a:pt x="2689" y="0"/>
                      <a:pt x="2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56" name="Google Shape;456;p15"/>
            <p:cNvGrpSpPr/>
            <p:nvPr/>
          </p:nvGrpSpPr>
          <p:grpSpPr>
            <a:xfrm>
              <a:off x="470000" y="1944350"/>
              <a:ext cx="211300" cy="231925"/>
              <a:chOff x="470000" y="1944350"/>
              <a:chExt cx="211300" cy="231925"/>
            </a:xfrm>
          </p:grpSpPr>
          <p:sp>
            <p:nvSpPr>
              <p:cNvPr id="457" name="Google Shape;457;p15"/>
              <p:cNvSpPr/>
              <p:nvPr/>
            </p:nvSpPr>
            <p:spPr>
              <a:xfrm>
                <a:off x="496150" y="1944350"/>
                <a:ext cx="95650" cy="218100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8724" extrusionOk="0">
                    <a:moveTo>
                      <a:pt x="1187" y="1"/>
                    </a:moveTo>
                    <a:cubicBezTo>
                      <a:pt x="1178" y="1"/>
                      <a:pt x="1172" y="7"/>
                      <a:pt x="1172" y="13"/>
                    </a:cubicBezTo>
                    <a:cubicBezTo>
                      <a:pt x="1099" y="362"/>
                      <a:pt x="1074" y="721"/>
                      <a:pt x="1090" y="1079"/>
                    </a:cubicBezTo>
                    <a:cubicBezTo>
                      <a:pt x="907" y="721"/>
                      <a:pt x="719" y="369"/>
                      <a:pt x="514" y="23"/>
                    </a:cubicBezTo>
                    <a:cubicBezTo>
                      <a:pt x="509" y="13"/>
                      <a:pt x="501" y="10"/>
                      <a:pt x="493" y="10"/>
                    </a:cubicBezTo>
                    <a:cubicBezTo>
                      <a:pt x="475" y="10"/>
                      <a:pt x="457" y="32"/>
                      <a:pt x="470" y="54"/>
                    </a:cubicBezTo>
                    <a:cubicBezTo>
                      <a:pt x="791" y="658"/>
                      <a:pt x="1084" y="1287"/>
                      <a:pt x="1360" y="1916"/>
                    </a:cubicBezTo>
                    <a:cubicBezTo>
                      <a:pt x="970" y="1576"/>
                      <a:pt x="524" y="1318"/>
                      <a:pt x="36" y="1149"/>
                    </a:cubicBezTo>
                    <a:cubicBezTo>
                      <a:pt x="34" y="1148"/>
                      <a:pt x="32" y="1148"/>
                      <a:pt x="30" y="1148"/>
                    </a:cubicBezTo>
                    <a:cubicBezTo>
                      <a:pt x="12" y="1148"/>
                      <a:pt x="0" y="1174"/>
                      <a:pt x="21" y="1180"/>
                    </a:cubicBezTo>
                    <a:cubicBezTo>
                      <a:pt x="546" y="1410"/>
                      <a:pt x="1030" y="1727"/>
                      <a:pt x="1445" y="2124"/>
                    </a:cubicBezTo>
                    <a:cubicBezTo>
                      <a:pt x="1647" y="2586"/>
                      <a:pt x="1832" y="3048"/>
                      <a:pt x="2011" y="3520"/>
                    </a:cubicBezTo>
                    <a:cubicBezTo>
                      <a:pt x="1486" y="3004"/>
                      <a:pt x="766" y="2665"/>
                      <a:pt x="71" y="2482"/>
                    </a:cubicBezTo>
                    <a:cubicBezTo>
                      <a:pt x="68" y="2481"/>
                      <a:pt x="66" y="2481"/>
                      <a:pt x="64" y="2481"/>
                    </a:cubicBezTo>
                    <a:cubicBezTo>
                      <a:pt x="45" y="2481"/>
                      <a:pt x="42" y="2514"/>
                      <a:pt x="61" y="2517"/>
                    </a:cubicBezTo>
                    <a:cubicBezTo>
                      <a:pt x="870" y="2762"/>
                      <a:pt x="1499" y="3218"/>
                      <a:pt x="2106" y="3769"/>
                    </a:cubicBezTo>
                    <a:cubicBezTo>
                      <a:pt x="2178" y="3957"/>
                      <a:pt x="2247" y="4149"/>
                      <a:pt x="2317" y="4338"/>
                    </a:cubicBezTo>
                    <a:cubicBezTo>
                      <a:pt x="2574" y="5058"/>
                      <a:pt x="2823" y="5781"/>
                      <a:pt x="3059" y="6511"/>
                    </a:cubicBezTo>
                    <a:cubicBezTo>
                      <a:pt x="3172" y="6860"/>
                      <a:pt x="3282" y="7213"/>
                      <a:pt x="3392" y="7562"/>
                    </a:cubicBezTo>
                    <a:cubicBezTo>
                      <a:pt x="3512" y="7939"/>
                      <a:pt x="3600" y="8335"/>
                      <a:pt x="3751" y="8700"/>
                    </a:cubicBezTo>
                    <a:cubicBezTo>
                      <a:pt x="3757" y="8716"/>
                      <a:pt x="3773" y="8724"/>
                      <a:pt x="3787" y="8724"/>
                    </a:cubicBezTo>
                    <a:cubicBezTo>
                      <a:pt x="3807" y="8724"/>
                      <a:pt x="3825" y="8710"/>
                      <a:pt x="3820" y="8685"/>
                    </a:cubicBezTo>
                    <a:cubicBezTo>
                      <a:pt x="3735" y="8326"/>
                      <a:pt x="3638" y="7967"/>
                      <a:pt x="3518" y="7618"/>
                    </a:cubicBezTo>
                    <a:cubicBezTo>
                      <a:pt x="3405" y="7235"/>
                      <a:pt x="3292" y="6851"/>
                      <a:pt x="3172" y="6470"/>
                    </a:cubicBezTo>
                    <a:cubicBezTo>
                      <a:pt x="2939" y="5722"/>
                      <a:pt x="2700" y="4976"/>
                      <a:pt x="2436" y="4240"/>
                    </a:cubicBezTo>
                    <a:cubicBezTo>
                      <a:pt x="2279" y="3800"/>
                      <a:pt x="2112" y="3363"/>
                      <a:pt x="1933" y="2932"/>
                    </a:cubicBezTo>
                    <a:cubicBezTo>
                      <a:pt x="1955" y="2658"/>
                      <a:pt x="1989" y="2388"/>
                      <a:pt x="2037" y="2117"/>
                    </a:cubicBezTo>
                    <a:cubicBezTo>
                      <a:pt x="2106" y="1790"/>
                      <a:pt x="2210" y="1476"/>
                      <a:pt x="2304" y="1158"/>
                    </a:cubicBezTo>
                    <a:cubicBezTo>
                      <a:pt x="2308" y="1146"/>
                      <a:pt x="2295" y="1136"/>
                      <a:pt x="2283" y="1136"/>
                    </a:cubicBezTo>
                    <a:cubicBezTo>
                      <a:pt x="2277" y="1136"/>
                      <a:pt x="2272" y="1139"/>
                      <a:pt x="2269" y="1145"/>
                    </a:cubicBezTo>
                    <a:cubicBezTo>
                      <a:pt x="2081" y="1586"/>
                      <a:pt x="1832" y="2149"/>
                      <a:pt x="1829" y="2671"/>
                    </a:cubicBezTo>
                    <a:cubicBezTo>
                      <a:pt x="1625" y="2180"/>
                      <a:pt x="1404" y="1699"/>
                      <a:pt x="1169" y="1224"/>
                    </a:cubicBezTo>
                    <a:cubicBezTo>
                      <a:pt x="1140" y="825"/>
                      <a:pt x="1153" y="419"/>
                      <a:pt x="1200" y="16"/>
                    </a:cubicBezTo>
                    <a:cubicBezTo>
                      <a:pt x="1200" y="10"/>
                      <a:pt x="1194" y="1"/>
                      <a:pt x="118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541625" y="1960425"/>
                <a:ext cx="8800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779" extrusionOk="0">
                    <a:moveTo>
                      <a:pt x="325" y="0"/>
                    </a:moveTo>
                    <a:cubicBezTo>
                      <a:pt x="317" y="0"/>
                      <a:pt x="308" y="5"/>
                      <a:pt x="303" y="15"/>
                    </a:cubicBezTo>
                    <a:cubicBezTo>
                      <a:pt x="155" y="245"/>
                      <a:pt x="51" y="502"/>
                      <a:pt x="1" y="770"/>
                    </a:cubicBezTo>
                    <a:cubicBezTo>
                      <a:pt x="1" y="775"/>
                      <a:pt x="5" y="779"/>
                      <a:pt x="8" y="779"/>
                    </a:cubicBezTo>
                    <a:cubicBezTo>
                      <a:pt x="11" y="779"/>
                      <a:pt x="13" y="777"/>
                      <a:pt x="13" y="773"/>
                    </a:cubicBezTo>
                    <a:cubicBezTo>
                      <a:pt x="108" y="518"/>
                      <a:pt x="218" y="276"/>
                      <a:pt x="343" y="34"/>
                    </a:cubicBezTo>
                    <a:cubicBezTo>
                      <a:pt x="351" y="14"/>
                      <a:pt x="339" y="0"/>
                      <a:pt x="32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>
                <a:off x="492475" y="1998050"/>
                <a:ext cx="1952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94" extrusionOk="0">
                    <a:moveTo>
                      <a:pt x="13" y="1"/>
                    </a:moveTo>
                    <a:cubicBezTo>
                      <a:pt x="4" y="1"/>
                      <a:pt x="1" y="7"/>
                      <a:pt x="13" y="13"/>
                    </a:cubicBezTo>
                    <a:cubicBezTo>
                      <a:pt x="136" y="64"/>
                      <a:pt x="262" y="98"/>
                      <a:pt x="388" y="145"/>
                    </a:cubicBezTo>
                    <a:cubicBezTo>
                      <a:pt x="507" y="193"/>
                      <a:pt x="630" y="252"/>
                      <a:pt x="756" y="293"/>
                    </a:cubicBezTo>
                    <a:cubicBezTo>
                      <a:pt x="768" y="293"/>
                      <a:pt x="781" y="287"/>
                      <a:pt x="781" y="274"/>
                    </a:cubicBezTo>
                    <a:cubicBezTo>
                      <a:pt x="781" y="268"/>
                      <a:pt x="775" y="265"/>
                      <a:pt x="768" y="256"/>
                    </a:cubicBezTo>
                    <a:cubicBezTo>
                      <a:pt x="532" y="127"/>
                      <a:pt x="278" y="38"/>
                      <a:pt x="1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0" name="Google Shape;460;p15"/>
              <p:cNvSpPr/>
              <p:nvPr/>
            </p:nvSpPr>
            <p:spPr>
              <a:xfrm>
                <a:off x="494675" y="1947975"/>
                <a:ext cx="6825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81" extrusionOk="0">
                    <a:moveTo>
                      <a:pt x="10" y="1"/>
                    </a:moveTo>
                    <a:cubicBezTo>
                      <a:pt x="5" y="1"/>
                      <a:pt x="3" y="5"/>
                      <a:pt x="1" y="10"/>
                    </a:cubicBezTo>
                    <a:cubicBezTo>
                      <a:pt x="1" y="13"/>
                      <a:pt x="1" y="22"/>
                      <a:pt x="4" y="22"/>
                    </a:cubicBezTo>
                    <a:cubicBezTo>
                      <a:pt x="80" y="82"/>
                      <a:pt x="158" y="132"/>
                      <a:pt x="243" y="180"/>
                    </a:cubicBezTo>
                    <a:cubicBezTo>
                      <a:pt x="245" y="180"/>
                      <a:pt x="246" y="181"/>
                      <a:pt x="248" y="181"/>
                    </a:cubicBezTo>
                    <a:cubicBezTo>
                      <a:pt x="260" y="181"/>
                      <a:pt x="273" y="162"/>
                      <a:pt x="259" y="151"/>
                    </a:cubicBezTo>
                    <a:cubicBezTo>
                      <a:pt x="183" y="91"/>
                      <a:pt x="102" y="41"/>
                      <a:pt x="17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1" name="Google Shape;461;p15"/>
              <p:cNvSpPr/>
              <p:nvPr/>
            </p:nvSpPr>
            <p:spPr>
              <a:xfrm>
                <a:off x="576300" y="1965800"/>
                <a:ext cx="90300" cy="202750"/>
              </a:xfrm>
              <a:custGeom>
                <a:avLst/>
                <a:gdLst/>
                <a:ahLst/>
                <a:cxnLst/>
                <a:rect l="l" t="t" r="r" b="b"/>
                <a:pathLst>
                  <a:path w="3612" h="8110" extrusionOk="0">
                    <a:moveTo>
                      <a:pt x="3532" y="1"/>
                    </a:moveTo>
                    <a:cubicBezTo>
                      <a:pt x="3529" y="1"/>
                      <a:pt x="3526" y="2"/>
                      <a:pt x="3523" y="4"/>
                    </a:cubicBezTo>
                    <a:cubicBezTo>
                      <a:pt x="3202" y="234"/>
                      <a:pt x="2844" y="369"/>
                      <a:pt x="2485" y="523"/>
                    </a:cubicBezTo>
                    <a:cubicBezTo>
                      <a:pt x="2570" y="375"/>
                      <a:pt x="2649" y="225"/>
                      <a:pt x="2731" y="77"/>
                    </a:cubicBezTo>
                    <a:cubicBezTo>
                      <a:pt x="2746" y="47"/>
                      <a:pt x="2722" y="16"/>
                      <a:pt x="2696" y="16"/>
                    </a:cubicBezTo>
                    <a:cubicBezTo>
                      <a:pt x="2686" y="16"/>
                      <a:pt x="2676" y="21"/>
                      <a:pt x="2668" y="33"/>
                    </a:cubicBezTo>
                    <a:cubicBezTo>
                      <a:pt x="2347" y="495"/>
                      <a:pt x="2061" y="979"/>
                      <a:pt x="1806" y="1479"/>
                    </a:cubicBezTo>
                    <a:cubicBezTo>
                      <a:pt x="1740" y="1039"/>
                      <a:pt x="1721" y="599"/>
                      <a:pt x="1743" y="155"/>
                    </a:cubicBezTo>
                    <a:cubicBezTo>
                      <a:pt x="1743" y="149"/>
                      <a:pt x="1743" y="146"/>
                      <a:pt x="1740" y="143"/>
                    </a:cubicBezTo>
                    <a:cubicBezTo>
                      <a:pt x="1734" y="143"/>
                      <a:pt x="1730" y="143"/>
                      <a:pt x="1727" y="146"/>
                    </a:cubicBezTo>
                    <a:lnTo>
                      <a:pt x="1727" y="149"/>
                    </a:lnTo>
                    <a:cubicBezTo>
                      <a:pt x="1652" y="633"/>
                      <a:pt x="1655" y="1124"/>
                      <a:pt x="1743" y="1605"/>
                    </a:cubicBezTo>
                    <a:cubicBezTo>
                      <a:pt x="1529" y="2030"/>
                      <a:pt x="1337" y="2461"/>
                      <a:pt x="1164" y="2901"/>
                    </a:cubicBezTo>
                    <a:cubicBezTo>
                      <a:pt x="1095" y="2640"/>
                      <a:pt x="1007" y="2379"/>
                      <a:pt x="944" y="2112"/>
                    </a:cubicBezTo>
                    <a:cubicBezTo>
                      <a:pt x="850" y="1731"/>
                      <a:pt x="822" y="1338"/>
                      <a:pt x="853" y="945"/>
                    </a:cubicBezTo>
                    <a:cubicBezTo>
                      <a:pt x="853" y="942"/>
                      <a:pt x="850" y="935"/>
                      <a:pt x="847" y="935"/>
                    </a:cubicBezTo>
                    <a:cubicBezTo>
                      <a:pt x="844" y="935"/>
                      <a:pt x="837" y="942"/>
                      <a:pt x="837" y="945"/>
                    </a:cubicBezTo>
                    <a:cubicBezTo>
                      <a:pt x="733" y="1668"/>
                      <a:pt x="818" y="2407"/>
                      <a:pt x="1095" y="3087"/>
                    </a:cubicBezTo>
                    <a:cubicBezTo>
                      <a:pt x="991" y="3351"/>
                      <a:pt x="897" y="3618"/>
                      <a:pt x="806" y="3886"/>
                    </a:cubicBezTo>
                    <a:cubicBezTo>
                      <a:pt x="350" y="5241"/>
                      <a:pt x="79" y="6656"/>
                      <a:pt x="1" y="8088"/>
                    </a:cubicBezTo>
                    <a:cubicBezTo>
                      <a:pt x="1" y="8103"/>
                      <a:pt x="13" y="8110"/>
                      <a:pt x="29" y="8110"/>
                    </a:cubicBezTo>
                    <a:cubicBezTo>
                      <a:pt x="42" y="8110"/>
                      <a:pt x="48" y="8103"/>
                      <a:pt x="51" y="8091"/>
                    </a:cubicBezTo>
                    <a:cubicBezTo>
                      <a:pt x="208" y="6682"/>
                      <a:pt x="513" y="5288"/>
                      <a:pt x="957" y="3936"/>
                    </a:cubicBezTo>
                    <a:cubicBezTo>
                      <a:pt x="1136" y="3407"/>
                      <a:pt x="1334" y="2895"/>
                      <a:pt x="1554" y="2392"/>
                    </a:cubicBezTo>
                    <a:cubicBezTo>
                      <a:pt x="1913" y="2285"/>
                      <a:pt x="2275" y="2143"/>
                      <a:pt x="2621" y="2020"/>
                    </a:cubicBezTo>
                    <a:cubicBezTo>
                      <a:pt x="2970" y="1898"/>
                      <a:pt x="3316" y="1766"/>
                      <a:pt x="3605" y="1542"/>
                    </a:cubicBezTo>
                    <a:cubicBezTo>
                      <a:pt x="3611" y="1536"/>
                      <a:pt x="3611" y="1530"/>
                      <a:pt x="3605" y="1520"/>
                    </a:cubicBezTo>
                    <a:lnTo>
                      <a:pt x="3596" y="1523"/>
                    </a:lnTo>
                    <a:cubicBezTo>
                      <a:pt x="3215" y="1706"/>
                      <a:pt x="2816" y="1863"/>
                      <a:pt x="2407" y="1989"/>
                    </a:cubicBezTo>
                    <a:cubicBezTo>
                      <a:pt x="2136" y="2064"/>
                      <a:pt x="1869" y="2159"/>
                      <a:pt x="1614" y="2278"/>
                    </a:cubicBezTo>
                    <a:cubicBezTo>
                      <a:pt x="1869" y="1706"/>
                      <a:pt x="2152" y="1149"/>
                      <a:pt x="2448" y="596"/>
                    </a:cubicBezTo>
                    <a:cubicBezTo>
                      <a:pt x="2838" y="479"/>
                      <a:pt x="3250" y="303"/>
                      <a:pt x="3545" y="30"/>
                    </a:cubicBezTo>
                    <a:cubicBezTo>
                      <a:pt x="3552" y="20"/>
                      <a:pt x="3552" y="7"/>
                      <a:pt x="3545" y="4"/>
                    </a:cubicBezTo>
                    <a:cubicBezTo>
                      <a:pt x="3542" y="3"/>
                      <a:pt x="3537" y="1"/>
                      <a:pt x="35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2" name="Google Shape;462;p15"/>
              <p:cNvSpPr/>
              <p:nvPr/>
            </p:nvSpPr>
            <p:spPr>
              <a:xfrm>
                <a:off x="652575" y="1989550"/>
                <a:ext cx="28325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83" extrusionOk="0">
                    <a:moveTo>
                      <a:pt x="1114" y="1"/>
                    </a:moveTo>
                    <a:cubicBezTo>
                      <a:pt x="1113" y="1"/>
                      <a:pt x="1112" y="1"/>
                      <a:pt x="1111" y="1"/>
                    </a:cubicBezTo>
                    <a:cubicBezTo>
                      <a:pt x="740" y="136"/>
                      <a:pt x="390" y="322"/>
                      <a:pt x="16" y="451"/>
                    </a:cubicBezTo>
                    <a:cubicBezTo>
                      <a:pt x="0" y="457"/>
                      <a:pt x="10" y="482"/>
                      <a:pt x="29" y="482"/>
                    </a:cubicBezTo>
                    <a:cubicBezTo>
                      <a:pt x="419" y="397"/>
                      <a:pt x="809" y="281"/>
                      <a:pt x="1126" y="20"/>
                    </a:cubicBezTo>
                    <a:cubicBezTo>
                      <a:pt x="1132" y="14"/>
                      <a:pt x="1125" y="1"/>
                      <a:pt x="11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599425" y="1969200"/>
                <a:ext cx="51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075" extrusionOk="0">
                    <a:moveTo>
                      <a:pt x="186" y="1"/>
                    </a:moveTo>
                    <a:cubicBezTo>
                      <a:pt x="181" y="1"/>
                      <a:pt x="177" y="3"/>
                      <a:pt x="173" y="10"/>
                    </a:cubicBezTo>
                    <a:cubicBezTo>
                      <a:pt x="73" y="353"/>
                      <a:pt x="0" y="714"/>
                      <a:pt x="104" y="1064"/>
                    </a:cubicBezTo>
                    <a:cubicBezTo>
                      <a:pt x="106" y="1070"/>
                      <a:pt x="112" y="1074"/>
                      <a:pt x="118" y="1074"/>
                    </a:cubicBezTo>
                    <a:cubicBezTo>
                      <a:pt x="123" y="1074"/>
                      <a:pt x="128" y="1071"/>
                      <a:pt x="129" y="1064"/>
                    </a:cubicBezTo>
                    <a:cubicBezTo>
                      <a:pt x="151" y="705"/>
                      <a:pt x="129" y="365"/>
                      <a:pt x="205" y="22"/>
                    </a:cubicBezTo>
                    <a:cubicBezTo>
                      <a:pt x="205" y="10"/>
                      <a:pt x="195" y="1"/>
                      <a:pt x="18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4" name="Google Shape;464;p15"/>
              <p:cNvSpPr/>
              <p:nvPr/>
            </p:nvSpPr>
            <p:spPr>
              <a:xfrm>
                <a:off x="638425" y="1949700"/>
                <a:ext cx="5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604" extrusionOk="0">
                    <a:moveTo>
                      <a:pt x="202" y="0"/>
                    </a:moveTo>
                    <a:cubicBezTo>
                      <a:pt x="195" y="0"/>
                      <a:pt x="186" y="4"/>
                      <a:pt x="180" y="7"/>
                    </a:cubicBezTo>
                    <a:cubicBezTo>
                      <a:pt x="60" y="177"/>
                      <a:pt x="0" y="381"/>
                      <a:pt x="16" y="589"/>
                    </a:cubicBezTo>
                    <a:cubicBezTo>
                      <a:pt x="16" y="596"/>
                      <a:pt x="25" y="603"/>
                      <a:pt x="32" y="603"/>
                    </a:cubicBezTo>
                    <a:cubicBezTo>
                      <a:pt x="36" y="603"/>
                      <a:pt x="40" y="601"/>
                      <a:pt x="41" y="595"/>
                    </a:cubicBezTo>
                    <a:cubicBezTo>
                      <a:pt x="88" y="397"/>
                      <a:pt x="164" y="221"/>
                      <a:pt x="221" y="32"/>
                    </a:cubicBezTo>
                    <a:cubicBezTo>
                      <a:pt x="227" y="19"/>
                      <a:pt x="217" y="4"/>
                      <a:pt x="2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474875" y="2047750"/>
                <a:ext cx="116400" cy="124925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997" extrusionOk="0">
                    <a:moveTo>
                      <a:pt x="281" y="0"/>
                    </a:moveTo>
                    <a:cubicBezTo>
                      <a:pt x="272" y="0"/>
                      <a:pt x="262" y="17"/>
                      <a:pt x="274" y="26"/>
                    </a:cubicBezTo>
                    <a:cubicBezTo>
                      <a:pt x="393" y="111"/>
                      <a:pt x="526" y="186"/>
                      <a:pt x="642" y="284"/>
                    </a:cubicBezTo>
                    <a:cubicBezTo>
                      <a:pt x="721" y="356"/>
                      <a:pt x="796" y="425"/>
                      <a:pt x="865" y="504"/>
                    </a:cubicBezTo>
                    <a:cubicBezTo>
                      <a:pt x="595" y="419"/>
                      <a:pt x="315" y="340"/>
                      <a:pt x="47" y="268"/>
                    </a:cubicBezTo>
                    <a:cubicBezTo>
                      <a:pt x="42" y="267"/>
                      <a:pt x="38" y="266"/>
                      <a:pt x="34" y="266"/>
                    </a:cubicBezTo>
                    <a:cubicBezTo>
                      <a:pt x="1" y="266"/>
                      <a:pt x="7" y="297"/>
                      <a:pt x="57" y="299"/>
                    </a:cubicBezTo>
                    <a:cubicBezTo>
                      <a:pt x="566" y="497"/>
                      <a:pt x="1082" y="658"/>
                      <a:pt x="1592" y="856"/>
                    </a:cubicBezTo>
                    <a:cubicBezTo>
                      <a:pt x="1256" y="872"/>
                      <a:pt x="924" y="955"/>
                      <a:pt x="589" y="955"/>
                    </a:cubicBezTo>
                    <a:cubicBezTo>
                      <a:pt x="460" y="955"/>
                      <a:pt x="330" y="943"/>
                      <a:pt x="198" y="909"/>
                    </a:cubicBezTo>
                    <a:cubicBezTo>
                      <a:pt x="196" y="909"/>
                      <a:pt x="194" y="908"/>
                      <a:pt x="192" y="908"/>
                    </a:cubicBezTo>
                    <a:cubicBezTo>
                      <a:pt x="186" y="908"/>
                      <a:pt x="183" y="912"/>
                      <a:pt x="183" y="919"/>
                    </a:cubicBezTo>
                    <a:cubicBezTo>
                      <a:pt x="176" y="925"/>
                      <a:pt x="183" y="935"/>
                      <a:pt x="189" y="935"/>
                    </a:cubicBezTo>
                    <a:cubicBezTo>
                      <a:pt x="366" y="993"/>
                      <a:pt x="547" y="1014"/>
                      <a:pt x="730" y="1014"/>
                    </a:cubicBezTo>
                    <a:cubicBezTo>
                      <a:pt x="1058" y="1014"/>
                      <a:pt x="1391" y="947"/>
                      <a:pt x="1714" y="906"/>
                    </a:cubicBezTo>
                    <a:lnTo>
                      <a:pt x="1787" y="938"/>
                    </a:lnTo>
                    <a:cubicBezTo>
                      <a:pt x="2215" y="1104"/>
                      <a:pt x="2608" y="1356"/>
                      <a:pt x="2947" y="1677"/>
                    </a:cubicBezTo>
                    <a:cubicBezTo>
                      <a:pt x="2787" y="1643"/>
                      <a:pt x="2625" y="1631"/>
                      <a:pt x="2462" y="1631"/>
                    </a:cubicBezTo>
                    <a:cubicBezTo>
                      <a:pt x="2070" y="1631"/>
                      <a:pt x="1674" y="1700"/>
                      <a:pt x="1280" y="1700"/>
                    </a:cubicBezTo>
                    <a:cubicBezTo>
                      <a:pt x="1035" y="1700"/>
                      <a:pt x="791" y="1673"/>
                      <a:pt x="551" y="1586"/>
                    </a:cubicBezTo>
                    <a:cubicBezTo>
                      <a:pt x="550" y="1586"/>
                      <a:pt x="550" y="1585"/>
                      <a:pt x="549" y="1585"/>
                    </a:cubicBezTo>
                    <a:cubicBezTo>
                      <a:pt x="540" y="1585"/>
                      <a:pt x="526" y="1608"/>
                      <a:pt x="541" y="1617"/>
                    </a:cubicBezTo>
                    <a:cubicBezTo>
                      <a:pt x="790" y="1755"/>
                      <a:pt x="1079" y="1794"/>
                      <a:pt x="1363" y="1794"/>
                    </a:cubicBezTo>
                    <a:cubicBezTo>
                      <a:pt x="1482" y="1794"/>
                      <a:pt x="1600" y="1787"/>
                      <a:pt x="1714" y="1778"/>
                    </a:cubicBezTo>
                    <a:cubicBezTo>
                      <a:pt x="1957" y="1759"/>
                      <a:pt x="2192" y="1724"/>
                      <a:pt x="2428" y="1724"/>
                    </a:cubicBezTo>
                    <a:cubicBezTo>
                      <a:pt x="2633" y="1724"/>
                      <a:pt x="2831" y="1740"/>
                      <a:pt x="3035" y="1765"/>
                    </a:cubicBezTo>
                    <a:cubicBezTo>
                      <a:pt x="3092" y="1825"/>
                      <a:pt x="3145" y="1885"/>
                      <a:pt x="3199" y="1947"/>
                    </a:cubicBezTo>
                    <a:cubicBezTo>
                      <a:pt x="3932" y="2812"/>
                      <a:pt x="4419" y="3863"/>
                      <a:pt x="4608" y="4979"/>
                    </a:cubicBezTo>
                    <a:cubicBezTo>
                      <a:pt x="4611" y="4991"/>
                      <a:pt x="4619" y="4996"/>
                      <a:pt x="4629" y="4996"/>
                    </a:cubicBezTo>
                    <a:cubicBezTo>
                      <a:pt x="4641" y="4996"/>
                      <a:pt x="4655" y="4986"/>
                      <a:pt x="4655" y="4970"/>
                    </a:cubicBezTo>
                    <a:cubicBezTo>
                      <a:pt x="4652" y="3831"/>
                      <a:pt x="4070" y="2715"/>
                      <a:pt x="3331" y="1872"/>
                    </a:cubicBezTo>
                    <a:cubicBezTo>
                      <a:pt x="3142" y="1661"/>
                      <a:pt x="2928" y="1466"/>
                      <a:pt x="2699" y="1299"/>
                    </a:cubicBezTo>
                    <a:cubicBezTo>
                      <a:pt x="2554" y="878"/>
                      <a:pt x="2233" y="532"/>
                      <a:pt x="1825" y="356"/>
                    </a:cubicBezTo>
                    <a:cubicBezTo>
                      <a:pt x="1822" y="352"/>
                      <a:pt x="1818" y="350"/>
                      <a:pt x="1814" y="350"/>
                    </a:cubicBezTo>
                    <a:cubicBezTo>
                      <a:pt x="1809" y="350"/>
                      <a:pt x="1804" y="354"/>
                      <a:pt x="1802" y="359"/>
                    </a:cubicBezTo>
                    <a:cubicBezTo>
                      <a:pt x="1793" y="369"/>
                      <a:pt x="1799" y="378"/>
                      <a:pt x="1806" y="384"/>
                    </a:cubicBezTo>
                    <a:cubicBezTo>
                      <a:pt x="1997" y="519"/>
                      <a:pt x="2199" y="626"/>
                      <a:pt x="2350" y="818"/>
                    </a:cubicBezTo>
                    <a:cubicBezTo>
                      <a:pt x="2438" y="950"/>
                      <a:pt x="2513" y="1082"/>
                      <a:pt x="2579" y="1224"/>
                    </a:cubicBezTo>
                    <a:cubicBezTo>
                      <a:pt x="2375" y="1092"/>
                      <a:pt x="2164" y="976"/>
                      <a:pt x="1941" y="887"/>
                    </a:cubicBezTo>
                    <a:cubicBezTo>
                      <a:pt x="1617" y="755"/>
                      <a:pt x="1280" y="633"/>
                      <a:pt x="941" y="523"/>
                    </a:cubicBezTo>
                    <a:cubicBezTo>
                      <a:pt x="777" y="293"/>
                      <a:pt x="548" y="111"/>
                      <a:pt x="283" y="1"/>
                    </a:cubicBezTo>
                    <a:cubicBezTo>
                      <a:pt x="283" y="0"/>
                      <a:pt x="282" y="0"/>
                      <a:pt x="28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470000" y="2066850"/>
                <a:ext cx="18975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759" h="93" extrusionOk="0">
                    <a:moveTo>
                      <a:pt x="19" y="1"/>
                    </a:moveTo>
                    <a:cubicBezTo>
                      <a:pt x="7" y="1"/>
                      <a:pt x="0" y="17"/>
                      <a:pt x="13" y="20"/>
                    </a:cubicBezTo>
                    <a:cubicBezTo>
                      <a:pt x="164" y="67"/>
                      <a:pt x="321" y="93"/>
                      <a:pt x="478" y="93"/>
                    </a:cubicBezTo>
                    <a:cubicBezTo>
                      <a:pt x="569" y="93"/>
                      <a:pt x="661" y="84"/>
                      <a:pt x="752" y="67"/>
                    </a:cubicBezTo>
                    <a:cubicBezTo>
                      <a:pt x="758" y="64"/>
                      <a:pt x="755" y="54"/>
                      <a:pt x="752" y="54"/>
                    </a:cubicBezTo>
                    <a:cubicBezTo>
                      <a:pt x="507" y="51"/>
                      <a:pt x="264" y="32"/>
                      <a:pt x="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510975" y="2054750"/>
                <a:ext cx="101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280" extrusionOk="0">
                    <a:moveTo>
                      <a:pt x="32" y="0"/>
                    </a:moveTo>
                    <a:cubicBezTo>
                      <a:pt x="14" y="0"/>
                      <a:pt x="0" y="26"/>
                      <a:pt x="3" y="32"/>
                    </a:cubicBezTo>
                    <a:cubicBezTo>
                      <a:pt x="63" y="76"/>
                      <a:pt x="123" y="111"/>
                      <a:pt x="186" y="145"/>
                    </a:cubicBezTo>
                    <a:cubicBezTo>
                      <a:pt x="248" y="186"/>
                      <a:pt x="311" y="233"/>
                      <a:pt x="374" y="277"/>
                    </a:cubicBezTo>
                    <a:cubicBezTo>
                      <a:pt x="377" y="279"/>
                      <a:pt x="380" y="280"/>
                      <a:pt x="383" y="280"/>
                    </a:cubicBezTo>
                    <a:cubicBezTo>
                      <a:pt x="397" y="280"/>
                      <a:pt x="404" y="263"/>
                      <a:pt x="393" y="252"/>
                    </a:cubicBezTo>
                    <a:cubicBezTo>
                      <a:pt x="292" y="145"/>
                      <a:pt x="170" y="63"/>
                      <a:pt x="35" y="0"/>
                    </a:cubicBezTo>
                    <a:cubicBezTo>
                      <a:pt x="34" y="0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568125" y="2064025"/>
                <a:ext cx="107750" cy="112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90" extrusionOk="0">
                    <a:moveTo>
                      <a:pt x="3904" y="1"/>
                    </a:moveTo>
                    <a:cubicBezTo>
                      <a:pt x="3668" y="126"/>
                      <a:pt x="3479" y="318"/>
                      <a:pt x="3353" y="551"/>
                    </a:cubicBezTo>
                    <a:cubicBezTo>
                      <a:pt x="3001" y="680"/>
                      <a:pt x="2661" y="834"/>
                      <a:pt x="2331" y="1013"/>
                    </a:cubicBezTo>
                    <a:cubicBezTo>
                      <a:pt x="2526" y="740"/>
                      <a:pt x="2762" y="491"/>
                      <a:pt x="3023" y="284"/>
                    </a:cubicBezTo>
                    <a:cubicBezTo>
                      <a:pt x="3036" y="273"/>
                      <a:pt x="3028" y="252"/>
                      <a:pt x="3015" y="252"/>
                    </a:cubicBezTo>
                    <a:cubicBezTo>
                      <a:pt x="3013" y="252"/>
                      <a:pt x="3010" y="253"/>
                      <a:pt x="3007" y="255"/>
                    </a:cubicBezTo>
                    <a:cubicBezTo>
                      <a:pt x="2677" y="472"/>
                      <a:pt x="2394" y="759"/>
                      <a:pt x="2180" y="1095"/>
                    </a:cubicBezTo>
                    <a:cubicBezTo>
                      <a:pt x="1885" y="1268"/>
                      <a:pt x="1614" y="1479"/>
                      <a:pt x="1366" y="1718"/>
                    </a:cubicBezTo>
                    <a:cubicBezTo>
                      <a:pt x="658" y="2416"/>
                      <a:pt x="170" y="3495"/>
                      <a:pt x="7" y="4467"/>
                    </a:cubicBezTo>
                    <a:cubicBezTo>
                      <a:pt x="1" y="4476"/>
                      <a:pt x="10" y="4486"/>
                      <a:pt x="16" y="4489"/>
                    </a:cubicBezTo>
                    <a:cubicBezTo>
                      <a:pt x="18" y="4489"/>
                      <a:pt x="21" y="4490"/>
                      <a:pt x="23" y="4490"/>
                    </a:cubicBezTo>
                    <a:cubicBezTo>
                      <a:pt x="32" y="4490"/>
                      <a:pt x="39" y="4484"/>
                      <a:pt x="41" y="4476"/>
                    </a:cubicBezTo>
                    <a:cubicBezTo>
                      <a:pt x="233" y="3982"/>
                      <a:pt x="359" y="3476"/>
                      <a:pt x="595" y="2995"/>
                    </a:cubicBezTo>
                    <a:cubicBezTo>
                      <a:pt x="809" y="2551"/>
                      <a:pt x="1095" y="2146"/>
                      <a:pt x="1444" y="1797"/>
                    </a:cubicBezTo>
                    <a:cubicBezTo>
                      <a:pt x="1627" y="1624"/>
                      <a:pt x="1822" y="1463"/>
                      <a:pt x="2032" y="1322"/>
                    </a:cubicBezTo>
                    <a:cubicBezTo>
                      <a:pt x="2102" y="1313"/>
                      <a:pt x="2171" y="1309"/>
                      <a:pt x="2240" y="1309"/>
                    </a:cubicBezTo>
                    <a:cubicBezTo>
                      <a:pt x="2632" y="1309"/>
                      <a:pt x="3016" y="1433"/>
                      <a:pt x="3411" y="1433"/>
                    </a:cubicBezTo>
                    <a:cubicBezTo>
                      <a:pt x="3503" y="1433"/>
                      <a:pt x="3596" y="1426"/>
                      <a:pt x="3690" y="1410"/>
                    </a:cubicBezTo>
                    <a:cubicBezTo>
                      <a:pt x="3706" y="1406"/>
                      <a:pt x="3702" y="1388"/>
                      <a:pt x="3690" y="1388"/>
                    </a:cubicBezTo>
                    <a:cubicBezTo>
                      <a:pt x="3360" y="1388"/>
                      <a:pt x="3033" y="1353"/>
                      <a:pt x="2715" y="1278"/>
                    </a:cubicBezTo>
                    <a:cubicBezTo>
                      <a:pt x="2579" y="1245"/>
                      <a:pt x="2439" y="1228"/>
                      <a:pt x="2301" y="1228"/>
                    </a:cubicBezTo>
                    <a:cubicBezTo>
                      <a:pt x="2254" y="1228"/>
                      <a:pt x="2207" y="1230"/>
                      <a:pt x="2161" y="1234"/>
                    </a:cubicBezTo>
                    <a:cubicBezTo>
                      <a:pt x="2385" y="1092"/>
                      <a:pt x="2611" y="963"/>
                      <a:pt x="2847" y="850"/>
                    </a:cubicBezTo>
                    <a:cubicBezTo>
                      <a:pt x="3072" y="909"/>
                      <a:pt x="3301" y="938"/>
                      <a:pt x="3529" y="938"/>
                    </a:cubicBezTo>
                    <a:cubicBezTo>
                      <a:pt x="3787" y="938"/>
                      <a:pt x="4044" y="901"/>
                      <a:pt x="4294" y="828"/>
                    </a:cubicBezTo>
                    <a:cubicBezTo>
                      <a:pt x="4309" y="825"/>
                      <a:pt x="4303" y="809"/>
                      <a:pt x="4291" y="809"/>
                    </a:cubicBezTo>
                    <a:cubicBezTo>
                      <a:pt x="4064" y="845"/>
                      <a:pt x="3836" y="863"/>
                      <a:pt x="3608" y="863"/>
                    </a:cubicBezTo>
                    <a:cubicBezTo>
                      <a:pt x="3380" y="863"/>
                      <a:pt x="3152" y="845"/>
                      <a:pt x="2926" y="809"/>
                    </a:cubicBezTo>
                    <a:cubicBezTo>
                      <a:pt x="3297" y="633"/>
                      <a:pt x="3677" y="479"/>
                      <a:pt x="4052" y="334"/>
                    </a:cubicBezTo>
                    <a:cubicBezTo>
                      <a:pt x="4069" y="331"/>
                      <a:pt x="4065" y="305"/>
                      <a:pt x="4050" y="305"/>
                    </a:cubicBezTo>
                    <a:cubicBezTo>
                      <a:pt x="4049" y="305"/>
                      <a:pt x="4047" y="305"/>
                      <a:pt x="4045" y="306"/>
                    </a:cubicBezTo>
                    <a:cubicBezTo>
                      <a:pt x="3831" y="378"/>
                      <a:pt x="3624" y="447"/>
                      <a:pt x="3416" y="526"/>
                    </a:cubicBezTo>
                    <a:cubicBezTo>
                      <a:pt x="3548" y="331"/>
                      <a:pt x="3718" y="152"/>
                      <a:pt x="3910" y="7"/>
                    </a:cubicBezTo>
                    <a:cubicBezTo>
                      <a:pt x="3913" y="4"/>
                      <a:pt x="3907" y="1"/>
                      <a:pt x="39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644950" y="2065750"/>
                <a:ext cx="797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15" extrusionOk="0">
                    <a:moveTo>
                      <a:pt x="309" y="1"/>
                    </a:moveTo>
                    <a:cubicBezTo>
                      <a:pt x="249" y="32"/>
                      <a:pt x="192" y="76"/>
                      <a:pt x="145" y="127"/>
                    </a:cubicBezTo>
                    <a:cubicBezTo>
                      <a:pt x="85" y="177"/>
                      <a:pt x="35" y="240"/>
                      <a:pt x="0" y="309"/>
                    </a:cubicBezTo>
                    <a:lnTo>
                      <a:pt x="0" y="312"/>
                    </a:lnTo>
                    <a:cubicBezTo>
                      <a:pt x="2" y="314"/>
                      <a:pt x="4" y="315"/>
                      <a:pt x="5" y="315"/>
                    </a:cubicBezTo>
                    <a:cubicBezTo>
                      <a:pt x="7" y="315"/>
                      <a:pt x="8" y="314"/>
                      <a:pt x="10" y="312"/>
                    </a:cubicBezTo>
                    <a:cubicBezTo>
                      <a:pt x="63" y="259"/>
                      <a:pt x="101" y="202"/>
                      <a:pt x="151" y="152"/>
                    </a:cubicBezTo>
                    <a:cubicBezTo>
                      <a:pt x="205" y="98"/>
                      <a:pt x="268" y="61"/>
                      <a:pt x="315" y="10"/>
                    </a:cubicBezTo>
                    <a:cubicBezTo>
                      <a:pt x="318" y="4"/>
                      <a:pt x="318" y="1"/>
                      <a:pt x="3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667825" y="2078225"/>
                <a:ext cx="1347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140" extrusionOk="0">
                    <a:moveTo>
                      <a:pt x="528" y="1"/>
                    </a:moveTo>
                    <a:cubicBezTo>
                      <a:pt x="526" y="1"/>
                      <a:pt x="525" y="1"/>
                      <a:pt x="523" y="2"/>
                    </a:cubicBezTo>
                    <a:cubicBezTo>
                      <a:pt x="441" y="30"/>
                      <a:pt x="359" y="55"/>
                      <a:pt x="271" y="77"/>
                    </a:cubicBezTo>
                    <a:cubicBezTo>
                      <a:pt x="189" y="93"/>
                      <a:pt x="98" y="93"/>
                      <a:pt x="16" y="112"/>
                    </a:cubicBezTo>
                    <a:cubicBezTo>
                      <a:pt x="15" y="111"/>
                      <a:pt x="14" y="111"/>
                      <a:pt x="13" y="111"/>
                    </a:cubicBezTo>
                    <a:cubicBezTo>
                      <a:pt x="7" y="111"/>
                      <a:pt x="1" y="117"/>
                      <a:pt x="1" y="125"/>
                    </a:cubicBezTo>
                    <a:cubicBezTo>
                      <a:pt x="1" y="131"/>
                      <a:pt x="10" y="134"/>
                      <a:pt x="16" y="134"/>
                    </a:cubicBezTo>
                    <a:cubicBezTo>
                      <a:pt x="47" y="138"/>
                      <a:pt x="78" y="140"/>
                      <a:pt x="109" y="140"/>
                    </a:cubicBezTo>
                    <a:cubicBezTo>
                      <a:pt x="259" y="140"/>
                      <a:pt x="404" y="96"/>
                      <a:pt x="532" y="18"/>
                    </a:cubicBezTo>
                    <a:cubicBezTo>
                      <a:pt x="535" y="18"/>
                      <a:pt x="538" y="8"/>
                      <a:pt x="535" y="5"/>
                    </a:cubicBezTo>
                    <a:cubicBezTo>
                      <a:pt x="535" y="3"/>
                      <a:pt x="532" y="1"/>
                      <a:pt x="5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71" name="Google Shape;471;p15"/>
            <p:cNvSpPr/>
            <p:nvPr/>
          </p:nvSpPr>
          <p:spPr>
            <a:xfrm>
              <a:off x="544150" y="2145650"/>
              <a:ext cx="74000" cy="91950"/>
            </a:xfrm>
            <a:custGeom>
              <a:avLst/>
              <a:gdLst/>
              <a:ahLst/>
              <a:cxnLst/>
              <a:rect l="l" t="t" r="r" b="b"/>
              <a:pathLst>
                <a:path w="2960" h="3678" extrusionOk="0">
                  <a:moveTo>
                    <a:pt x="0" y="0"/>
                  </a:moveTo>
                  <a:lnTo>
                    <a:pt x="76" y="840"/>
                  </a:lnTo>
                  <a:lnTo>
                    <a:pt x="327" y="3677"/>
                  </a:lnTo>
                  <a:lnTo>
                    <a:pt x="2554" y="3677"/>
                  </a:lnTo>
                  <a:lnTo>
                    <a:pt x="2866" y="840"/>
                  </a:lnTo>
                  <a:lnTo>
                    <a:pt x="29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545625" y="2145650"/>
              <a:ext cx="71050" cy="20225"/>
            </a:xfrm>
            <a:custGeom>
              <a:avLst/>
              <a:gdLst/>
              <a:ahLst/>
              <a:cxnLst/>
              <a:rect l="l" t="t" r="r" b="b"/>
              <a:pathLst>
                <a:path w="2842" h="809" extrusionOk="0">
                  <a:moveTo>
                    <a:pt x="1" y="0"/>
                  </a:moveTo>
                  <a:lnTo>
                    <a:pt x="73" y="809"/>
                  </a:lnTo>
                  <a:lnTo>
                    <a:pt x="2750" y="809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538000" y="2138875"/>
              <a:ext cx="85275" cy="18050"/>
            </a:xfrm>
            <a:custGeom>
              <a:avLst/>
              <a:gdLst/>
              <a:ahLst/>
              <a:cxnLst/>
              <a:rect l="l" t="t" r="r" b="b"/>
              <a:pathLst>
                <a:path w="3411" h="722" extrusionOk="0">
                  <a:moveTo>
                    <a:pt x="1" y="1"/>
                  </a:moveTo>
                  <a:lnTo>
                    <a:pt x="1" y="721"/>
                  </a:lnTo>
                  <a:lnTo>
                    <a:pt x="3410" y="721"/>
                  </a:lnTo>
                  <a:lnTo>
                    <a:pt x="34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16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476" name="Google Shape;476;p16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88" name="Google Shape;488;p16"/>
          <p:cNvSpPr txBox="1"/>
          <p:nvPr>
            <p:ph type="title"/>
          </p:nvPr>
        </p:nvSpPr>
        <p:spPr>
          <a:xfrm>
            <a:off x="720000" y="552150"/>
            <a:ext cx="77040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9" name="Google Shape;489;p16"/>
          <p:cNvGrpSpPr/>
          <p:nvPr/>
        </p:nvGrpSpPr>
        <p:grpSpPr>
          <a:xfrm>
            <a:off x="45336" y="2895565"/>
            <a:ext cx="633066" cy="294573"/>
            <a:chOff x="2923700" y="1109644"/>
            <a:chExt cx="244248" cy="113651"/>
          </a:xfrm>
        </p:grpSpPr>
        <p:sp>
          <p:nvSpPr>
            <p:cNvPr id="490" name="Google Shape;490;p16"/>
            <p:cNvSpPr/>
            <p:nvPr/>
          </p:nvSpPr>
          <p:spPr>
            <a:xfrm>
              <a:off x="2923700" y="1109967"/>
              <a:ext cx="68016" cy="113145"/>
            </a:xfrm>
            <a:custGeom>
              <a:avLst/>
              <a:gdLst/>
              <a:ahLst/>
              <a:cxnLst/>
              <a:rect l="l" t="t" r="r" b="b"/>
              <a:pathLst>
                <a:path w="1477" h="2457" extrusionOk="0">
                  <a:moveTo>
                    <a:pt x="1215" y="1"/>
                  </a:moveTo>
                  <a:cubicBezTo>
                    <a:pt x="1158" y="1"/>
                    <a:pt x="1100" y="23"/>
                    <a:pt x="1055" y="67"/>
                  </a:cubicBezTo>
                  <a:lnTo>
                    <a:pt x="61" y="1076"/>
                  </a:lnTo>
                  <a:cubicBezTo>
                    <a:pt x="51" y="1079"/>
                    <a:pt x="45" y="1092"/>
                    <a:pt x="39" y="1101"/>
                  </a:cubicBezTo>
                  <a:cubicBezTo>
                    <a:pt x="36" y="1101"/>
                    <a:pt x="32" y="1105"/>
                    <a:pt x="32" y="1108"/>
                  </a:cubicBezTo>
                  <a:cubicBezTo>
                    <a:pt x="29" y="1117"/>
                    <a:pt x="17" y="1133"/>
                    <a:pt x="17" y="1139"/>
                  </a:cubicBezTo>
                  <a:cubicBezTo>
                    <a:pt x="17" y="1142"/>
                    <a:pt x="17" y="1143"/>
                    <a:pt x="18" y="1143"/>
                  </a:cubicBezTo>
                  <a:cubicBezTo>
                    <a:pt x="19" y="1143"/>
                    <a:pt x="19" y="1143"/>
                    <a:pt x="19" y="1143"/>
                  </a:cubicBezTo>
                  <a:cubicBezTo>
                    <a:pt x="20" y="1143"/>
                    <a:pt x="19" y="1144"/>
                    <a:pt x="17" y="1149"/>
                  </a:cubicBezTo>
                  <a:cubicBezTo>
                    <a:pt x="7" y="1158"/>
                    <a:pt x="7" y="1171"/>
                    <a:pt x="7" y="1174"/>
                  </a:cubicBezTo>
                  <a:cubicBezTo>
                    <a:pt x="7" y="1180"/>
                    <a:pt x="1" y="1183"/>
                    <a:pt x="1" y="1189"/>
                  </a:cubicBezTo>
                  <a:lnTo>
                    <a:pt x="1" y="1215"/>
                  </a:lnTo>
                  <a:lnTo>
                    <a:pt x="1" y="1230"/>
                  </a:lnTo>
                  <a:lnTo>
                    <a:pt x="1" y="1249"/>
                  </a:lnTo>
                  <a:lnTo>
                    <a:pt x="1" y="1274"/>
                  </a:lnTo>
                  <a:cubicBezTo>
                    <a:pt x="1" y="1277"/>
                    <a:pt x="1" y="1290"/>
                    <a:pt x="7" y="1293"/>
                  </a:cubicBezTo>
                  <a:cubicBezTo>
                    <a:pt x="17" y="1296"/>
                    <a:pt x="17" y="1306"/>
                    <a:pt x="17" y="1312"/>
                  </a:cubicBezTo>
                  <a:cubicBezTo>
                    <a:pt x="17" y="1322"/>
                    <a:pt x="26" y="1325"/>
                    <a:pt x="29" y="1328"/>
                  </a:cubicBezTo>
                  <a:cubicBezTo>
                    <a:pt x="32" y="1337"/>
                    <a:pt x="36" y="1347"/>
                    <a:pt x="42" y="1356"/>
                  </a:cubicBezTo>
                  <a:cubicBezTo>
                    <a:pt x="45" y="1359"/>
                    <a:pt x="48" y="1359"/>
                    <a:pt x="51" y="1362"/>
                  </a:cubicBezTo>
                  <a:cubicBezTo>
                    <a:pt x="58" y="1372"/>
                    <a:pt x="64" y="1378"/>
                    <a:pt x="73" y="1384"/>
                  </a:cubicBezTo>
                  <a:lnTo>
                    <a:pt x="1067" y="2394"/>
                  </a:lnTo>
                  <a:cubicBezTo>
                    <a:pt x="1114" y="2432"/>
                    <a:pt x="1174" y="2457"/>
                    <a:pt x="1231" y="2457"/>
                  </a:cubicBezTo>
                  <a:cubicBezTo>
                    <a:pt x="1290" y="2457"/>
                    <a:pt x="1347" y="2432"/>
                    <a:pt x="1388" y="2391"/>
                  </a:cubicBezTo>
                  <a:cubicBezTo>
                    <a:pt x="1476" y="2303"/>
                    <a:pt x="1476" y="2161"/>
                    <a:pt x="1388" y="2076"/>
                  </a:cubicBezTo>
                  <a:lnTo>
                    <a:pt x="532" y="1230"/>
                  </a:lnTo>
                  <a:lnTo>
                    <a:pt x="1372" y="384"/>
                  </a:lnTo>
                  <a:cubicBezTo>
                    <a:pt x="1460" y="299"/>
                    <a:pt x="1460" y="152"/>
                    <a:pt x="1372" y="67"/>
                  </a:cubicBezTo>
                  <a:cubicBezTo>
                    <a:pt x="1328" y="23"/>
                    <a:pt x="1272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028002" y="1110197"/>
              <a:ext cx="60464" cy="113099"/>
            </a:xfrm>
            <a:custGeom>
              <a:avLst/>
              <a:gdLst/>
              <a:ahLst/>
              <a:cxnLst/>
              <a:rect l="l" t="t" r="r" b="b"/>
              <a:pathLst>
                <a:path w="1313" h="2456" extrusionOk="0">
                  <a:moveTo>
                    <a:pt x="1092" y="1"/>
                  </a:moveTo>
                  <a:cubicBezTo>
                    <a:pt x="1016" y="1"/>
                    <a:pt x="945" y="46"/>
                    <a:pt x="913" y="118"/>
                  </a:cubicBezTo>
                  <a:lnTo>
                    <a:pt x="45" y="2185"/>
                  </a:lnTo>
                  <a:cubicBezTo>
                    <a:pt x="41" y="2188"/>
                    <a:pt x="41" y="2191"/>
                    <a:pt x="35" y="2194"/>
                  </a:cubicBezTo>
                  <a:cubicBezTo>
                    <a:pt x="0" y="2295"/>
                    <a:pt x="51" y="2408"/>
                    <a:pt x="148" y="2443"/>
                  </a:cubicBezTo>
                  <a:cubicBezTo>
                    <a:pt x="173" y="2452"/>
                    <a:pt x="199" y="2455"/>
                    <a:pt x="221" y="2455"/>
                  </a:cubicBezTo>
                  <a:cubicBezTo>
                    <a:pt x="299" y="2455"/>
                    <a:pt x="368" y="2408"/>
                    <a:pt x="403" y="2339"/>
                  </a:cubicBezTo>
                  <a:lnTo>
                    <a:pt x="1271" y="269"/>
                  </a:lnTo>
                  <a:cubicBezTo>
                    <a:pt x="1312" y="172"/>
                    <a:pt x="1271" y="62"/>
                    <a:pt x="1171" y="18"/>
                  </a:cubicBezTo>
                  <a:cubicBezTo>
                    <a:pt x="1145" y="6"/>
                    <a:pt x="1118" y="1"/>
                    <a:pt x="1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099840" y="1109644"/>
              <a:ext cx="68108" cy="113329"/>
            </a:xfrm>
            <a:custGeom>
              <a:avLst/>
              <a:gdLst/>
              <a:ahLst/>
              <a:cxnLst/>
              <a:rect l="l" t="t" r="r" b="b"/>
              <a:pathLst>
                <a:path w="1479" h="2461" extrusionOk="0">
                  <a:moveTo>
                    <a:pt x="247" y="0"/>
                  </a:moveTo>
                  <a:cubicBezTo>
                    <a:pt x="191" y="0"/>
                    <a:pt x="134" y="22"/>
                    <a:pt x="89" y="64"/>
                  </a:cubicBezTo>
                  <a:cubicBezTo>
                    <a:pt x="1" y="152"/>
                    <a:pt x="1" y="297"/>
                    <a:pt x="89" y="385"/>
                  </a:cubicBezTo>
                  <a:lnTo>
                    <a:pt x="928" y="1228"/>
                  </a:lnTo>
                  <a:lnTo>
                    <a:pt x="89" y="2077"/>
                  </a:lnTo>
                  <a:cubicBezTo>
                    <a:pt x="1" y="2165"/>
                    <a:pt x="1" y="2310"/>
                    <a:pt x="89" y="2395"/>
                  </a:cubicBezTo>
                  <a:cubicBezTo>
                    <a:pt x="131" y="2439"/>
                    <a:pt x="188" y="2461"/>
                    <a:pt x="246" y="2461"/>
                  </a:cubicBezTo>
                  <a:cubicBezTo>
                    <a:pt x="304" y="2461"/>
                    <a:pt x="362" y="2439"/>
                    <a:pt x="406" y="2395"/>
                  </a:cubicBezTo>
                  <a:lnTo>
                    <a:pt x="1400" y="1385"/>
                  </a:lnTo>
                  <a:lnTo>
                    <a:pt x="1425" y="1363"/>
                  </a:lnTo>
                  <a:cubicBezTo>
                    <a:pt x="1432" y="1347"/>
                    <a:pt x="1444" y="1338"/>
                    <a:pt x="1444" y="1329"/>
                  </a:cubicBezTo>
                  <a:cubicBezTo>
                    <a:pt x="1444" y="1316"/>
                    <a:pt x="1441" y="1322"/>
                    <a:pt x="1444" y="1316"/>
                  </a:cubicBezTo>
                  <a:cubicBezTo>
                    <a:pt x="1447" y="1307"/>
                    <a:pt x="1457" y="1291"/>
                    <a:pt x="1479" y="1284"/>
                  </a:cubicBezTo>
                  <a:lnTo>
                    <a:pt x="1479" y="1275"/>
                  </a:lnTo>
                  <a:lnTo>
                    <a:pt x="1479" y="1250"/>
                  </a:lnTo>
                  <a:lnTo>
                    <a:pt x="1479" y="1228"/>
                  </a:lnTo>
                  <a:lnTo>
                    <a:pt x="1479" y="1212"/>
                  </a:lnTo>
                  <a:lnTo>
                    <a:pt x="1479" y="1190"/>
                  </a:lnTo>
                  <a:lnTo>
                    <a:pt x="1479" y="1178"/>
                  </a:lnTo>
                  <a:lnTo>
                    <a:pt x="1479" y="1146"/>
                  </a:lnTo>
                  <a:lnTo>
                    <a:pt x="1479" y="1137"/>
                  </a:lnTo>
                  <a:lnTo>
                    <a:pt x="1479" y="1105"/>
                  </a:lnTo>
                  <a:lnTo>
                    <a:pt x="1479" y="1099"/>
                  </a:lnTo>
                  <a:cubicBezTo>
                    <a:pt x="1479" y="1099"/>
                    <a:pt x="1410" y="1083"/>
                    <a:pt x="1400" y="1074"/>
                  </a:cubicBezTo>
                  <a:lnTo>
                    <a:pt x="406" y="64"/>
                  </a:lnTo>
                  <a:cubicBezTo>
                    <a:pt x="361" y="22"/>
                    <a:pt x="304" y="0"/>
                    <a:pt x="2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3" name="Google Shape;493;p16"/>
          <p:cNvGrpSpPr/>
          <p:nvPr/>
        </p:nvGrpSpPr>
        <p:grpSpPr>
          <a:xfrm>
            <a:off x="8509235" y="1142029"/>
            <a:ext cx="1118160" cy="635560"/>
            <a:chOff x="-674499" y="3224905"/>
            <a:chExt cx="601549" cy="341920"/>
          </a:xfrm>
        </p:grpSpPr>
        <p:sp>
          <p:nvSpPr>
            <p:cNvPr id="494" name="Google Shape;494;p16"/>
            <p:cNvSpPr/>
            <p:nvPr/>
          </p:nvSpPr>
          <p:spPr>
            <a:xfrm>
              <a:off x="-672050" y="3236225"/>
              <a:ext cx="599100" cy="330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95" name="Google Shape;495;p16"/>
            <p:cNvGrpSpPr/>
            <p:nvPr/>
          </p:nvGrpSpPr>
          <p:grpSpPr>
            <a:xfrm>
              <a:off x="-674499" y="3224905"/>
              <a:ext cx="598972" cy="330547"/>
              <a:chOff x="3072901" y="606093"/>
              <a:chExt cx="598972" cy="330547"/>
            </a:xfrm>
          </p:grpSpPr>
          <p:sp>
            <p:nvSpPr>
              <p:cNvPr id="496" name="Google Shape;496;p16"/>
              <p:cNvSpPr/>
              <p:nvPr/>
            </p:nvSpPr>
            <p:spPr>
              <a:xfrm>
                <a:off x="3072901" y="606093"/>
                <a:ext cx="598972" cy="330547"/>
              </a:xfrm>
              <a:custGeom>
                <a:avLst/>
                <a:gdLst/>
                <a:ahLst/>
                <a:cxnLst/>
                <a:rect l="l" t="t" r="r" b="b"/>
                <a:pathLst>
                  <a:path w="13007" h="7178" extrusionOk="0">
                    <a:moveTo>
                      <a:pt x="1" y="0"/>
                    </a:moveTo>
                    <a:lnTo>
                      <a:pt x="1" y="7159"/>
                    </a:lnTo>
                    <a:lnTo>
                      <a:pt x="1" y="7175"/>
                    </a:lnTo>
                    <a:lnTo>
                      <a:pt x="89" y="7175"/>
                    </a:lnTo>
                    <a:lnTo>
                      <a:pt x="89" y="95"/>
                    </a:lnTo>
                    <a:lnTo>
                      <a:pt x="13006" y="92"/>
                    </a:lnTo>
                    <a:lnTo>
                      <a:pt x="13006" y="0"/>
                    </a:lnTo>
                    <a:close/>
                    <a:moveTo>
                      <a:pt x="89" y="7175"/>
                    </a:moveTo>
                    <a:lnTo>
                      <a:pt x="89" y="7178"/>
                    </a:lnTo>
                    <a:lnTo>
                      <a:pt x="13006" y="7178"/>
                    </a:lnTo>
                    <a:lnTo>
                      <a:pt x="13006" y="71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7" name="Google Shape;497;p16"/>
              <p:cNvSpPr/>
              <p:nvPr/>
            </p:nvSpPr>
            <p:spPr>
              <a:xfrm>
                <a:off x="3077690" y="610007"/>
                <a:ext cx="593124" cy="325620"/>
              </a:xfrm>
              <a:custGeom>
                <a:avLst/>
                <a:gdLst/>
                <a:ahLst/>
                <a:cxnLst/>
                <a:rect l="l" t="t" r="r" b="b"/>
                <a:pathLst>
                  <a:path w="12880" h="7071" extrusionOk="0">
                    <a:moveTo>
                      <a:pt x="0" y="0"/>
                    </a:moveTo>
                    <a:cubicBezTo>
                      <a:pt x="1060" y="607"/>
                      <a:pt x="2130" y="1205"/>
                      <a:pt x="3193" y="1802"/>
                    </a:cubicBezTo>
                    <a:lnTo>
                      <a:pt x="6404" y="3579"/>
                    </a:lnTo>
                    <a:lnTo>
                      <a:pt x="9631" y="5338"/>
                    </a:lnTo>
                    <a:lnTo>
                      <a:pt x="11251" y="6209"/>
                    </a:lnTo>
                    <a:lnTo>
                      <a:pt x="12880" y="7071"/>
                    </a:lnTo>
                    <a:lnTo>
                      <a:pt x="11285" y="6165"/>
                    </a:lnTo>
                    <a:lnTo>
                      <a:pt x="9688" y="5268"/>
                    </a:lnTo>
                    <a:lnTo>
                      <a:pt x="6473" y="3491"/>
                    </a:lnTo>
                    <a:lnTo>
                      <a:pt x="3246" y="1736"/>
                    </a:lnTo>
                    <a:cubicBezTo>
                      <a:pt x="2164" y="1155"/>
                      <a:pt x="1089" y="573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8" name="Google Shape;498;p16"/>
              <p:cNvSpPr/>
              <p:nvPr/>
            </p:nvSpPr>
            <p:spPr>
              <a:xfrm>
                <a:off x="3077828" y="610007"/>
                <a:ext cx="593170" cy="325205"/>
              </a:xfrm>
              <a:custGeom>
                <a:avLst/>
                <a:gdLst/>
                <a:ahLst/>
                <a:cxnLst/>
                <a:rect l="l" t="t" r="r" b="b"/>
                <a:pathLst>
                  <a:path w="12881" h="7062" extrusionOk="0">
                    <a:moveTo>
                      <a:pt x="12880" y="0"/>
                    </a:moveTo>
                    <a:cubicBezTo>
                      <a:pt x="11795" y="573"/>
                      <a:pt x="10713" y="1155"/>
                      <a:pt x="9628" y="1730"/>
                    </a:cubicBezTo>
                    <a:lnTo>
                      <a:pt x="6401" y="3488"/>
                    </a:lnTo>
                    <a:lnTo>
                      <a:pt x="3190" y="5265"/>
                    </a:lnTo>
                    <a:lnTo>
                      <a:pt x="1589" y="6162"/>
                    </a:lnTo>
                    <a:lnTo>
                      <a:pt x="0" y="7061"/>
                    </a:lnTo>
                    <a:lnTo>
                      <a:pt x="1627" y="6203"/>
                    </a:lnTo>
                    <a:lnTo>
                      <a:pt x="3243" y="5328"/>
                    </a:lnTo>
                    <a:lnTo>
                      <a:pt x="6470" y="3570"/>
                    </a:lnTo>
                    <a:lnTo>
                      <a:pt x="9685" y="1793"/>
                    </a:lnTo>
                    <a:cubicBezTo>
                      <a:pt x="10754" y="1205"/>
                      <a:pt x="11823" y="607"/>
                      <a:pt x="128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499" name="Google Shape;499;p16"/>
          <p:cNvGrpSpPr/>
          <p:nvPr/>
        </p:nvGrpSpPr>
        <p:grpSpPr>
          <a:xfrm>
            <a:off x="8509216" y="4218166"/>
            <a:ext cx="556796" cy="990785"/>
            <a:chOff x="5081850" y="1981125"/>
            <a:chExt cx="168125" cy="299150"/>
          </a:xfrm>
        </p:grpSpPr>
        <p:sp>
          <p:nvSpPr>
            <p:cNvPr id="500" name="Google Shape;500;p16"/>
            <p:cNvSpPr/>
            <p:nvPr/>
          </p:nvSpPr>
          <p:spPr>
            <a:xfrm>
              <a:off x="5115175" y="1981125"/>
              <a:ext cx="90525" cy="43050"/>
            </a:xfrm>
            <a:custGeom>
              <a:avLst/>
              <a:gdLst/>
              <a:ahLst/>
              <a:cxnLst/>
              <a:rect l="l" t="t" r="r" b="b"/>
              <a:pathLst>
                <a:path w="3621" h="1722" extrusionOk="0">
                  <a:moveTo>
                    <a:pt x="2468" y="1"/>
                  </a:moveTo>
                  <a:cubicBezTo>
                    <a:pt x="2160" y="1"/>
                    <a:pt x="1887" y="335"/>
                    <a:pt x="1809" y="712"/>
                  </a:cubicBezTo>
                  <a:cubicBezTo>
                    <a:pt x="1731" y="334"/>
                    <a:pt x="1450" y="2"/>
                    <a:pt x="1145" y="2"/>
                  </a:cubicBezTo>
                  <a:cubicBezTo>
                    <a:pt x="1095" y="2"/>
                    <a:pt x="1045" y="11"/>
                    <a:pt x="994" y="30"/>
                  </a:cubicBezTo>
                  <a:cubicBezTo>
                    <a:pt x="639" y="162"/>
                    <a:pt x="1039" y="951"/>
                    <a:pt x="1057" y="983"/>
                  </a:cubicBezTo>
                  <a:cubicBezTo>
                    <a:pt x="1042" y="971"/>
                    <a:pt x="712" y="703"/>
                    <a:pt x="452" y="703"/>
                  </a:cubicBezTo>
                  <a:cubicBezTo>
                    <a:pt x="352" y="703"/>
                    <a:pt x="262" y="743"/>
                    <a:pt x="205" y="854"/>
                  </a:cubicBezTo>
                  <a:cubicBezTo>
                    <a:pt x="1" y="1250"/>
                    <a:pt x="1215" y="1722"/>
                    <a:pt x="1812" y="1722"/>
                  </a:cubicBezTo>
                  <a:cubicBezTo>
                    <a:pt x="2413" y="1722"/>
                    <a:pt x="3621" y="1244"/>
                    <a:pt x="3413" y="854"/>
                  </a:cubicBezTo>
                  <a:cubicBezTo>
                    <a:pt x="3357" y="747"/>
                    <a:pt x="3269" y="709"/>
                    <a:pt x="3170" y="709"/>
                  </a:cubicBezTo>
                  <a:cubicBezTo>
                    <a:pt x="2911" y="709"/>
                    <a:pt x="2579" y="971"/>
                    <a:pt x="2561" y="983"/>
                  </a:cubicBezTo>
                  <a:cubicBezTo>
                    <a:pt x="2580" y="958"/>
                    <a:pt x="2989" y="165"/>
                    <a:pt x="2624" y="30"/>
                  </a:cubicBezTo>
                  <a:cubicBezTo>
                    <a:pt x="2571" y="10"/>
                    <a:pt x="2519" y="1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5081850" y="2012125"/>
              <a:ext cx="155150" cy="169850"/>
            </a:xfrm>
            <a:custGeom>
              <a:avLst/>
              <a:gdLst/>
              <a:ahLst/>
              <a:cxnLst/>
              <a:rect l="l" t="t" r="r" b="b"/>
              <a:pathLst>
                <a:path w="6206" h="6794" extrusionOk="0">
                  <a:moveTo>
                    <a:pt x="3139" y="1"/>
                  </a:moveTo>
                  <a:cubicBezTo>
                    <a:pt x="2821" y="1"/>
                    <a:pt x="2500" y="42"/>
                    <a:pt x="2192" y="120"/>
                  </a:cubicBezTo>
                  <a:cubicBezTo>
                    <a:pt x="1305" y="353"/>
                    <a:pt x="286" y="1007"/>
                    <a:pt x="104" y="2712"/>
                  </a:cubicBezTo>
                  <a:cubicBezTo>
                    <a:pt x="0" y="3655"/>
                    <a:pt x="252" y="5492"/>
                    <a:pt x="972" y="6386"/>
                  </a:cubicBezTo>
                  <a:cubicBezTo>
                    <a:pt x="1670" y="6658"/>
                    <a:pt x="2405" y="6794"/>
                    <a:pt x="3141" y="6794"/>
                  </a:cubicBezTo>
                  <a:cubicBezTo>
                    <a:pt x="3876" y="6794"/>
                    <a:pt x="4611" y="6658"/>
                    <a:pt x="5309" y="6386"/>
                  </a:cubicBezTo>
                  <a:cubicBezTo>
                    <a:pt x="5643" y="5967"/>
                    <a:pt x="5878" y="5341"/>
                    <a:pt x="6020" y="4697"/>
                  </a:cubicBezTo>
                  <a:cubicBezTo>
                    <a:pt x="6095" y="4376"/>
                    <a:pt x="6146" y="4045"/>
                    <a:pt x="6174" y="3715"/>
                  </a:cubicBezTo>
                  <a:cubicBezTo>
                    <a:pt x="6206" y="3382"/>
                    <a:pt x="6206" y="3042"/>
                    <a:pt x="6174" y="2712"/>
                  </a:cubicBezTo>
                  <a:cubicBezTo>
                    <a:pt x="5919" y="315"/>
                    <a:pt x="4007" y="1"/>
                    <a:pt x="3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5096625" y="2172450"/>
              <a:ext cx="128750" cy="107825"/>
            </a:xfrm>
            <a:custGeom>
              <a:avLst/>
              <a:gdLst/>
              <a:ahLst/>
              <a:cxnLst/>
              <a:rect l="l" t="t" r="r" b="b"/>
              <a:pathLst>
                <a:path w="5150" h="4313" extrusionOk="0">
                  <a:moveTo>
                    <a:pt x="0" y="1"/>
                  </a:moveTo>
                  <a:lnTo>
                    <a:pt x="519" y="4313"/>
                  </a:lnTo>
                  <a:lnTo>
                    <a:pt x="4636" y="4313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5096625" y="2172450"/>
              <a:ext cx="128750" cy="24475"/>
            </a:xfrm>
            <a:custGeom>
              <a:avLst/>
              <a:gdLst/>
              <a:ahLst/>
              <a:cxnLst/>
              <a:rect l="l" t="t" r="r" b="b"/>
              <a:pathLst>
                <a:path w="5150" h="979" extrusionOk="0">
                  <a:moveTo>
                    <a:pt x="0" y="1"/>
                  </a:moveTo>
                  <a:lnTo>
                    <a:pt x="117" y="979"/>
                  </a:lnTo>
                  <a:lnTo>
                    <a:pt x="5064" y="737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04" name="Google Shape;504;p16"/>
            <p:cNvGrpSpPr/>
            <p:nvPr/>
          </p:nvGrpSpPr>
          <p:grpSpPr>
            <a:xfrm>
              <a:off x="5086475" y="2011175"/>
              <a:ext cx="163500" cy="170825"/>
              <a:chOff x="5086475" y="2011175"/>
              <a:chExt cx="163500" cy="170825"/>
            </a:xfrm>
          </p:grpSpPr>
          <p:sp>
            <p:nvSpPr>
              <p:cNvPr id="505" name="Google Shape;505;p16"/>
              <p:cNvSpPr/>
              <p:nvPr/>
            </p:nvSpPr>
            <p:spPr>
              <a:xfrm>
                <a:off x="5160475" y="2011975"/>
                <a:ext cx="3725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801" extrusionOk="0">
                    <a:moveTo>
                      <a:pt x="79" y="0"/>
                    </a:moveTo>
                    <a:cubicBezTo>
                      <a:pt x="76" y="567"/>
                      <a:pt x="73" y="1133"/>
                      <a:pt x="63" y="1702"/>
                    </a:cubicBezTo>
                    <a:lnTo>
                      <a:pt x="63" y="3404"/>
                    </a:lnTo>
                    <a:cubicBezTo>
                      <a:pt x="66" y="3970"/>
                      <a:pt x="60" y="4536"/>
                      <a:pt x="60" y="5102"/>
                    </a:cubicBezTo>
                    <a:cubicBezTo>
                      <a:pt x="60" y="5385"/>
                      <a:pt x="57" y="5668"/>
                      <a:pt x="47" y="5951"/>
                    </a:cubicBezTo>
                    <a:cubicBezTo>
                      <a:pt x="44" y="6093"/>
                      <a:pt x="44" y="6234"/>
                      <a:pt x="32" y="6376"/>
                    </a:cubicBezTo>
                    <a:lnTo>
                      <a:pt x="19" y="6587"/>
                    </a:lnTo>
                    <a:lnTo>
                      <a:pt x="0" y="6800"/>
                    </a:lnTo>
                    <a:cubicBezTo>
                      <a:pt x="91" y="6241"/>
                      <a:pt x="104" y="5671"/>
                      <a:pt x="120" y="5105"/>
                    </a:cubicBezTo>
                    <a:cubicBezTo>
                      <a:pt x="135" y="4539"/>
                      <a:pt x="148" y="3976"/>
                      <a:pt x="142" y="3407"/>
                    </a:cubicBezTo>
                    <a:cubicBezTo>
                      <a:pt x="139" y="2831"/>
                      <a:pt x="139" y="2265"/>
                      <a:pt x="126" y="1699"/>
                    </a:cubicBezTo>
                    <a:cubicBezTo>
                      <a:pt x="120" y="1133"/>
                      <a:pt x="104" y="567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6" name="Google Shape;506;p16"/>
              <p:cNvSpPr/>
              <p:nvPr/>
            </p:nvSpPr>
            <p:spPr>
              <a:xfrm>
                <a:off x="5139550" y="2012300"/>
                <a:ext cx="13250" cy="1682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728" extrusionOk="0">
                    <a:moveTo>
                      <a:pt x="529" y="0"/>
                    </a:moveTo>
                    <a:cubicBezTo>
                      <a:pt x="343" y="535"/>
                      <a:pt x="208" y="1088"/>
                      <a:pt x="136" y="1651"/>
                    </a:cubicBezTo>
                    <a:cubicBezTo>
                      <a:pt x="60" y="2214"/>
                      <a:pt x="13" y="2780"/>
                      <a:pt x="10" y="3347"/>
                    </a:cubicBezTo>
                    <a:lnTo>
                      <a:pt x="10" y="3771"/>
                    </a:lnTo>
                    <a:cubicBezTo>
                      <a:pt x="1" y="3913"/>
                      <a:pt x="13" y="4054"/>
                      <a:pt x="13" y="4196"/>
                    </a:cubicBezTo>
                    <a:cubicBezTo>
                      <a:pt x="19" y="4479"/>
                      <a:pt x="42" y="4762"/>
                      <a:pt x="64" y="5045"/>
                    </a:cubicBezTo>
                    <a:cubicBezTo>
                      <a:pt x="76" y="5186"/>
                      <a:pt x="92" y="5328"/>
                      <a:pt x="108" y="5470"/>
                    </a:cubicBezTo>
                    <a:lnTo>
                      <a:pt x="155" y="5891"/>
                    </a:lnTo>
                    <a:cubicBezTo>
                      <a:pt x="199" y="6168"/>
                      <a:pt x="240" y="6448"/>
                      <a:pt x="287" y="6728"/>
                    </a:cubicBezTo>
                    <a:lnTo>
                      <a:pt x="192" y="5885"/>
                    </a:lnTo>
                    <a:lnTo>
                      <a:pt x="155" y="5463"/>
                    </a:lnTo>
                    <a:cubicBezTo>
                      <a:pt x="142" y="5328"/>
                      <a:pt x="126" y="5186"/>
                      <a:pt x="123" y="5045"/>
                    </a:cubicBezTo>
                    <a:cubicBezTo>
                      <a:pt x="108" y="4765"/>
                      <a:pt x="82" y="4482"/>
                      <a:pt x="82" y="4199"/>
                    </a:cubicBezTo>
                    <a:cubicBezTo>
                      <a:pt x="79" y="4057"/>
                      <a:pt x="76" y="3916"/>
                      <a:pt x="98" y="3774"/>
                    </a:cubicBezTo>
                    <a:lnTo>
                      <a:pt x="98" y="3350"/>
                    </a:lnTo>
                    <a:cubicBezTo>
                      <a:pt x="82" y="2784"/>
                      <a:pt x="123" y="2221"/>
                      <a:pt x="189" y="1661"/>
                    </a:cubicBezTo>
                    <a:cubicBezTo>
                      <a:pt x="224" y="1378"/>
                      <a:pt x="268" y="1098"/>
                      <a:pt x="325" y="821"/>
                    </a:cubicBezTo>
                    <a:cubicBezTo>
                      <a:pt x="375" y="544"/>
                      <a:pt x="444" y="271"/>
                      <a:pt x="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7" name="Google Shape;507;p16"/>
              <p:cNvSpPr/>
              <p:nvPr/>
            </p:nvSpPr>
            <p:spPr>
              <a:xfrm>
                <a:off x="5115650" y="2014100"/>
                <a:ext cx="249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659" extrusionOk="0">
                    <a:moveTo>
                      <a:pt x="998" y="0"/>
                    </a:moveTo>
                    <a:cubicBezTo>
                      <a:pt x="812" y="224"/>
                      <a:pt x="655" y="466"/>
                      <a:pt x="526" y="730"/>
                    </a:cubicBezTo>
                    <a:cubicBezTo>
                      <a:pt x="494" y="793"/>
                      <a:pt x="463" y="859"/>
                      <a:pt x="435" y="928"/>
                    </a:cubicBezTo>
                    <a:lnTo>
                      <a:pt x="356" y="1133"/>
                    </a:lnTo>
                    <a:lnTo>
                      <a:pt x="315" y="1233"/>
                    </a:lnTo>
                    <a:cubicBezTo>
                      <a:pt x="306" y="1265"/>
                      <a:pt x="296" y="1299"/>
                      <a:pt x="284" y="1337"/>
                    </a:cubicBezTo>
                    <a:lnTo>
                      <a:pt x="221" y="1545"/>
                    </a:lnTo>
                    <a:cubicBezTo>
                      <a:pt x="73" y="2108"/>
                      <a:pt x="0" y="2690"/>
                      <a:pt x="7" y="3271"/>
                    </a:cubicBezTo>
                    <a:lnTo>
                      <a:pt x="16" y="3705"/>
                    </a:lnTo>
                    <a:lnTo>
                      <a:pt x="63" y="4139"/>
                    </a:lnTo>
                    <a:lnTo>
                      <a:pt x="89" y="4356"/>
                    </a:lnTo>
                    <a:cubicBezTo>
                      <a:pt x="101" y="4429"/>
                      <a:pt x="117" y="4501"/>
                      <a:pt x="126" y="4570"/>
                    </a:cubicBezTo>
                    <a:lnTo>
                      <a:pt x="211" y="5001"/>
                    </a:lnTo>
                    <a:cubicBezTo>
                      <a:pt x="221" y="5070"/>
                      <a:pt x="243" y="5143"/>
                      <a:pt x="262" y="5212"/>
                    </a:cubicBezTo>
                    <a:lnTo>
                      <a:pt x="315" y="5420"/>
                    </a:lnTo>
                    <a:lnTo>
                      <a:pt x="431" y="5841"/>
                    </a:lnTo>
                    <a:cubicBezTo>
                      <a:pt x="526" y="6118"/>
                      <a:pt x="623" y="6391"/>
                      <a:pt x="721" y="6659"/>
                    </a:cubicBezTo>
                    <a:lnTo>
                      <a:pt x="466" y="5828"/>
                    </a:lnTo>
                    <a:lnTo>
                      <a:pt x="362" y="5407"/>
                    </a:lnTo>
                    <a:lnTo>
                      <a:pt x="312" y="5199"/>
                    </a:lnTo>
                    <a:cubicBezTo>
                      <a:pt x="293" y="5130"/>
                      <a:pt x="277" y="5058"/>
                      <a:pt x="265" y="4989"/>
                    </a:cubicBezTo>
                    <a:lnTo>
                      <a:pt x="195" y="4564"/>
                    </a:lnTo>
                    <a:lnTo>
                      <a:pt x="158" y="4350"/>
                    </a:lnTo>
                    <a:lnTo>
                      <a:pt x="139" y="4136"/>
                    </a:lnTo>
                    <a:lnTo>
                      <a:pt x="95" y="3705"/>
                    </a:lnTo>
                    <a:lnTo>
                      <a:pt x="89" y="3275"/>
                    </a:lnTo>
                    <a:cubicBezTo>
                      <a:pt x="79" y="2696"/>
                      <a:pt x="148" y="2123"/>
                      <a:pt x="284" y="1564"/>
                    </a:cubicBezTo>
                    <a:lnTo>
                      <a:pt x="343" y="1356"/>
                    </a:lnTo>
                    <a:cubicBezTo>
                      <a:pt x="356" y="1325"/>
                      <a:pt x="362" y="1290"/>
                      <a:pt x="375" y="1252"/>
                    </a:cubicBezTo>
                    <a:lnTo>
                      <a:pt x="409" y="1152"/>
                    </a:lnTo>
                    <a:lnTo>
                      <a:pt x="482" y="947"/>
                    </a:lnTo>
                    <a:cubicBezTo>
                      <a:pt x="510" y="881"/>
                      <a:pt x="541" y="812"/>
                      <a:pt x="567" y="746"/>
                    </a:cubicBezTo>
                    <a:cubicBezTo>
                      <a:pt x="677" y="482"/>
                      <a:pt x="825" y="230"/>
                      <a:pt x="9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8" name="Google Shape;508;p16"/>
              <p:cNvSpPr/>
              <p:nvPr/>
            </p:nvSpPr>
            <p:spPr>
              <a:xfrm>
                <a:off x="5096000" y="2016525"/>
                <a:ext cx="35400" cy="1625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6503" extrusionOk="0">
                    <a:moveTo>
                      <a:pt x="1416" y="1"/>
                    </a:moveTo>
                    <a:cubicBezTo>
                      <a:pt x="1299" y="86"/>
                      <a:pt x="1189" y="186"/>
                      <a:pt x="1082" y="287"/>
                    </a:cubicBezTo>
                    <a:cubicBezTo>
                      <a:pt x="981" y="394"/>
                      <a:pt x="881" y="507"/>
                      <a:pt x="796" y="627"/>
                    </a:cubicBezTo>
                    <a:cubicBezTo>
                      <a:pt x="623" y="866"/>
                      <a:pt x="472" y="1121"/>
                      <a:pt x="356" y="1391"/>
                    </a:cubicBezTo>
                    <a:cubicBezTo>
                      <a:pt x="123" y="1938"/>
                      <a:pt x="6" y="2530"/>
                      <a:pt x="6" y="3121"/>
                    </a:cubicBezTo>
                    <a:cubicBezTo>
                      <a:pt x="0" y="3272"/>
                      <a:pt x="0" y="3420"/>
                      <a:pt x="22" y="3564"/>
                    </a:cubicBezTo>
                    <a:cubicBezTo>
                      <a:pt x="38" y="3712"/>
                      <a:pt x="44" y="3860"/>
                      <a:pt x="73" y="4008"/>
                    </a:cubicBezTo>
                    <a:lnTo>
                      <a:pt x="107" y="4228"/>
                    </a:lnTo>
                    <a:lnTo>
                      <a:pt x="154" y="4442"/>
                    </a:lnTo>
                    <a:cubicBezTo>
                      <a:pt x="183" y="4587"/>
                      <a:pt x="227" y="4731"/>
                      <a:pt x="264" y="4873"/>
                    </a:cubicBezTo>
                    <a:cubicBezTo>
                      <a:pt x="434" y="5439"/>
                      <a:pt x="658" y="5983"/>
                      <a:pt x="937" y="6502"/>
                    </a:cubicBezTo>
                    <a:lnTo>
                      <a:pt x="755" y="6103"/>
                    </a:lnTo>
                    <a:lnTo>
                      <a:pt x="591" y="5694"/>
                    </a:lnTo>
                    <a:lnTo>
                      <a:pt x="447" y="5282"/>
                    </a:lnTo>
                    <a:cubicBezTo>
                      <a:pt x="403" y="5140"/>
                      <a:pt x="356" y="5002"/>
                      <a:pt x="321" y="4860"/>
                    </a:cubicBezTo>
                    <a:lnTo>
                      <a:pt x="268" y="4646"/>
                    </a:lnTo>
                    <a:cubicBezTo>
                      <a:pt x="249" y="4577"/>
                      <a:pt x="233" y="4502"/>
                      <a:pt x="217" y="4432"/>
                    </a:cubicBezTo>
                    <a:lnTo>
                      <a:pt x="173" y="4215"/>
                    </a:lnTo>
                    <a:lnTo>
                      <a:pt x="142" y="3998"/>
                    </a:lnTo>
                    <a:cubicBezTo>
                      <a:pt x="120" y="3854"/>
                      <a:pt x="101" y="3709"/>
                      <a:pt x="95" y="3561"/>
                    </a:cubicBezTo>
                    <a:cubicBezTo>
                      <a:pt x="91" y="3417"/>
                      <a:pt x="79" y="3272"/>
                      <a:pt x="85" y="3127"/>
                    </a:cubicBezTo>
                    <a:cubicBezTo>
                      <a:pt x="85" y="2539"/>
                      <a:pt x="192" y="1963"/>
                      <a:pt x="415" y="1419"/>
                    </a:cubicBezTo>
                    <a:cubicBezTo>
                      <a:pt x="525" y="1149"/>
                      <a:pt x="661" y="894"/>
                      <a:pt x="831" y="652"/>
                    </a:cubicBezTo>
                    <a:cubicBezTo>
                      <a:pt x="997" y="410"/>
                      <a:pt x="1192" y="190"/>
                      <a:pt x="14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9" name="Google Shape;509;p16"/>
              <p:cNvSpPr/>
              <p:nvPr/>
            </p:nvSpPr>
            <p:spPr>
              <a:xfrm>
                <a:off x="5170600" y="2012375"/>
                <a:ext cx="14100" cy="16812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72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" y="274"/>
                      <a:pt x="155" y="544"/>
                      <a:pt x="205" y="824"/>
                    </a:cubicBezTo>
                    <a:cubicBezTo>
                      <a:pt x="262" y="1101"/>
                      <a:pt x="303" y="1381"/>
                      <a:pt x="341" y="1661"/>
                    </a:cubicBezTo>
                    <a:cubicBezTo>
                      <a:pt x="410" y="2218"/>
                      <a:pt x="444" y="2781"/>
                      <a:pt x="473" y="3347"/>
                    </a:cubicBezTo>
                    <a:lnTo>
                      <a:pt x="473" y="3771"/>
                    </a:lnTo>
                    <a:cubicBezTo>
                      <a:pt x="460" y="3913"/>
                      <a:pt x="448" y="4054"/>
                      <a:pt x="448" y="4196"/>
                    </a:cubicBezTo>
                    <a:cubicBezTo>
                      <a:pt x="444" y="4476"/>
                      <a:pt x="422" y="4759"/>
                      <a:pt x="410" y="5042"/>
                    </a:cubicBezTo>
                    <a:cubicBezTo>
                      <a:pt x="407" y="5180"/>
                      <a:pt x="391" y="5322"/>
                      <a:pt x="378" y="5463"/>
                    </a:cubicBezTo>
                    <a:lnTo>
                      <a:pt x="338" y="5882"/>
                    </a:lnTo>
                    <a:lnTo>
                      <a:pt x="243" y="6725"/>
                    </a:lnTo>
                    <a:cubicBezTo>
                      <a:pt x="287" y="6445"/>
                      <a:pt x="338" y="6165"/>
                      <a:pt x="378" y="5888"/>
                    </a:cubicBezTo>
                    <a:lnTo>
                      <a:pt x="426" y="5467"/>
                    </a:lnTo>
                    <a:cubicBezTo>
                      <a:pt x="441" y="5328"/>
                      <a:pt x="460" y="5187"/>
                      <a:pt x="470" y="5045"/>
                    </a:cubicBezTo>
                    <a:cubicBezTo>
                      <a:pt x="492" y="4762"/>
                      <a:pt x="517" y="4479"/>
                      <a:pt x="520" y="4196"/>
                    </a:cubicBezTo>
                    <a:cubicBezTo>
                      <a:pt x="523" y="4054"/>
                      <a:pt x="529" y="3913"/>
                      <a:pt x="564" y="3771"/>
                    </a:cubicBezTo>
                    <a:lnTo>
                      <a:pt x="564" y="3347"/>
                    </a:lnTo>
                    <a:cubicBezTo>
                      <a:pt x="517" y="2781"/>
                      <a:pt x="473" y="2214"/>
                      <a:pt x="394" y="1651"/>
                    </a:cubicBezTo>
                    <a:cubicBezTo>
                      <a:pt x="319" y="1092"/>
                      <a:pt x="190" y="53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0" name="Google Shape;510;p16"/>
              <p:cNvSpPr/>
              <p:nvPr/>
            </p:nvSpPr>
            <p:spPr>
              <a:xfrm>
                <a:off x="5182875" y="2014175"/>
                <a:ext cx="246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659" extrusionOk="0">
                    <a:moveTo>
                      <a:pt x="1" y="1"/>
                    </a:moveTo>
                    <a:cubicBezTo>
                      <a:pt x="170" y="233"/>
                      <a:pt x="312" y="485"/>
                      <a:pt x="416" y="752"/>
                    </a:cubicBezTo>
                    <a:cubicBezTo>
                      <a:pt x="447" y="815"/>
                      <a:pt x="479" y="881"/>
                      <a:pt x="504" y="947"/>
                    </a:cubicBezTo>
                    <a:lnTo>
                      <a:pt x="576" y="1152"/>
                    </a:lnTo>
                    <a:lnTo>
                      <a:pt x="611" y="1255"/>
                    </a:lnTo>
                    <a:cubicBezTo>
                      <a:pt x="623" y="1287"/>
                      <a:pt x="630" y="1322"/>
                      <a:pt x="642" y="1356"/>
                    </a:cubicBezTo>
                    <a:lnTo>
                      <a:pt x="702" y="1564"/>
                    </a:lnTo>
                    <a:cubicBezTo>
                      <a:pt x="840" y="2124"/>
                      <a:pt x="906" y="2702"/>
                      <a:pt x="897" y="3275"/>
                    </a:cubicBezTo>
                    <a:lnTo>
                      <a:pt x="891" y="3709"/>
                    </a:lnTo>
                    <a:lnTo>
                      <a:pt x="847" y="4136"/>
                    </a:lnTo>
                    <a:lnTo>
                      <a:pt x="828" y="4353"/>
                    </a:lnTo>
                    <a:cubicBezTo>
                      <a:pt x="818" y="4423"/>
                      <a:pt x="803" y="4495"/>
                      <a:pt x="793" y="4564"/>
                    </a:cubicBezTo>
                    <a:lnTo>
                      <a:pt x="721" y="4989"/>
                    </a:lnTo>
                    <a:cubicBezTo>
                      <a:pt x="708" y="5061"/>
                      <a:pt x="693" y="5130"/>
                      <a:pt x="674" y="5203"/>
                    </a:cubicBezTo>
                    <a:lnTo>
                      <a:pt x="623" y="5410"/>
                    </a:lnTo>
                    <a:lnTo>
                      <a:pt x="520" y="5832"/>
                    </a:lnTo>
                    <a:lnTo>
                      <a:pt x="265" y="6659"/>
                    </a:lnTo>
                    <a:cubicBezTo>
                      <a:pt x="362" y="6388"/>
                      <a:pt x="457" y="6109"/>
                      <a:pt x="557" y="5841"/>
                    </a:cubicBezTo>
                    <a:lnTo>
                      <a:pt x="671" y="5423"/>
                    </a:lnTo>
                    <a:lnTo>
                      <a:pt x="724" y="5212"/>
                    </a:lnTo>
                    <a:cubicBezTo>
                      <a:pt x="743" y="5143"/>
                      <a:pt x="765" y="5071"/>
                      <a:pt x="774" y="5001"/>
                    </a:cubicBezTo>
                    <a:lnTo>
                      <a:pt x="859" y="4574"/>
                    </a:lnTo>
                    <a:cubicBezTo>
                      <a:pt x="872" y="4501"/>
                      <a:pt x="884" y="4426"/>
                      <a:pt x="897" y="4357"/>
                    </a:cubicBezTo>
                    <a:lnTo>
                      <a:pt x="922" y="4140"/>
                    </a:lnTo>
                    <a:lnTo>
                      <a:pt x="969" y="3709"/>
                    </a:lnTo>
                    <a:lnTo>
                      <a:pt x="982" y="3272"/>
                    </a:lnTo>
                    <a:cubicBezTo>
                      <a:pt x="985" y="2690"/>
                      <a:pt x="913" y="2108"/>
                      <a:pt x="765" y="1545"/>
                    </a:cubicBezTo>
                    <a:lnTo>
                      <a:pt x="702" y="1337"/>
                    </a:lnTo>
                    <a:cubicBezTo>
                      <a:pt x="689" y="1306"/>
                      <a:pt x="683" y="1271"/>
                      <a:pt x="671" y="1233"/>
                    </a:cubicBezTo>
                    <a:lnTo>
                      <a:pt x="630" y="1133"/>
                    </a:lnTo>
                    <a:lnTo>
                      <a:pt x="551" y="928"/>
                    </a:lnTo>
                    <a:cubicBezTo>
                      <a:pt x="526" y="862"/>
                      <a:pt x="491" y="799"/>
                      <a:pt x="460" y="730"/>
                    </a:cubicBezTo>
                    <a:cubicBezTo>
                      <a:pt x="340" y="469"/>
                      <a:pt x="186" y="2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1" name="Google Shape;511;p16"/>
              <p:cNvSpPr/>
              <p:nvPr/>
            </p:nvSpPr>
            <p:spPr>
              <a:xfrm>
                <a:off x="5191850" y="2016625"/>
                <a:ext cx="35175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5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4" y="189"/>
                      <a:pt x="425" y="406"/>
                      <a:pt x="582" y="654"/>
                    </a:cubicBezTo>
                    <a:cubicBezTo>
                      <a:pt x="749" y="893"/>
                      <a:pt x="890" y="1148"/>
                      <a:pt x="1000" y="1419"/>
                    </a:cubicBezTo>
                    <a:cubicBezTo>
                      <a:pt x="1221" y="1963"/>
                      <a:pt x="1334" y="2541"/>
                      <a:pt x="1331" y="3126"/>
                    </a:cubicBezTo>
                    <a:cubicBezTo>
                      <a:pt x="1334" y="3271"/>
                      <a:pt x="1334" y="3416"/>
                      <a:pt x="1318" y="3564"/>
                    </a:cubicBezTo>
                    <a:cubicBezTo>
                      <a:pt x="1302" y="3708"/>
                      <a:pt x="1299" y="3853"/>
                      <a:pt x="1271" y="3998"/>
                    </a:cubicBezTo>
                    <a:lnTo>
                      <a:pt x="1239" y="4215"/>
                    </a:lnTo>
                    <a:lnTo>
                      <a:pt x="1195" y="4432"/>
                    </a:lnTo>
                    <a:cubicBezTo>
                      <a:pt x="1180" y="4501"/>
                      <a:pt x="1164" y="4573"/>
                      <a:pt x="1145" y="4642"/>
                    </a:cubicBezTo>
                    <a:lnTo>
                      <a:pt x="1092" y="4856"/>
                    </a:lnTo>
                    <a:cubicBezTo>
                      <a:pt x="1057" y="4998"/>
                      <a:pt x="1007" y="5136"/>
                      <a:pt x="966" y="5278"/>
                    </a:cubicBezTo>
                    <a:lnTo>
                      <a:pt x="821" y="5693"/>
                    </a:lnTo>
                    <a:lnTo>
                      <a:pt x="658" y="6102"/>
                    </a:lnTo>
                    <a:lnTo>
                      <a:pt x="475" y="6504"/>
                    </a:lnTo>
                    <a:cubicBezTo>
                      <a:pt x="755" y="5985"/>
                      <a:pt x="978" y="5438"/>
                      <a:pt x="1148" y="4872"/>
                    </a:cubicBezTo>
                    <a:cubicBezTo>
                      <a:pt x="1189" y="4730"/>
                      <a:pt x="1230" y="4589"/>
                      <a:pt x="1258" y="4444"/>
                    </a:cubicBezTo>
                    <a:lnTo>
                      <a:pt x="1305" y="4227"/>
                    </a:lnTo>
                    <a:lnTo>
                      <a:pt x="1340" y="4010"/>
                    </a:lnTo>
                    <a:cubicBezTo>
                      <a:pt x="1365" y="3865"/>
                      <a:pt x="1384" y="3718"/>
                      <a:pt x="1390" y="3570"/>
                    </a:cubicBezTo>
                    <a:cubicBezTo>
                      <a:pt x="1400" y="3422"/>
                      <a:pt x="1406" y="3274"/>
                      <a:pt x="1406" y="3126"/>
                    </a:cubicBezTo>
                    <a:cubicBezTo>
                      <a:pt x="1406" y="2532"/>
                      <a:pt x="1290" y="1944"/>
                      <a:pt x="1057" y="1396"/>
                    </a:cubicBezTo>
                    <a:cubicBezTo>
                      <a:pt x="944" y="1126"/>
                      <a:pt x="796" y="865"/>
                      <a:pt x="617" y="629"/>
                    </a:cubicBezTo>
                    <a:cubicBezTo>
                      <a:pt x="525" y="513"/>
                      <a:pt x="434" y="396"/>
                      <a:pt x="330" y="293"/>
                    </a:cubicBezTo>
                    <a:cubicBezTo>
                      <a:pt x="230" y="186"/>
                      <a:pt x="120" y="8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2" name="Google Shape;512;p16"/>
              <p:cNvSpPr/>
              <p:nvPr/>
            </p:nvSpPr>
            <p:spPr>
              <a:xfrm>
                <a:off x="5156850" y="2060575"/>
                <a:ext cx="121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10" extrusionOk="0">
                    <a:moveTo>
                      <a:pt x="485" y="0"/>
                    </a:moveTo>
                    <a:cubicBezTo>
                      <a:pt x="460" y="35"/>
                      <a:pt x="431" y="76"/>
                      <a:pt x="409" y="110"/>
                    </a:cubicBezTo>
                    <a:cubicBezTo>
                      <a:pt x="384" y="145"/>
                      <a:pt x="362" y="179"/>
                      <a:pt x="337" y="220"/>
                    </a:cubicBezTo>
                    <a:cubicBezTo>
                      <a:pt x="303" y="278"/>
                      <a:pt x="265" y="341"/>
                      <a:pt x="228" y="404"/>
                    </a:cubicBezTo>
                    <a:lnTo>
                      <a:pt x="228" y="404"/>
                    </a:lnTo>
                    <a:cubicBezTo>
                      <a:pt x="157" y="289"/>
                      <a:pt x="82" y="176"/>
                      <a:pt x="1" y="66"/>
                    </a:cubicBezTo>
                    <a:lnTo>
                      <a:pt x="1" y="66"/>
                    </a:lnTo>
                    <a:cubicBezTo>
                      <a:pt x="63" y="205"/>
                      <a:pt x="130" y="337"/>
                      <a:pt x="202" y="472"/>
                    </a:cubicBezTo>
                    <a:lnTo>
                      <a:pt x="224" y="510"/>
                    </a:lnTo>
                    <a:lnTo>
                      <a:pt x="249" y="472"/>
                    </a:lnTo>
                    <a:cubicBezTo>
                      <a:pt x="287" y="406"/>
                      <a:pt x="321" y="337"/>
                      <a:pt x="359" y="271"/>
                    </a:cubicBezTo>
                    <a:cubicBezTo>
                      <a:pt x="384" y="220"/>
                      <a:pt x="409" y="173"/>
                      <a:pt x="431" y="123"/>
                    </a:cubicBezTo>
                    <a:cubicBezTo>
                      <a:pt x="447" y="82"/>
                      <a:pt x="469" y="38"/>
                      <a:pt x="4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3" name="Google Shape;513;p16"/>
              <p:cNvSpPr/>
              <p:nvPr/>
            </p:nvSpPr>
            <p:spPr>
              <a:xfrm>
                <a:off x="5161400" y="2057725"/>
                <a:ext cx="18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86" extrusionOk="0">
                    <a:moveTo>
                      <a:pt x="26" y="1"/>
                    </a:moveTo>
                    <a:cubicBezTo>
                      <a:pt x="1" y="196"/>
                      <a:pt x="7" y="397"/>
                      <a:pt x="48" y="586"/>
                    </a:cubicBezTo>
                    <a:cubicBezTo>
                      <a:pt x="73" y="394"/>
                      <a:pt x="70" y="193"/>
                      <a:pt x="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4" name="Google Shape;514;p16"/>
              <p:cNvSpPr/>
              <p:nvPr/>
            </p:nvSpPr>
            <p:spPr>
              <a:xfrm>
                <a:off x="5204825" y="2012525"/>
                <a:ext cx="124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92" extrusionOk="0">
                    <a:moveTo>
                      <a:pt x="50" y="0"/>
                    </a:moveTo>
                    <a:cubicBezTo>
                      <a:pt x="25" y="145"/>
                      <a:pt x="6" y="299"/>
                      <a:pt x="0" y="444"/>
                    </a:cubicBezTo>
                    <a:lnTo>
                      <a:pt x="0" y="491"/>
                    </a:lnTo>
                    <a:lnTo>
                      <a:pt x="41" y="472"/>
                    </a:lnTo>
                    <a:cubicBezTo>
                      <a:pt x="120" y="431"/>
                      <a:pt x="198" y="387"/>
                      <a:pt x="271" y="343"/>
                    </a:cubicBezTo>
                    <a:lnTo>
                      <a:pt x="387" y="277"/>
                    </a:lnTo>
                    <a:cubicBezTo>
                      <a:pt x="422" y="255"/>
                      <a:pt x="459" y="230"/>
                      <a:pt x="497" y="208"/>
                    </a:cubicBezTo>
                    <a:lnTo>
                      <a:pt x="497" y="208"/>
                    </a:lnTo>
                    <a:cubicBezTo>
                      <a:pt x="456" y="224"/>
                      <a:pt x="418" y="236"/>
                      <a:pt x="374" y="255"/>
                    </a:cubicBezTo>
                    <a:cubicBezTo>
                      <a:pt x="330" y="274"/>
                      <a:pt x="293" y="290"/>
                      <a:pt x="252" y="309"/>
                    </a:cubicBezTo>
                    <a:lnTo>
                      <a:pt x="58" y="407"/>
                    </a:lnTo>
                    <a:lnTo>
                      <a:pt x="58" y="407"/>
                    </a:lnTo>
                    <a:cubicBezTo>
                      <a:pt x="63" y="272"/>
                      <a:pt x="62" y="134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5" name="Google Shape;515;p16"/>
              <p:cNvSpPr/>
              <p:nvPr/>
            </p:nvSpPr>
            <p:spPr>
              <a:xfrm>
                <a:off x="5205450" y="2011175"/>
                <a:ext cx="75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505" extrusionOk="0">
                    <a:moveTo>
                      <a:pt x="302" y="1"/>
                    </a:moveTo>
                    <a:lnTo>
                      <a:pt x="302" y="1"/>
                    </a:lnTo>
                    <a:cubicBezTo>
                      <a:pt x="173" y="149"/>
                      <a:pt x="70" y="322"/>
                      <a:pt x="0" y="504"/>
                    </a:cubicBezTo>
                    <a:cubicBezTo>
                      <a:pt x="66" y="432"/>
                      <a:pt x="120" y="353"/>
                      <a:pt x="173" y="265"/>
                    </a:cubicBezTo>
                    <a:cubicBezTo>
                      <a:pt x="224" y="183"/>
                      <a:pt x="268" y="95"/>
                      <a:pt x="3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6" name="Google Shape;516;p16"/>
              <p:cNvSpPr/>
              <p:nvPr/>
            </p:nvSpPr>
            <p:spPr>
              <a:xfrm>
                <a:off x="5194200" y="2046100"/>
                <a:ext cx="123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76" extrusionOk="0">
                    <a:moveTo>
                      <a:pt x="491" y="0"/>
                    </a:moveTo>
                    <a:cubicBezTo>
                      <a:pt x="460" y="32"/>
                      <a:pt x="428" y="67"/>
                      <a:pt x="403" y="98"/>
                    </a:cubicBezTo>
                    <a:cubicBezTo>
                      <a:pt x="375" y="136"/>
                      <a:pt x="347" y="167"/>
                      <a:pt x="318" y="202"/>
                    </a:cubicBezTo>
                    <a:cubicBezTo>
                      <a:pt x="275" y="256"/>
                      <a:pt x="229" y="314"/>
                      <a:pt x="186" y="371"/>
                    </a:cubicBezTo>
                    <a:lnTo>
                      <a:pt x="186" y="371"/>
                    </a:lnTo>
                    <a:cubicBezTo>
                      <a:pt x="131" y="249"/>
                      <a:pt x="68" y="126"/>
                      <a:pt x="1" y="10"/>
                    </a:cubicBezTo>
                    <a:lnTo>
                      <a:pt x="1" y="10"/>
                    </a:lnTo>
                    <a:cubicBezTo>
                      <a:pt x="45" y="155"/>
                      <a:pt x="98" y="296"/>
                      <a:pt x="155" y="438"/>
                    </a:cubicBezTo>
                    <a:lnTo>
                      <a:pt x="174" y="475"/>
                    </a:lnTo>
                    <a:lnTo>
                      <a:pt x="202" y="441"/>
                    </a:lnTo>
                    <a:cubicBezTo>
                      <a:pt x="255" y="372"/>
                      <a:pt x="302" y="296"/>
                      <a:pt x="356" y="224"/>
                    </a:cubicBezTo>
                    <a:cubicBezTo>
                      <a:pt x="378" y="189"/>
                      <a:pt x="403" y="155"/>
                      <a:pt x="425" y="114"/>
                    </a:cubicBezTo>
                    <a:cubicBezTo>
                      <a:pt x="450" y="76"/>
                      <a:pt x="472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7" name="Google Shape;517;p16"/>
              <p:cNvSpPr/>
              <p:nvPr/>
            </p:nvSpPr>
            <p:spPr>
              <a:xfrm>
                <a:off x="5198450" y="2042100"/>
                <a:ext cx="20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80" h="586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35" y="94"/>
                      <a:pt x="19" y="192"/>
                      <a:pt x="13" y="289"/>
                    </a:cubicBezTo>
                    <a:cubicBezTo>
                      <a:pt x="0" y="390"/>
                      <a:pt x="0" y="488"/>
                      <a:pt x="13" y="585"/>
                    </a:cubicBezTo>
                    <a:cubicBezTo>
                      <a:pt x="63" y="393"/>
                      <a:pt x="79" y="195"/>
                      <a:pt x="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8" name="Google Shape;518;p16"/>
              <p:cNvSpPr/>
              <p:nvPr/>
            </p:nvSpPr>
            <p:spPr>
              <a:xfrm>
                <a:off x="5123050" y="2029200"/>
                <a:ext cx="122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151"/>
                      <a:pt x="44" y="296"/>
                      <a:pt x="76" y="450"/>
                    </a:cubicBezTo>
                    <a:lnTo>
                      <a:pt x="88" y="491"/>
                    </a:lnTo>
                    <a:lnTo>
                      <a:pt x="123" y="459"/>
                    </a:lnTo>
                    <a:lnTo>
                      <a:pt x="305" y="277"/>
                    </a:lnTo>
                    <a:cubicBezTo>
                      <a:pt x="337" y="239"/>
                      <a:pt x="362" y="208"/>
                      <a:pt x="396" y="176"/>
                    </a:cubicBezTo>
                    <a:cubicBezTo>
                      <a:pt x="434" y="145"/>
                      <a:pt x="459" y="113"/>
                      <a:pt x="488" y="79"/>
                    </a:cubicBezTo>
                    <a:lnTo>
                      <a:pt x="488" y="79"/>
                    </a:lnTo>
                    <a:cubicBezTo>
                      <a:pt x="453" y="104"/>
                      <a:pt x="415" y="129"/>
                      <a:pt x="381" y="158"/>
                    </a:cubicBezTo>
                    <a:lnTo>
                      <a:pt x="280" y="239"/>
                    </a:lnTo>
                    <a:cubicBezTo>
                      <a:pt x="227" y="292"/>
                      <a:pt x="172" y="340"/>
                      <a:pt x="119" y="392"/>
                    </a:cubicBezTo>
                    <a:lnTo>
                      <a:pt x="119" y="392"/>
                    </a:lnTo>
                    <a:cubicBezTo>
                      <a:pt x="86" y="259"/>
                      <a:pt x="46" y="12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9" name="Google Shape;519;p16"/>
              <p:cNvSpPr/>
              <p:nvPr/>
            </p:nvSpPr>
            <p:spPr>
              <a:xfrm>
                <a:off x="5125625" y="2025975"/>
                <a:ext cx="38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567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70" y="176"/>
                      <a:pt x="20" y="368"/>
                      <a:pt x="1" y="566"/>
                    </a:cubicBezTo>
                    <a:cubicBezTo>
                      <a:pt x="86" y="390"/>
                      <a:pt x="136" y="195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0" name="Google Shape;520;p16"/>
              <p:cNvSpPr/>
              <p:nvPr/>
            </p:nvSpPr>
            <p:spPr>
              <a:xfrm>
                <a:off x="5236900" y="2069925"/>
                <a:ext cx="130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88" extrusionOk="0">
                    <a:moveTo>
                      <a:pt x="104" y="0"/>
                    </a:moveTo>
                    <a:lnTo>
                      <a:pt x="104" y="0"/>
                    </a:lnTo>
                    <a:cubicBezTo>
                      <a:pt x="60" y="148"/>
                      <a:pt x="26" y="299"/>
                      <a:pt x="7" y="450"/>
                    </a:cubicBezTo>
                    <a:lnTo>
                      <a:pt x="0" y="488"/>
                    </a:lnTo>
                    <a:lnTo>
                      <a:pt x="41" y="472"/>
                    </a:lnTo>
                    <a:cubicBezTo>
                      <a:pt x="126" y="441"/>
                      <a:pt x="205" y="409"/>
                      <a:pt x="287" y="372"/>
                    </a:cubicBezTo>
                    <a:cubicBezTo>
                      <a:pt x="324" y="353"/>
                      <a:pt x="365" y="337"/>
                      <a:pt x="403" y="318"/>
                    </a:cubicBezTo>
                    <a:lnTo>
                      <a:pt x="523" y="258"/>
                    </a:lnTo>
                    <a:lnTo>
                      <a:pt x="523" y="258"/>
                    </a:lnTo>
                    <a:cubicBezTo>
                      <a:pt x="478" y="268"/>
                      <a:pt x="441" y="277"/>
                      <a:pt x="397" y="290"/>
                    </a:cubicBezTo>
                    <a:lnTo>
                      <a:pt x="271" y="331"/>
                    </a:lnTo>
                    <a:cubicBezTo>
                      <a:pt x="203" y="352"/>
                      <a:pt x="133" y="377"/>
                      <a:pt x="64" y="403"/>
                    </a:cubicBezTo>
                    <a:lnTo>
                      <a:pt x="64" y="403"/>
                    </a:lnTo>
                    <a:cubicBezTo>
                      <a:pt x="85" y="269"/>
                      <a:pt x="99" y="134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1" name="Google Shape;521;p16"/>
              <p:cNvSpPr/>
              <p:nvPr/>
            </p:nvSpPr>
            <p:spPr>
              <a:xfrm>
                <a:off x="5237600" y="2069375"/>
                <a:ext cx="90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66" extrusionOk="0">
                    <a:moveTo>
                      <a:pt x="359" y="0"/>
                    </a:moveTo>
                    <a:cubicBezTo>
                      <a:pt x="215" y="133"/>
                      <a:pt x="92" y="293"/>
                      <a:pt x="1" y="466"/>
                    </a:cubicBezTo>
                    <a:cubicBezTo>
                      <a:pt x="76" y="403"/>
                      <a:pt x="145" y="328"/>
                      <a:pt x="202" y="249"/>
                    </a:cubicBezTo>
                    <a:cubicBezTo>
                      <a:pt x="262" y="173"/>
                      <a:pt x="315" y="89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2" name="Google Shape;522;p16"/>
              <p:cNvSpPr/>
              <p:nvPr/>
            </p:nvSpPr>
            <p:spPr>
              <a:xfrm>
                <a:off x="5135300" y="2109800"/>
                <a:ext cx="123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513" extrusionOk="0">
                    <a:moveTo>
                      <a:pt x="491" y="0"/>
                    </a:moveTo>
                    <a:cubicBezTo>
                      <a:pt x="466" y="35"/>
                      <a:pt x="441" y="72"/>
                      <a:pt x="419" y="107"/>
                    </a:cubicBezTo>
                    <a:cubicBezTo>
                      <a:pt x="394" y="142"/>
                      <a:pt x="372" y="176"/>
                      <a:pt x="347" y="217"/>
                    </a:cubicBezTo>
                    <a:cubicBezTo>
                      <a:pt x="312" y="281"/>
                      <a:pt x="274" y="342"/>
                      <a:pt x="236" y="407"/>
                    </a:cubicBezTo>
                    <a:lnTo>
                      <a:pt x="236" y="407"/>
                    </a:lnTo>
                    <a:cubicBezTo>
                      <a:pt x="164" y="291"/>
                      <a:pt x="86" y="178"/>
                      <a:pt x="1" y="72"/>
                    </a:cubicBezTo>
                    <a:lnTo>
                      <a:pt x="1" y="72"/>
                    </a:lnTo>
                    <a:cubicBezTo>
                      <a:pt x="61" y="208"/>
                      <a:pt x="133" y="343"/>
                      <a:pt x="215" y="472"/>
                    </a:cubicBezTo>
                    <a:lnTo>
                      <a:pt x="237" y="513"/>
                    </a:lnTo>
                    <a:lnTo>
                      <a:pt x="262" y="472"/>
                    </a:lnTo>
                    <a:cubicBezTo>
                      <a:pt x="300" y="409"/>
                      <a:pt x="334" y="343"/>
                      <a:pt x="366" y="277"/>
                    </a:cubicBezTo>
                    <a:cubicBezTo>
                      <a:pt x="391" y="223"/>
                      <a:pt x="419" y="173"/>
                      <a:pt x="441" y="123"/>
                    </a:cubicBezTo>
                    <a:cubicBezTo>
                      <a:pt x="457" y="82"/>
                      <a:pt x="476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3" name="Google Shape;523;p16"/>
              <p:cNvSpPr/>
              <p:nvPr/>
            </p:nvSpPr>
            <p:spPr>
              <a:xfrm>
                <a:off x="5095525" y="2130550"/>
                <a:ext cx="1072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0" extrusionOk="0">
                    <a:moveTo>
                      <a:pt x="428" y="0"/>
                    </a:moveTo>
                    <a:cubicBezTo>
                      <a:pt x="415" y="35"/>
                      <a:pt x="409" y="79"/>
                      <a:pt x="403" y="117"/>
                    </a:cubicBezTo>
                    <a:cubicBezTo>
                      <a:pt x="390" y="164"/>
                      <a:pt x="378" y="236"/>
                      <a:pt x="368" y="280"/>
                    </a:cubicBezTo>
                    <a:cubicBezTo>
                      <a:pt x="358" y="344"/>
                      <a:pt x="348" y="407"/>
                      <a:pt x="339" y="472"/>
                    </a:cubicBezTo>
                    <a:lnTo>
                      <a:pt x="339" y="472"/>
                    </a:lnTo>
                    <a:cubicBezTo>
                      <a:pt x="229" y="392"/>
                      <a:pt x="116" y="319"/>
                      <a:pt x="0" y="249"/>
                    </a:cubicBezTo>
                    <a:lnTo>
                      <a:pt x="0" y="249"/>
                    </a:lnTo>
                    <a:cubicBezTo>
                      <a:pt x="110" y="350"/>
                      <a:pt x="224" y="447"/>
                      <a:pt x="349" y="541"/>
                    </a:cubicBezTo>
                    <a:lnTo>
                      <a:pt x="387" y="570"/>
                    </a:lnTo>
                    <a:lnTo>
                      <a:pt x="393" y="523"/>
                    </a:lnTo>
                    <a:cubicBezTo>
                      <a:pt x="406" y="434"/>
                      <a:pt x="412" y="353"/>
                      <a:pt x="422" y="261"/>
                    </a:cubicBezTo>
                    <a:cubicBezTo>
                      <a:pt x="428" y="224"/>
                      <a:pt x="428" y="177"/>
                      <a:pt x="428" y="133"/>
                    </a:cubicBez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4" name="Google Shape;524;p16"/>
              <p:cNvSpPr/>
              <p:nvPr/>
            </p:nvSpPr>
            <p:spPr>
              <a:xfrm>
                <a:off x="5099050" y="2130150"/>
                <a:ext cx="61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3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98"/>
                      <a:pt x="57" y="193"/>
                      <a:pt x="98" y="284"/>
                    </a:cubicBezTo>
                    <a:cubicBezTo>
                      <a:pt x="139" y="375"/>
                      <a:pt x="186" y="460"/>
                      <a:pt x="246" y="539"/>
                    </a:cubicBezTo>
                    <a:cubicBezTo>
                      <a:pt x="199" y="347"/>
                      <a:pt x="114" y="16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5" name="Google Shape;525;p16"/>
              <p:cNvSpPr/>
              <p:nvPr/>
            </p:nvSpPr>
            <p:spPr>
              <a:xfrm>
                <a:off x="5086475" y="2029275"/>
                <a:ext cx="107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3" extrusionOk="0">
                    <a:moveTo>
                      <a:pt x="372" y="0"/>
                    </a:moveTo>
                    <a:cubicBezTo>
                      <a:pt x="365" y="44"/>
                      <a:pt x="365" y="95"/>
                      <a:pt x="340" y="136"/>
                    </a:cubicBezTo>
                    <a:lnTo>
                      <a:pt x="340" y="265"/>
                    </a:lnTo>
                    <a:cubicBezTo>
                      <a:pt x="361" y="339"/>
                      <a:pt x="369" y="406"/>
                      <a:pt x="374" y="478"/>
                    </a:cubicBezTo>
                    <a:lnTo>
                      <a:pt x="374" y="478"/>
                    </a:lnTo>
                    <a:cubicBezTo>
                      <a:pt x="253" y="418"/>
                      <a:pt x="127" y="366"/>
                      <a:pt x="1" y="321"/>
                    </a:cubicBezTo>
                    <a:lnTo>
                      <a:pt x="1" y="321"/>
                    </a:lnTo>
                    <a:cubicBezTo>
                      <a:pt x="126" y="403"/>
                      <a:pt x="255" y="478"/>
                      <a:pt x="394" y="551"/>
                    </a:cubicBezTo>
                    <a:lnTo>
                      <a:pt x="428" y="573"/>
                    </a:lnTo>
                    <a:lnTo>
                      <a:pt x="428" y="526"/>
                    </a:lnTo>
                    <a:cubicBezTo>
                      <a:pt x="425" y="434"/>
                      <a:pt x="422" y="353"/>
                      <a:pt x="409" y="261"/>
                    </a:cubicBezTo>
                    <a:cubicBezTo>
                      <a:pt x="406" y="221"/>
                      <a:pt x="403" y="170"/>
                      <a:pt x="394" y="132"/>
                    </a:cubicBezTo>
                    <a:cubicBezTo>
                      <a:pt x="387" y="92"/>
                      <a:pt x="378" y="44"/>
                      <a:pt x="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6" name="Google Shape;526;p16"/>
              <p:cNvSpPr/>
              <p:nvPr/>
            </p:nvSpPr>
            <p:spPr>
              <a:xfrm>
                <a:off x="5088050" y="2030300"/>
                <a:ext cx="86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344" h="4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" y="91"/>
                      <a:pt x="92" y="173"/>
                      <a:pt x="151" y="255"/>
                    </a:cubicBezTo>
                    <a:cubicBezTo>
                      <a:pt x="208" y="337"/>
                      <a:pt x="271" y="412"/>
                      <a:pt x="343" y="478"/>
                    </a:cubicBezTo>
                    <a:cubicBezTo>
                      <a:pt x="299" y="390"/>
                      <a:pt x="252" y="302"/>
                      <a:pt x="192" y="224"/>
                    </a:cubicBezTo>
                    <a:cubicBezTo>
                      <a:pt x="133" y="142"/>
                      <a:pt x="73" y="6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7" name="Google Shape;527;p16"/>
              <p:cNvSpPr/>
              <p:nvPr/>
            </p:nvSpPr>
            <p:spPr>
              <a:xfrm>
                <a:off x="5220075" y="2108450"/>
                <a:ext cx="122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79" extrusionOk="0">
                    <a:moveTo>
                      <a:pt x="491" y="1"/>
                    </a:moveTo>
                    <a:cubicBezTo>
                      <a:pt x="456" y="32"/>
                      <a:pt x="428" y="67"/>
                      <a:pt x="400" y="98"/>
                    </a:cubicBezTo>
                    <a:cubicBezTo>
                      <a:pt x="371" y="130"/>
                      <a:pt x="346" y="164"/>
                      <a:pt x="318" y="199"/>
                    </a:cubicBezTo>
                    <a:lnTo>
                      <a:pt x="193" y="373"/>
                    </a:lnTo>
                    <a:lnTo>
                      <a:pt x="193" y="373"/>
                    </a:lnTo>
                    <a:cubicBezTo>
                      <a:pt x="135" y="249"/>
                      <a:pt x="71" y="129"/>
                      <a:pt x="0" y="10"/>
                    </a:cubicBezTo>
                    <a:lnTo>
                      <a:pt x="0" y="10"/>
                    </a:lnTo>
                    <a:cubicBezTo>
                      <a:pt x="48" y="158"/>
                      <a:pt x="104" y="299"/>
                      <a:pt x="164" y="441"/>
                    </a:cubicBezTo>
                    <a:lnTo>
                      <a:pt x="183" y="479"/>
                    </a:lnTo>
                    <a:lnTo>
                      <a:pt x="211" y="444"/>
                    </a:lnTo>
                    <a:cubicBezTo>
                      <a:pt x="261" y="372"/>
                      <a:pt x="309" y="303"/>
                      <a:pt x="356" y="227"/>
                    </a:cubicBezTo>
                    <a:cubicBezTo>
                      <a:pt x="384" y="189"/>
                      <a:pt x="409" y="152"/>
                      <a:pt x="428" y="114"/>
                    </a:cubicBezTo>
                    <a:cubicBezTo>
                      <a:pt x="447" y="79"/>
                      <a:pt x="472" y="38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8" name="Google Shape;528;p16"/>
              <p:cNvSpPr/>
              <p:nvPr/>
            </p:nvSpPr>
            <p:spPr>
              <a:xfrm>
                <a:off x="5088275" y="2159175"/>
                <a:ext cx="145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5829" y="805"/>
                    </a:lnTo>
                    <a:lnTo>
                      <a:pt x="58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ONLY_1_1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17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531" name="Google Shape;531;p17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17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17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17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17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17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" name="Google Shape;542;p17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43" name="Google Shape;543;p17"/>
          <p:cNvSpPr txBox="1"/>
          <p:nvPr>
            <p:ph type="subTitle" idx="1"/>
          </p:nvPr>
        </p:nvSpPr>
        <p:spPr>
          <a:xfrm>
            <a:off x="720000" y="1294750"/>
            <a:ext cx="4132200" cy="305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Open Sans"/>
              <a:buChar char="●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■"/>
              <a:defRPr/>
            </a:lvl9pPr>
          </a:lstStyle>
          <a:p/>
        </p:txBody>
      </p:sp>
      <p:sp>
        <p:nvSpPr>
          <p:cNvPr id="544" name="Google Shape;544;p17"/>
          <p:cNvSpPr txBox="1"/>
          <p:nvPr>
            <p:ph type="title"/>
          </p:nvPr>
        </p:nvSpPr>
        <p:spPr>
          <a:xfrm>
            <a:off x="720000" y="552150"/>
            <a:ext cx="41322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5" name="Google Shape;545;p17"/>
          <p:cNvGrpSpPr/>
          <p:nvPr/>
        </p:nvGrpSpPr>
        <p:grpSpPr>
          <a:xfrm flipH="1">
            <a:off x="8505049" y="2646929"/>
            <a:ext cx="1365469" cy="935075"/>
            <a:chOff x="4354825" y="2560575"/>
            <a:chExt cx="284900" cy="195100"/>
          </a:xfrm>
        </p:grpSpPr>
        <p:sp>
          <p:nvSpPr>
            <p:cNvPr id="546" name="Google Shape;546;p17"/>
            <p:cNvSpPr/>
            <p:nvPr/>
          </p:nvSpPr>
          <p:spPr>
            <a:xfrm>
              <a:off x="4354825" y="2560575"/>
              <a:ext cx="284900" cy="195100"/>
            </a:xfrm>
            <a:custGeom>
              <a:avLst/>
              <a:gdLst/>
              <a:ahLst/>
              <a:cxnLst/>
              <a:rect l="l" t="t" r="r" b="b"/>
              <a:pathLst>
                <a:path w="11396" h="7804" extrusionOk="0">
                  <a:moveTo>
                    <a:pt x="11304" y="89"/>
                  </a:moveTo>
                  <a:lnTo>
                    <a:pt x="11304" y="7713"/>
                  </a:lnTo>
                  <a:lnTo>
                    <a:pt x="91" y="7713"/>
                  </a:lnTo>
                  <a:lnTo>
                    <a:pt x="91" y="89"/>
                  </a:lnTo>
                  <a:close/>
                  <a:moveTo>
                    <a:pt x="0" y="1"/>
                  </a:moveTo>
                  <a:lnTo>
                    <a:pt x="0" y="7804"/>
                  </a:lnTo>
                  <a:lnTo>
                    <a:pt x="11395" y="7804"/>
                  </a:lnTo>
                  <a:lnTo>
                    <a:pt x="11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547;p17"/>
            <p:cNvSpPr/>
            <p:nvPr/>
          </p:nvSpPr>
          <p:spPr>
            <a:xfrm>
              <a:off x="4366850" y="2568525"/>
              <a:ext cx="11275" cy="11175"/>
            </a:xfrm>
            <a:custGeom>
              <a:avLst/>
              <a:gdLst/>
              <a:ahLst/>
              <a:cxnLst/>
              <a:rect l="l" t="t" r="r" b="b"/>
              <a:pathLst>
                <a:path w="451" h="447" extrusionOk="0">
                  <a:moveTo>
                    <a:pt x="224" y="0"/>
                  </a:moveTo>
                  <a:cubicBezTo>
                    <a:pt x="101" y="0"/>
                    <a:pt x="0" y="101"/>
                    <a:pt x="0" y="224"/>
                  </a:cubicBezTo>
                  <a:cubicBezTo>
                    <a:pt x="0" y="346"/>
                    <a:pt x="98" y="447"/>
                    <a:pt x="224" y="447"/>
                  </a:cubicBezTo>
                  <a:cubicBezTo>
                    <a:pt x="350" y="447"/>
                    <a:pt x="450" y="349"/>
                    <a:pt x="450" y="224"/>
                  </a:cubicBezTo>
                  <a:cubicBezTo>
                    <a:pt x="450" y="101"/>
                    <a:pt x="350" y="0"/>
                    <a:pt x="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17"/>
            <p:cNvSpPr/>
            <p:nvPr/>
          </p:nvSpPr>
          <p:spPr>
            <a:xfrm>
              <a:off x="4389800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30" y="0"/>
                  </a:moveTo>
                  <a:cubicBezTo>
                    <a:pt x="105" y="0"/>
                    <a:pt x="1" y="101"/>
                    <a:pt x="1" y="224"/>
                  </a:cubicBezTo>
                  <a:cubicBezTo>
                    <a:pt x="1" y="346"/>
                    <a:pt x="105" y="447"/>
                    <a:pt x="230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6" y="0"/>
                    <a:pt x="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17"/>
            <p:cNvSpPr/>
            <p:nvPr/>
          </p:nvSpPr>
          <p:spPr>
            <a:xfrm>
              <a:off x="4412925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27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6"/>
                    <a:pt x="101" y="447"/>
                    <a:pt x="227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3" y="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17"/>
            <p:cNvSpPr/>
            <p:nvPr/>
          </p:nvSpPr>
          <p:spPr>
            <a:xfrm>
              <a:off x="4357100" y="2585200"/>
              <a:ext cx="282625" cy="2300"/>
            </a:xfrm>
            <a:custGeom>
              <a:avLst/>
              <a:gdLst/>
              <a:ahLst/>
              <a:cxnLst/>
              <a:rect l="l" t="t" r="r" b="b"/>
              <a:pathLst>
                <a:path w="11305" h="92" extrusionOk="0">
                  <a:moveTo>
                    <a:pt x="0" y="0"/>
                  </a:moveTo>
                  <a:lnTo>
                    <a:pt x="0" y="91"/>
                  </a:lnTo>
                  <a:lnTo>
                    <a:pt x="11304" y="91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51" name="Google Shape;551;p17"/>
          <p:cNvGrpSpPr/>
          <p:nvPr/>
        </p:nvGrpSpPr>
        <p:grpSpPr>
          <a:xfrm flipH="1">
            <a:off x="-605858" y="919472"/>
            <a:ext cx="1198424" cy="661358"/>
            <a:chOff x="8500481" y="919472"/>
            <a:chExt cx="1198424" cy="661358"/>
          </a:xfrm>
        </p:grpSpPr>
        <p:sp>
          <p:nvSpPr>
            <p:cNvPr id="552" name="Google Shape;552;p17"/>
            <p:cNvSpPr/>
            <p:nvPr/>
          </p:nvSpPr>
          <p:spPr>
            <a:xfrm>
              <a:off x="8504431" y="923665"/>
              <a:ext cx="1190292" cy="652961"/>
            </a:xfrm>
            <a:custGeom>
              <a:avLst/>
              <a:gdLst/>
              <a:ahLst/>
              <a:cxnLst/>
              <a:rect l="l" t="t" r="r" b="b"/>
              <a:pathLst>
                <a:path w="12919" h="7087" extrusionOk="0">
                  <a:moveTo>
                    <a:pt x="1" y="1"/>
                  </a:moveTo>
                  <a:lnTo>
                    <a:pt x="1" y="7087"/>
                  </a:lnTo>
                  <a:lnTo>
                    <a:pt x="12918" y="7087"/>
                  </a:lnTo>
                  <a:lnTo>
                    <a:pt x="129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53" name="Google Shape;553;p17"/>
            <p:cNvGrpSpPr/>
            <p:nvPr/>
          </p:nvGrpSpPr>
          <p:grpSpPr>
            <a:xfrm>
              <a:off x="8500481" y="919472"/>
              <a:ext cx="1198424" cy="661358"/>
              <a:chOff x="3072901" y="606093"/>
              <a:chExt cx="598972" cy="330547"/>
            </a:xfrm>
          </p:grpSpPr>
          <p:sp>
            <p:nvSpPr>
              <p:cNvPr id="554" name="Google Shape;554;p17"/>
              <p:cNvSpPr/>
              <p:nvPr/>
            </p:nvSpPr>
            <p:spPr>
              <a:xfrm>
                <a:off x="3072901" y="606093"/>
                <a:ext cx="598972" cy="330547"/>
              </a:xfrm>
              <a:custGeom>
                <a:avLst/>
                <a:gdLst/>
                <a:ahLst/>
                <a:cxnLst/>
                <a:rect l="l" t="t" r="r" b="b"/>
                <a:pathLst>
                  <a:path w="13007" h="7178" extrusionOk="0">
                    <a:moveTo>
                      <a:pt x="1" y="0"/>
                    </a:moveTo>
                    <a:lnTo>
                      <a:pt x="1" y="7159"/>
                    </a:lnTo>
                    <a:lnTo>
                      <a:pt x="1" y="7175"/>
                    </a:lnTo>
                    <a:lnTo>
                      <a:pt x="89" y="7175"/>
                    </a:lnTo>
                    <a:lnTo>
                      <a:pt x="89" y="95"/>
                    </a:lnTo>
                    <a:lnTo>
                      <a:pt x="13006" y="92"/>
                    </a:lnTo>
                    <a:lnTo>
                      <a:pt x="13006" y="0"/>
                    </a:lnTo>
                    <a:close/>
                    <a:moveTo>
                      <a:pt x="89" y="7175"/>
                    </a:moveTo>
                    <a:lnTo>
                      <a:pt x="89" y="7178"/>
                    </a:lnTo>
                    <a:lnTo>
                      <a:pt x="13006" y="7178"/>
                    </a:lnTo>
                    <a:lnTo>
                      <a:pt x="13006" y="71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5" name="Google Shape;555;p17"/>
              <p:cNvSpPr/>
              <p:nvPr/>
            </p:nvSpPr>
            <p:spPr>
              <a:xfrm>
                <a:off x="3077690" y="610007"/>
                <a:ext cx="593124" cy="325620"/>
              </a:xfrm>
              <a:custGeom>
                <a:avLst/>
                <a:gdLst/>
                <a:ahLst/>
                <a:cxnLst/>
                <a:rect l="l" t="t" r="r" b="b"/>
                <a:pathLst>
                  <a:path w="12880" h="7071" extrusionOk="0">
                    <a:moveTo>
                      <a:pt x="0" y="0"/>
                    </a:moveTo>
                    <a:cubicBezTo>
                      <a:pt x="1060" y="607"/>
                      <a:pt x="2130" y="1205"/>
                      <a:pt x="3193" y="1802"/>
                    </a:cubicBezTo>
                    <a:lnTo>
                      <a:pt x="6404" y="3579"/>
                    </a:lnTo>
                    <a:lnTo>
                      <a:pt x="9631" y="5338"/>
                    </a:lnTo>
                    <a:lnTo>
                      <a:pt x="11251" y="6209"/>
                    </a:lnTo>
                    <a:lnTo>
                      <a:pt x="12880" y="7071"/>
                    </a:lnTo>
                    <a:lnTo>
                      <a:pt x="11285" y="6165"/>
                    </a:lnTo>
                    <a:lnTo>
                      <a:pt x="9688" y="5268"/>
                    </a:lnTo>
                    <a:lnTo>
                      <a:pt x="6473" y="3491"/>
                    </a:lnTo>
                    <a:lnTo>
                      <a:pt x="3246" y="1736"/>
                    </a:lnTo>
                    <a:cubicBezTo>
                      <a:pt x="2164" y="1155"/>
                      <a:pt x="1089" y="573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6" name="Google Shape;556;p17"/>
              <p:cNvSpPr/>
              <p:nvPr/>
            </p:nvSpPr>
            <p:spPr>
              <a:xfrm>
                <a:off x="3077828" y="610007"/>
                <a:ext cx="593170" cy="325205"/>
              </a:xfrm>
              <a:custGeom>
                <a:avLst/>
                <a:gdLst/>
                <a:ahLst/>
                <a:cxnLst/>
                <a:rect l="l" t="t" r="r" b="b"/>
                <a:pathLst>
                  <a:path w="12881" h="7062" extrusionOk="0">
                    <a:moveTo>
                      <a:pt x="12880" y="0"/>
                    </a:moveTo>
                    <a:cubicBezTo>
                      <a:pt x="11795" y="573"/>
                      <a:pt x="10713" y="1155"/>
                      <a:pt x="9628" y="1730"/>
                    </a:cubicBezTo>
                    <a:lnTo>
                      <a:pt x="6401" y="3488"/>
                    </a:lnTo>
                    <a:lnTo>
                      <a:pt x="3190" y="5265"/>
                    </a:lnTo>
                    <a:lnTo>
                      <a:pt x="1589" y="6162"/>
                    </a:lnTo>
                    <a:lnTo>
                      <a:pt x="0" y="7061"/>
                    </a:lnTo>
                    <a:lnTo>
                      <a:pt x="1627" y="6203"/>
                    </a:lnTo>
                    <a:lnTo>
                      <a:pt x="3243" y="5328"/>
                    </a:lnTo>
                    <a:lnTo>
                      <a:pt x="6470" y="3570"/>
                    </a:lnTo>
                    <a:lnTo>
                      <a:pt x="9685" y="1793"/>
                    </a:lnTo>
                    <a:cubicBezTo>
                      <a:pt x="10754" y="1205"/>
                      <a:pt x="11823" y="607"/>
                      <a:pt x="128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557" name="Google Shape;557;p17"/>
          <p:cNvGrpSpPr/>
          <p:nvPr/>
        </p:nvGrpSpPr>
        <p:grpSpPr>
          <a:xfrm flipH="1">
            <a:off x="8550350" y="3796124"/>
            <a:ext cx="1031823" cy="1399454"/>
            <a:chOff x="460250" y="1921475"/>
            <a:chExt cx="233075" cy="316125"/>
          </a:xfrm>
        </p:grpSpPr>
        <p:grpSp>
          <p:nvGrpSpPr>
            <p:cNvPr id="558" name="Google Shape;558;p17"/>
            <p:cNvGrpSpPr/>
            <p:nvPr/>
          </p:nvGrpSpPr>
          <p:grpSpPr>
            <a:xfrm>
              <a:off x="460250" y="1921475"/>
              <a:ext cx="233075" cy="185800"/>
              <a:chOff x="460250" y="1921475"/>
              <a:chExt cx="233075" cy="185800"/>
            </a:xfrm>
          </p:grpSpPr>
          <p:sp>
            <p:nvSpPr>
              <p:cNvPr id="559" name="Google Shape;559;p17"/>
              <p:cNvSpPr/>
              <p:nvPr/>
            </p:nvSpPr>
            <p:spPr>
              <a:xfrm>
                <a:off x="477550" y="1921475"/>
                <a:ext cx="97600" cy="1367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5470" extrusionOk="0">
                    <a:moveTo>
                      <a:pt x="1641" y="1"/>
                    </a:moveTo>
                    <a:cubicBezTo>
                      <a:pt x="1377" y="1"/>
                      <a:pt x="1116" y="49"/>
                      <a:pt x="897" y="161"/>
                    </a:cubicBezTo>
                    <a:cubicBezTo>
                      <a:pt x="491" y="371"/>
                      <a:pt x="246" y="780"/>
                      <a:pt x="135" y="1208"/>
                    </a:cubicBezTo>
                    <a:cubicBezTo>
                      <a:pt x="0" y="1711"/>
                      <a:pt x="25" y="2277"/>
                      <a:pt x="104" y="2787"/>
                    </a:cubicBezTo>
                    <a:cubicBezTo>
                      <a:pt x="183" y="3259"/>
                      <a:pt x="334" y="3731"/>
                      <a:pt x="642" y="4102"/>
                    </a:cubicBezTo>
                    <a:cubicBezTo>
                      <a:pt x="1290" y="4879"/>
                      <a:pt x="2369" y="4967"/>
                      <a:pt x="3208" y="5445"/>
                    </a:cubicBezTo>
                    <a:cubicBezTo>
                      <a:pt x="3210" y="5461"/>
                      <a:pt x="3247" y="5469"/>
                      <a:pt x="3272" y="5469"/>
                    </a:cubicBezTo>
                    <a:cubicBezTo>
                      <a:pt x="3289" y="5469"/>
                      <a:pt x="3300" y="5465"/>
                      <a:pt x="3287" y="5457"/>
                    </a:cubicBezTo>
                    <a:cubicBezTo>
                      <a:pt x="3256" y="5140"/>
                      <a:pt x="3384" y="4860"/>
                      <a:pt x="3510" y="4573"/>
                    </a:cubicBezTo>
                    <a:cubicBezTo>
                      <a:pt x="3611" y="4350"/>
                      <a:pt x="3693" y="4117"/>
                      <a:pt x="3752" y="3878"/>
                    </a:cubicBezTo>
                    <a:cubicBezTo>
                      <a:pt x="3878" y="3363"/>
                      <a:pt x="3903" y="2828"/>
                      <a:pt x="3831" y="2306"/>
                    </a:cubicBezTo>
                    <a:cubicBezTo>
                      <a:pt x="3696" y="1394"/>
                      <a:pt x="3234" y="381"/>
                      <a:pt x="2293" y="95"/>
                    </a:cubicBezTo>
                    <a:cubicBezTo>
                      <a:pt x="2091" y="35"/>
                      <a:pt x="1865" y="1"/>
                      <a:pt x="1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0" name="Google Shape;560;p17"/>
              <p:cNvSpPr/>
              <p:nvPr/>
            </p:nvSpPr>
            <p:spPr>
              <a:xfrm>
                <a:off x="571775" y="1935525"/>
                <a:ext cx="121550" cy="127975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5119" extrusionOk="0">
                    <a:moveTo>
                      <a:pt x="3497" y="1"/>
                    </a:moveTo>
                    <a:cubicBezTo>
                      <a:pt x="3134" y="1"/>
                      <a:pt x="2755" y="95"/>
                      <a:pt x="2430" y="206"/>
                    </a:cubicBezTo>
                    <a:cubicBezTo>
                      <a:pt x="1493" y="523"/>
                      <a:pt x="710" y="1225"/>
                      <a:pt x="367" y="2159"/>
                    </a:cubicBezTo>
                    <a:cubicBezTo>
                      <a:pt x="1" y="3171"/>
                      <a:pt x="1016" y="5119"/>
                      <a:pt x="1074" y="5119"/>
                    </a:cubicBezTo>
                    <a:cubicBezTo>
                      <a:pt x="1074" y="5119"/>
                      <a:pt x="1075" y="5119"/>
                      <a:pt x="1075" y="5119"/>
                    </a:cubicBezTo>
                    <a:cubicBezTo>
                      <a:pt x="1682" y="4942"/>
                      <a:pt x="2289" y="4779"/>
                      <a:pt x="2896" y="4596"/>
                    </a:cubicBezTo>
                    <a:cubicBezTo>
                      <a:pt x="3368" y="4458"/>
                      <a:pt x="3780" y="4260"/>
                      <a:pt x="4097" y="3873"/>
                    </a:cubicBezTo>
                    <a:cubicBezTo>
                      <a:pt x="4412" y="3480"/>
                      <a:pt x="4623" y="3008"/>
                      <a:pt x="4701" y="2508"/>
                    </a:cubicBezTo>
                    <a:cubicBezTo>
                      <a:pt x="4799" y="1983"/>
                      <a:pt x="4862" y="1360"/>
                      <a:pt x="4679" y="841"/>
                    </a:cubicBezTo>
                    <a:cubicBezTo>
                      <a:pt x="4547" y="457"/>
                      <a:pt x="4261" y="127"/>
                      <a:pt x="3855" y="36"/>
                    </a:cubicBezTo>
                    <a:cubicBezTo>
                      <a:pt x="3739" y="11"/>
                      <a:pt x="3619" y="1"/>
                      <a:pt x="34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1" name="Google Shape;561;p17"/>
              <p:cNvSpPr/>
              <p:nvPr/>
            </p:nvSpPr>
            <p:spPr>
              <a:xfrm>
                <a:off x="460250" y="2041750"/>
                <a:ext cx="104125" cy="640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562" extrusionOk="0">
                    <a:moveTo>
                      <a:pt x="744" y="1"/>
                    </a:moveTo>
                    <a:cubicBezTo>
                      <a:pt x="716" y="1"/>
                      <a:pt x="688" y="1"/>
                      <a:pt x="661" y="1"/>
                    </a:cubicBezTo>
                    <a:cubicBezTo>
                      <a:pt x="406" y="14"/>
                      <a:pt x="189" y="64"/>
                      <a:pt x="98" y="329"/>
                    </a:cubicBezTo>
                    <a:cubicBezTo>
                      <a:pt x="0" y="593"/>
                      <a:pt x="66" y="948"/>
                      <a:pt x="154" y="1216"/>
                    </a:cubicBezTo>
                    <a:cubicBezTo>
                      <a:pt x="334" y="1779"/>
                      <a:pt x="755" y="2562"/>
                      <a:pt x="1425" y="2562"/>
                    </a:cubicBezTo>
                    <a:cubicBezTo>
                      <a:pt x="1438" y="2562"/>
                      <a:pt x="1451" y="2562"/>
                      <a:pt x="1464" y="2562"/>
                    </a:cubicBezTo>
                    <a:cubicBezTo>
                      <a:pt x="1882" y="2562"/>
                      <a:pt x="2306" y="2514"/>
                      <a:pt x="2727" y="2511"/>
                    </a:cubicBezTo>
                    <a:cubicBezTo>
                      <a:pt x="2898" y="2508"/>
                      <a:pt x="3068" y="2506"/>
                      <a:pt x="3239" y="2506"/>
                    </a:cubicBezTo>
                    <a:cubicBezTo>
                      <a:pt x="3535" y="2506"/>
                      <a:pt x="3831" y="2512"/>
                      <a:pt x="4124" y="2530"/>
                    </a:cubicBezTo>
                    <a:cubicBezTo>
                      <a:pt x="4165" y="2530"/>
                      <a:pt x="4070" y="1137"/>
                      <a:pt x="2954" y="458"/>
                    </a:cubicBezTo>
                    <a:cubicBezTo>
                      <a:pt x="2639" y="269"/>
                      <a:pt x="2255" y="206"/>
                      <a:pt x="1903" y="130"/>
                    </a:cubicBezTo>
                    <a:cubicBezTo>
                      <a:pt x="1524" y="42"/>
                      <a:pt x="1132" y="1"/>
                      <a:pt x="7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2" name="Google Shape;562;p17"/>
              <p:cNvSpPr/>
              <p:nvPr/>
            </p:nvSpPr>
            <p:spPr>
              <a:xfrm>
                <a:off x="610400" y="2055325"/>
                <a:ext cx="81600" cy="519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78" extrusionOk="0">
                    <a:moveTo>
                      <a:pt x="2442" y="0"/>
                    </a:moveTo>
                    <a:cubicBezTo>
                      <a:pt x="2107" y="0"/>
                      <a:pt x="1724" y="157"/>
                      <a:pt x="1480" y="276"/>
                    </a:cubicBezTo>
                    <a:cubicBezTo>
                      <a:pt x="829" y="594"/>
                      <a:pt x="304" y="1135"/>
                      <a:pt x="5" y="1795"/>
                    </a:cubicBezTo>
                    <a:cubicBezTo>
                      <a:pt x="1" y="1808"/>
                      <a:pt x="12" y="1820"/>
                      <a:pt x="23" y="1820"/>
                    </a:cubicBezTo>
                    <a:cubicBezTo>
                      <a:pt x="28" y="1820"/>
                      <a:pt x="33" y="1817"/>
                      <a:pt x="36" y="1811"/>
                    </a:cubicBezTo>
                    <a:cubicBezTo>
                      <a:pt x="43" y="1817"/>
                      <a:pt x="49" y="1821"/>
                      <a:pt x="52" y="1821"/>
                    </a:cubicBezTo>
                    <a:cubicBezTo>
                      <a:pt x="502" y="1927"/>
                      <a:pt x="958" y="2009"/>
                      <a:pt x="1417" y="2056"/>
                    </a:cubicBezTo>
                    <a:cubicBezTo>
                      <a:pt x="1542" y="2067"/>
                      <a:pt x="1673" y="2077"/>
                      <a:pt x="1805" y="2077"/>
                    </a:cubicBezTo>
                    <a:cubicBezTo>
                      <a:pt x="2062" y="2077"/>
                      <a:pt x="2321" y="2039"/>
                      <a:pt x="2537" y="1896"/>
                    </a:cubicBezTo>
                    <a:cubicBezTo>
                      <a:pt x="2974" y="1607"/>
                      <a:pt x="3263" y="827"/>
                      <a:pt x="3027" y="336"/>
                    </a:cubicBezTo>
                    <a:cubicBezTo>
                      <a:pt x="2910" y="86"/>
                      <a:pt x="2689" y="0"/>
                      <a:pt x="2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63" name="Google Shape;563;p17"/>
            <p:cNvGrpSpPr/>
            <p:nvPr/>
          </p:nvGrpSpPr>
          <p:grpSpPr>
            <a:xfrm>
              <a:off x="470000" y="1944350"/>
              <a:ext cx="211300" cy="231925"/>
              <a:chOff x="470000" y="1944350"/>
              <a:chExt cx="211300" cy="231925"/>
            </a:xfrm>
          </p:grpSpPr>
          <p:sp>
            <p:nvSpPr>
              <p:cNvPr id="564" name="Google Shape;564;p17"/>
              <p:cNvSpPr/>
              <p:nvPr/>
            </p:nvSpPr>
            <p:spPr>
              <a:xfrm>
                <a:off x="496150" y="1944350"/>
                <a:ext cx="95650" cy="218100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8724" extrusionOk="0">
                    <a:moveTo>
                      <a:pt x="1187" y="1"/>
                    </a:moveTo>
                    <a:cubicBezTo>
                      <a:pt x="1178" y="1"/>
                      <a:pt x="1172" y="7"/>
                      <a:pt x="1172" y="13"/>
                    </a:cubicBezTo>
                    <a:cubicBezTo>
                      <a:pt x="1099" y="362"/>
                      <a:pt x="1074" y="721"/>
                      <a:pt x="1090" y="1079"/>
                    </a:cubicBezTo>
                    <a:cubicBezTo>
                      <a:pt x="907" y="721"/>
                      <a:pt x="719" y="369"/>
                      <a:pt x="514" y="23"/>
                    </a:cubicBezTo>
                    <a:cubicBezTo>
                      <a:pt x="509" y="13"/>
                      <a:pt x="501" y="10"/>
                      <a:pt x="493" y="10"/>
                    </a:cubicBezTo>
                    <a:cubicBezTo>
                      <a:pt x="475" y="10"/>
                      <a:pt x="457" y="32"/>
                      <a:pt x="470" y="54"/>
                    </a:cubicBezTo>
                    <a:cubicBezTo>
                      <a:pt x="791" y="658"/>
                      <a:pt x="1084" y="1287"/>
                      <a:pt x="1360" y="1916"/>
                    </a:cubicBezTo>
                    <a:cubicBezTo>
                      <a:pt x="970" y="1576"/>
                      <a:pt x="524" y="1318"/>
                      <a:pt x="36" y="1149"/>
                    </a:cubicBezTo>
                    <a:cubicBezTo>
                      <a:pt x="34" y="1148"/>
                      <a:pt x="32" y="1148"/>
                      <a:pt x="30" y="1148"/>
                    </a:cubicBezTo>
                    <a:cubicBezTo>
                      <a:pt x="12" y="1148"/>
                      <a:pt x="0" y="1174"/>
                      <a:pt x="21" y="1180"/>
                    </a:cubicBezTo>
                    <a:cubicBezTo>
                      <a:pt x="546" y="1410"/>
                      <a:pt x="1030" y="1727"/>
                      <a:pt x="1445" y="2124"/>
                    </a:cubicBezTo>
                    <a:cubicBezTo>
                      <a:pt x="1647" y="2586"/>
                      <a:pt x="1832" y="3048"/>
                      <a:pt x="2011" y="3520"/>
                    </a:cubicBezTo>
                    <a:cubicBezTo>
                      <a:pt x="1486" y="3004"/>
                      <a:pt x="766" y="2665"/>
                      <a:pt x="71" y="2482"/>
                    </a:cubicBezTo>
                    <a:cubicBezTo>
                      <a:pt x="68" y="2481"/>
                      <a:pt x="66" y="2481"/>
                      <a:pt x="64" y="2481"/>
                    </a:cubicBezTo>
                    <a:cubicBezTo>
                      <a:pt x="45" y="2481"/>
                      <a:pt x="42" y="2514"/>
                      <a:pt x="61" y="2517"/>
                    </a:cubicBezTo>
                    <a:cubicBezTo>
                      <a:pt x="870" y="2762"/>
                      <a:pt x="1499" y="3218"/>
                      <a:pt x="2106" y="3769"/>
                    </a:cubicBezTo>
                    <a:cubicBezTo>
                      <a:pt x="2178" y="3957"/>
                      <a:pt x="2247" y="4149"/>
                      <a:pt x="2317" y="4338"/>
                    </a:cubicBezTo>
                    <a:cubicBezTo>
                      <a:pt x="2574" y="5058"/>
                      <a:pt x="2823" y="5781"/>
                      <a:pt x="3059" y="6511"/>
                    </a:cubicBezTo>
                    <a:cubicBezTo>
                      <a:pt x="3172" y="6860"/>
                      <a:pt x="3282" y="7213"/>
                      <a:pt x="3392" y="7562"/>
                    </a:cubicBezTo>
                    <a:cubicBezTo>
                      <a:pt x="3512" y="7939"/>
                      <a:pt x="3600" y="8335"/>
                      <a:pt x="3751" y="8700"/>
                    </a:cubicBezTo>
                    <a:cubicBezTo>
                      <a:pt x="3757" y="8716"/>
                      <a:pt x="3773" y="8724"/>
                      <a:pt x="3787" y="8724"/>
                    </a:cubicBezTo>
                    <a:cubicBezTo>
                      <a:pt x="3807" y="8724"/>
                      <a:pt x="3825" y="8710"/>
                      <a:pt x="3820" y="8685"/>
                    </a:cubicBezTo>
                    <a:cubicBezTo>
                      <a:pt x="3735" y="8326"/>
                      <a:pt x="3638" y="7967"/>
                      <a:pt x="3518" y="7618"/>
                    </a:cubicBezTo>
                    <a:cubicBezTo>
                      <a:pt x="3405" y="7235"/>
                      <a:pt x="3292" y="6851"/>
                      <a:pt x="3172" y="6470"/>
                    </a:cubicBezTo>
                    <a:cubicBezTo>
                      <a:pt x="2939" y="5722"/>
                      <a:pt x="2700" y="4976"/>
                      <a:pt x="2436" y="4240"/>
                    </a:cubicBezTo>
                    <a:cubicBezTo>
                      <a:pt x="2279" y="3800"/>
                      <a:pt x="2112" y="3363"/>
                      <a:pt x="1933" y="2932"/>
                    </a:cubicBezTo>
                    <a:cubicBezTo>
                      <a:pt x="1955" y="2658"/>
                      <a:pt x="1989" y="2388"/>
                      <a:pt x="2037" y="2117"/>
                    </a:cubicBezTo>
                    <a:cubicBezTo>
                      <a:pt x="2106" y="1790"/>
                      <a:pt x="2210" y="1476"/>
                      <a:pt x="2304" y="1158"/>
                    </a:cubicBezTo>
                    <a:cubicBezTo>
                      <a:pt x="2308" y="1146"/>
                      <a:pt x="2295" y="1136"/>
                      <a:pt x="2283" y="1136"/>
                    </a:cubicBezTo>
                    <a:cubicBezTo>
                      <a:pt x="2277" y="1136"/>
                      <a:pt x="2272" y="1139"/>
                      <a:pt x="2269" y="1145"/>
                    </a:cubicBezTo>
                    <a:cubicBezTo>
                      <a:pt x="2081" y="1586"/>
                      <a:pt x="1832" y="2149"/>
                      <a:pt x="1829" y="2671"/>
                    </a:cubicBezTo>
                    <a:cubicBezTo>
                      <a:pt x="1625" y="2180"/>
                      <a:pt x="1404" y="1699"/>
                      <a:pt x="1169" y="1224"/>
                    </a:cubicBezTo>
                    <a:cubicBezTo>
                      <a:pt x="1140" y="825"/>
                      <a:pt x="1153" y="419"/>
                      <a:pt x="1200" y="16"/>
                    </a:cubicBezTo>
                    <a:cubicBezTo>
                      <a:pt x="1200" y="10"/>
                      <a:pt x="1194" y="1"/>
                      <a:pt x="118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5" name="Google Shape;565;p17"/>
              <p:cNvSpPr/>
              <p:nvPr/>
            </p:nvSpPr>
            <p:spPr>
              <a:xfrm>
                <a:off x="541625" y="1960425"/>
                <a:ext cx="8800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779" extrusionOk="0">
                    <a:moveTo>
                      <a:pt x="325" y="0"/>
                    </a:moveTo>
                    <a:cubicBezTo>
                      <a:pt x="317" y="0"/>
                      <a:pt x="308" y="5"/>
                      <a:pt x="303" y="15"/>
                    </a:cubicBezTo>
                    <a:cubicBezTo>
                      <a:pt x="155" y="245"/>
                      <a:pt x="51" y="502"/>
                      <a:pt x="1" y="770"/>
                    </a:cubicBezTo>
                    <a:cubicBezTo>
                      <a:pt x="1" y="775"/>
                      <a:pt x="5" y="779"/>
                      <a:pt x="8" y="779"/>
                    </a:cubicBezTo>
                    <a:cubicBezTo>
                      <a:pt x="11" y="779"/>
                      <a:pt x="13" y="777"/>
                      <a:pt x="13" y="773"/>
                    </a:cubicBezTo>
                    <a:cubicBezTo>
                      <a:pt x="108" y="518"/>
                      <a:pt x="218" y="276"/>
                      <a:pt x="343" y="34"/>
                    </a:cubicBezTo>
                    <a:cubicBezTo>
                      <a:pt x="351" y="14"/>
                      <a:pt x="339" y="0"/>
                      <a:pt x="32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6" name="Google Shape;566;p17"/>
              <p:cNvSpPr/>
              <p:nvPr/>
            </p:nvSpPr>
            <p:spPr>
              <a:xfrm>
                <a:off x="492475" y="1998050"/>
                <a:ext cx="1952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94" extrusionOk="0">
                    <a:moveTo>
                      <a:pt x="13" y="1"/>
                    </a:moveTo>
                    <a:cubicBezTo>
                      <a:pt x="4" y="1"/>
                      <a:pt x="1" y="7"/>
                      <a:pt x="13" y="13"/>
                    </a:cubicBezTo>
                    <a:cubicBezTo>
                      <a:pt x="136" y="64"/>
                      <a:pt x="262" y="98"/>
                      <a:pt x="388" y="145"/>
                    </a:cubicBezTo>
                    <a:cubicBezTo>
                      <a:pt x="507" y="193"/>
                      <a:pt x="630" y="252"/>
                      <a:pt x="756" y="293"/>
                    </a:cubicBezTo>
                    <a:cubicBezTo>
                      <a:pt x="768" y="293"/>
                      <a:pt x="781" y="287"/>
                      <a:pt x="781" y="274"/>
                    </a:cubicBezTo>
                    <a:cubicBezTo>
                      <a:pt x="781" y="268"/>
                      <a:pt x="775" y="265"/>
                      <a:pt x="768" y="256"/>
                    </a:cubicBezTo>
                    <a:cubicBezTo>
                      <a:pt x="532" y="127"/>
                      <a:pt x="278" y="38"/>
                      <a:pt x="1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7" name="Google Shape;567;p17"/>
              <p:cNvSpPr/>
              <p:nvPr/>
            </p:nvSpPr>
            <p:spPr>
              <a:xfrm>
                <a:off x="494675" y="1947975"/>
                <a:ext cx="6825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81" extrusionOk="0">
                    <a:moveTo>
                      <a:pt x="10" y="1"/>
                    </a:moveTo>
                    <a:cubicBezTo>
                      <a:pt x="5" y="1"/>
                      <a:pt x="3" y="5"/>
                      <a:pt x="1" y="10"/>
                    </a:cubicBezTo>
                    <a:cubicBezTo>
                      <a:pt x="1" y="13"/>
                      <a:pt x="1" y="22"/>
                      <a:pt x="4" y="22"/>
                    </a:cubicBezTo>
                    <a:cubicBezTo>
                      <a:pt x="80" y="82"/>
                      <a:pt x="158" y="132"/>
                      <a:pt x="243" y="180"/>
                    </a:cubicBezTo>
                    <a:cubicBezTo>
                      <a:pt x="245" y="180"/>
                      <a:pt x="246" y="181"/>
                      <a:pt x="248" y="181"/>
                    </a:cubicBezTo>
                    <a:cubicBezTo>
                      <a:pt x="260" y="181"/>
                      <a:pt x="273" y="162"/>
                      <a:pt x="259" y="151"/>
                    </a:cubicBezTo>
                    <a:cubicBezTo>
                      <a:pt x="183" y="91"/>
                      <a:pt x="102" y="41"/>
                      <a:pt x="17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8" name="Google Shape;568;p17"/>
              <p:cNvSpPr/>
              <p:nvPr/>
            </p:nvSpPr>
            <p:spPr>
              <a:xfrm>
                <a:off x="576300" y="1965800"/>
                <a:ext cx="90300" cy="202750"/>
              </a:xfrm>
              <a:custGeom>
                <a:avLst/>
                <a:gdLst/>
                <a:ahLst/>
                <a:cxnLst/>
                <a:rect l="l" t="t" r="r" b="b"/>
                <a:pathLst>
                  <a:path w="3612" h="8110" extrusionOk="0">
                    <a:moveTo>
                      <a:pt x="3532" y="1"/>
                    </a:moveTo>
                    <a:cubicBezTo>
                      <a:pt x="3529" y="1"/>
                      <a:pt x="3526" y="2"/>
                      <a:pt x="3523" y="4"/>
                    </a:cubicBezTo>
                    <a:cubicBezTo>
                      <a:pt x="3202" y="234"/>
                      <a:pt x="2844" y="369"/>
                      <a:pt x="2485" y="523"/>
                    </a:cubicBezTo>
                    <a:cubicBezTo>
                      <a:pt x="2570" y="375"/>
                      <a:pt x="2649" y="225"/>
                      <a:pt x="2731" y="77"/>
                    </a:cubicBezTo>
                    <a:cubicBezTo>
                      <a:pt x="2746" y="47"/>
                      <a:pt x="2722" y="16"/>
                      <a:pt x="2696" y="16"/>
                    </a:cubicBezTo>
                    <a:cubicBezTo>
                      <a:pt x="2686" y="16"/>
                      <a:pt x="2676" y="21"/>
                      <a:pt x="2668" y="33"/>
                    </a:cubicBezTo>
                    <a:cubicBezTo>
                      <a:pt x="2347" y="495"/>
                      <a:pt x="2061" y="979"/>
                      <a:pt x="1806" y="1479"/>
                    </a:cubicBezTo>
                    <a:cubicBezTo>
                      <a:pt x="1740" y="1039"/>
                      <a:pt x="1721" y="599"/>
                      <a:pt x="1743" y="155"/>
                    </a:cubicBezTo>
                    <a:cubicBezTo>
                      <a:pt x="1743" y="149"/>
                      <a:pt x="1743" y="146"/>
                      <a:pt x="1740" y="143"/>
                    </a:cubicBezTo>
                    <a:cubicBezTo>
                      <a:pt x="1734" y="143"/>
                      <a:pt x="1730" y="143"/>
                      <a:pt x="1727" y="146"/>
                    </a:cubicBezTo>
                    <a:lnTo>
                      <a:pt x="1727" y="149"/>
                    </a:lnTo>
                    <a:cubicBezTo>
                      <a:pt x="1652" y="633"/>
                      <a:pt x="1655" y="1124"/>
                      <a:pt x="1743" y="1605"/>
                    </a:cubicBezTo>
                    <a:cubicBezTo>
                      <a:pt x="1529" y="2030"/>
                      <a:pt x="1337" y="2461"/>
                      <a:pt x="1164" y="2901"/>
                    </a:cubicBezTo>
                    <a:cubicBezTo>
                      <a:pt x="1095" y="2640"/>
                      <a:pt x="1007" y="2379"/>
                      <a:pt x="944" y="2112"/>
                    </a:cubicBezTo>
                    <a:cubicBezTo>
                      <a:pt x="850" y="1731"/>
                      <a:pt x="822" y="1338"/>
                      <a:pt x="853" y="945"/>
                    </a:cubicBezTo>
                    <a:cubicBezTo>
                      <a:pt x="853" y="942"/>
                      <a:pt x="850" y="935"/>
                      <a:pt x="847" y="935"/>
                    </a:cubicBezTo>
                    <a:cubicBezTo>
                      <a:pt x="844" y="935"/>
                      <a:pt x="837" y="942"/>
                      <a:pt x="837" y="945"/>
                    </a:cubicBezTo>
                    <a:cubicBezTo>
                      <a:pt x="733" y="1668"/>
                      <a:pt x="818" y="2407"/>
                      <a:pt x="1095" y="3087"/>
                    </a:cubicBezTo>
                    <a:cubicBezTo>
                      <a:pt x="991" y="3351"/>
                      <a:pt x="897" y="3618"/>
                      <a:pt x="806" y="3886"/>
                    </a:cubicBezTo>
                    <a:cubicBezTo>
                      <a:pt x="350" y="5241"/>
                      <a:pt x="79" y="6656"/>
                      <a:pt x="1" y="8088"/>
                    </a:cubicBezTo>
                    <a:cubicBezTo>
                      <a:pt x="1" y="8103"/>
                      <a:pt x="13" y="8110"/>
                      <a:pt x="29" y="8110"/>
                    </a:cubicBezTo>
                    <a:cubicBezTo>
                      <a:pt x="42" y="8110"/>
                      <a:pt x="48" y="8103"/>
                      <a:pt x="51" y="8091"/>
                    </a:cubicBezTo>
                    <a:cubicBezTo>
                      <a:pt x="208" y="6682"/>
                      <a:pt x="513" y="5288"/>
                      <a:pt x="957" y="3936"/>
                    </a:cubicBezTo>
                    <a:cubicBezTo>
                      <a:pt x="1136" y="3407"/>
                      <a:pt x="1334" y="2895"/>
                      <a:pt x="1554" y="2392"/>
                    </a:cubicBezTo>
                    <a:cubicBezTo>
                      <a:pt x="1913" y="2285"/>
                      <a:pt x="2275" y="2143"/>
                      <a:pt x="2621" y="2020"/>
                    </a:cubicBezTo>
                    <a:cubicBezTo>
                      <a:pt x="2970" y="1898"/>
                      <a:pt x="3316" y="1766"/>
                      <a:pt x="3605" y="1542"/>
                    </a:cubicBezTo>
                    <a:cubicBezTo>
                      <a:pt x="3611" y="1536"/>
                      <a:pt x="3611" y="1530"/>
                      <a:pt x="3605" y="1520"/>
                    </a:cubicBezTo>
                    <a:lnTo>
                      <a:pt x="3596" y="1523"/>
                    </a:lnTo>
                    <a:cubicBezTo>
                      <a:pt x="3215" y="1706"/>
                      <a:pt x="2816" y="1863"/>
                      <a:pt x="2407" y="1989"/>
                    </a:cubicBezTo>
                    <a:cubicBezTo>
                      <a:pt x="2136" y="2064"/>
                      <a:pt x="1869" y="2159"/>
                      <a:pt x="1614" y="2278"/>
                    </a:cubicBezTo>
                    <a:cubicBezTo>
                      <a:pt x="1869" y="1706"/>
                      <a:pt x="2152" y="1149"/>
                      <a:pt x="2448" y="596"/>
                    </a:cubicBezTo>
                    <a:cubicBezTo>
                      <a:pt x="2838" y="479"/>
                      <a:pt x="3250" y="303"/>
                      <a:pt x="3545" y="30"/>
                    </a:cubicBezTo>
                    <a:cubicBezTo>
                      <a:pt x="3552" y="20"/>
                      <a:pt x="3552" y="7"/>
                      <a:pt x="3545" y="4"/>
                    </a:cubicBezTo>
                    <a:cubicBezTo>
                      <a:pt x="3542" y="3"/>
                      <a:pt x="3537" y="1"/>
                      <a:pt x="35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9" name="Google Shape;569;p17"/>
              <p:cNvSpPr/>
              <p:nvPr/>
            </p:nvSpPr>
            <p:spPr>
              <a:xfrm>
                <a:off x="652575" y="1989550"/>
                <a:ext cx="28325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83" extrusionOk="0">
                    <a:moveTo>
                      <a:pt x="1114" y="1"/>
                    </a:moveTo>
                    <a:cubicBezTo>
                      <a:pt x="1113" y="1"/>
                      <a:pt x="1112" y="1"/>
                      <a:pt x="1111" y="1"/>
                    </a:cubicBezTo>
                    <a:cubicBezTo>
                      <a:pt x="740" y="136"/>
                      <a:pt x="390" y="322"/>
                      <a:pt x="16" y="451"/>
                    </a:cubicBezTo>
                    <a:cubicBezTo>
                      <a:pt x="0" y="457"/>
                      <a:pt x="10" y="482"/>
                      <a:pt x="29" y="482"/>
                    </a:cubicBezTo>
                    <a:cubicBezTo>
                      <a:pt x="419" y="397"/>
                      <a:pt x="809" y="281"/>
                      <a:pt x="1126" y="20"/>
                    </a:cubicBezTo>
                    <a:cubicBezTo>
                      <a:pt x="1132" y="14"/>
                      <a:pt x="1125" y="1"/>
                      <a:pt x="11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0" name="Google Shape;570;p17"/>
              <p:cNvSpPr/>
              <p:nvPr/>
            </p:nvSpPr>
            <p:spPr>
              <a:xfrm>
                <a:off x="599425" y="1969200"/>
                <a:ext cx="51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075" extrusionOk="0">
                    <a:moveTo>
                      <a:pt x="186" y="1"/>
                    </a:moveTo>
                    <a:cubicBezTo>
                      <a:pt x="181" y="1"/>
                      <a:pt x="177" y="3"/>
                      <a:pt x="173" y="10"/>
                    </a:cubicBezTo>
                    <a:cubicBezTo>
                      <a:pt x="73" y="353"/>
                      <a:pt x="0" y="714"/>
                      <a:pt x="104" y="1064"/>
                    </a:cubicBezTo>
                    <a:cubicBezTo>
                      <a:pt x="106" y="1070"/>
                      <a:pt x="112" y="1074"/>
                      <a:pt x="118" y="1074"/>
                    </a:cubicBezTo>
                    <a:cubicBezTo>
                      <a:pt x="123" y="1074"/>
                      <a:pt x="128" y="1071"/>
                      <a:pt x="129" y="1064"/>
                    </a:cubicBezTo>
                    <a:cubicBezTo>
                      <a:pt x="151" y="705"/>
                      <a:pt x="129" y="365"/>
                      <a:pt x="205" y="22"/>
                    </a:cubicBezTo>
                    <a:cubicBezTo>
                      <a:pt x="205" y="10"/>
                      <a:pt x="195" y="1"/>
                      <a:pt x="18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1" name="Google Shape;571;p17"/>
              <p:cNvSpPr/>
              <p:nvPr/>
            </p:nvSpPr>
            <p:spPr>
              <a:xfrm>
                <a:off x="638425" y="1949700"/>
                <a:ext cx="5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604" extrusionOk="0">
                    <a:moveTo>
                      <a:pt x="202" y="0"/>
                    </a:moveTo>
                    <a:cubicBezTo>
                      <a:pt x="195" y="0"/>
                      <a:pt x="186" y="4"/>
                      <a:pt x="180" y="7"/>
                    </a:cubicBezTo>
                    <a:cubicBezTo>
                      <a:pt x="60" y="177"/>
                      <a:pt x="0" y="381"/>
                      <a:pt x="16" y="589"/>
                    </a:cubicBezTo>
                    <a:cubicBezTo>
                      <a:pt x="16" y="596"/>
                      <a:pt x="25" y="603"/>
                      <a:pt x="32" y="603"/>
                    </a:cubicBezTo>
                    <a:cubicBezTo>
                      <a:pt x="36" y="603"/>
                      <a:pt x="40" y="601"/>
                      <a:pt x="41" y="595"/>
                    </a:cubicBezTo>
                    <a:cubicBezTo>
                      <a:pt x="88" y="397"/>
                      <a:pt x="164" y="221"/>
                      <a:pt x="221" y="32"/>
                    </a:cubicBezTo>
                    <a:cubicBezTo>
                      <a:pt x="227" y="19"/>
                      <a:pt x="217" y="4"/>
                      <a:pt x="2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2" name="Google Shape;572;p17"/>
              <p:cNvSpPr/>
              <p:nvPr/>
            </p:nvSpPr>
            <p:spPr>
              <a:xfrm>
                <a:off x="474875" y="2047750"/>
                <a:ext cx="116400" cy="124925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997" extrusionOk="0">
                    <a:moveTo>
                      <a:pt x="281" y="0"/>
                    </a:moveTo>
                    <a:cubicBezTo>
                      <a:pt x="272" y="0"/>
                      <a:pt x="262" y="17"/>
                      <a:pt x="274" y="26"/>
                    </a:cubicBezTo>
                    <a:cubicBezTo>
                      <a:pt x="393" y="111"/>
                      <a:pt x="526" y="186"/>
                      <a:pt x="642" y="284"/>
                    </a:cubicBezTo>
                    <a:cubicBezTo>
                      <a:pt x="721" y="356"/>
                      <a:pt x="796" y="425"/>
                      <a:pt x="865" y="504"/>
                    </a:cubicBezTo>
                    <a:cubicBezTo>
                      <a:pt x="595" y="419"/>
                      <a:pt x="315" y="340"/>
                      <a:pt x="47" y="268"/>
                    </a:cubicBezTo>
                    <a:cubicBezTo>
                      <a:pt x="42" y="267"/>
                      <a:pt x="38" y="266"/>
                      <a:pt x="34" y="266"/>
                    </a:cubicBezTo>
                    <a:cubicBezTo>
                      <a:pt x="1" y="266"/>
                      <a:pt x="7" y="297"/>
                      <a:pt x="57" y="299"/>
                    </a:cubicBezTo>
                    <a:cubicBezTo>
                      <a:pt x="566" y="497"/>
                      <a:pt x="1082" y="658"/>
                      <a:pt x="1592" y="856"/>
                    </a:cubicBezTo>
                    <a:cubicBezTo>
                      <a:pt x="1256" y="872"/>
                      <a:pt x="924" y="955"/>
                      <a:pt x="589" y="955"/>
                    </a:cubicBezTo>
                    <a:cubicBezTo>
                      <a:pt x="460" y="955"/>
                      <a:pt x="330" y="943"/>
                      <a:pt x="198" y="909"/>
                    </a:cubicBezTo>
                    <a:cubicBezTo>
                      <a:pt x="196" y="909"/>
                      <a:pt x="194" y="908"/>
                      <a:pt x="192" y="908"/>
                    </a:cubicBezTo>
                    <a:cubicBezTo>
                      <a:pt x="186" y="908"/>
                      <a:pt x="183" y="912"/>
                      <a:pt x="183" y="919"/>
                    </a:cubicBezTo>
                    <a:cubicBezTo>
                      <a:pt x="176" y="925"/>
                      <a:pt x="183" y="935"/>
                      <a:pt x="189" y="935"/>
                    </a:cubicBezTo>
                    <a:cubicBezTo>
                      <a:pt x="366" y="993"/>
                      <a:pt x="547" y="1014"/>
                      <a:pt x="730" y="1014"/>
                    </a:cubicBezTo>
                    <a:cubicBezTo>
                      <a:pt x="1058" y="1014"/>
                      <a:pt x="1391" y="947"/>
                      <a:pt x="1714" y="906"/>
                    </a:cubicBezTo>
                    <a:lnTo>
                      <a:pt x="1787" y="938"/>
                    </a:lnTo>
                    <a:cubicBezTo>
                      <a:pt x="2215" y="1104"/>
                      <a:pt x="2608" y="1356"/>
                      <a:pt x="2947" y="1677"/>
                    </a:cubicBezTo>
                    <a:cubicBezTo>
                      <a:pt x="2787" y="1643"/>
                      <a:pt x="2625" y="1631"/>
                      <a:pt x="2462" y="1631"/>
                    </a:cubicBezTo>
                    <a:cubicBezTo>
                      <a:pt x="2070" y="1631"/>
                      <a:pt x="1674" y="1700"/>
                      <a:pt x="1280" y="1700"/>
                    </a:cubicBezTo>
                    <a:cubicBezTo>
                      <a:pt x="1035" y="1700"/>
                      <a:pt x="791" y="1673"/>
                      <a:pt x="551" y="1586"/>
                    </a:cubicBezTo>
                    <a:cubicBezTo>
                      <a:pt x="550" y="1586"/>
                      <a:pt x="550" y="1585"/>
                      <a:pt x="549" y="1585"/>
                    </a:cubicBezTo>
                    <a:cubicBezTo>
                      <a:pt x="540" y="1585"/>
                      <a:pt x="526" y="1608"/>
                      <a:pt x="541" y="1617"/>
                    </a:cubicBezTo>
                    <a:cubicBezTo>
                      <a:pt x="790" y="1755"/>
                      <a:pt x="1079" y="1794"/>
                      <a:pt x="1363" y="1794"/>
                    </a:cubicBezTo>
                    <a:cubicBezTo>
                      <a:pt x="1482" y="1794"/>
                      <a:pt x="1600" y="1787"/>
                      <a:pt x="1714" y="1778"/>
                    </a:cubicBezTo>
                    <a:cubicBezTo>
                      <a:pt x="1957" y="1759"/>
                      <a:pt x="2192" y="1724"/>
                      <a:pt x="2428" y="1724"/>
                    </a:cubicBezTo>
                    <a:cubicBezTo>
                      <a:pt x="2633" y="1724"/>
                      <a:pt x="2831" y="1740"/>
                      <a:pt x="3035" y="1765"/>
                    </a:cubicBezTo>
                    <a:cubicBezTo>
                      <a:pt x="3092" y="1825"/>
                      <a:pt x="3145" y="1885"/>
                      <a:pt x="3199" y="1947"/>
                    </a:cubicBezTo>
                    <a:cubicBezTo>
                      <a:pt x="3932" y="2812"/>
                      <a:pt x="4419" y="3863"/>
                      <a:pt x="4608" y="4979"/>
                    </a:cubicBezTo>
                    <a:cubicBezTo>
                      <a:pt x="4611" y="4991"/>
                      <a:pt x="4619" y="4996"/>
                      <a:pt x="4629" y="4996"/>
                    </a:cubicBezTo>
                    <a:cubicBezTo>
                      <a:pt x="4641" y="4996"/>
                      <a:pt x="4655" y="4986"/>
                      <a:pt x="4655" y="4970"/>
                    </a:cubicBezTo>
                    <a:cubicBezTo>
                      <a:pt x="4652" y="3831"/>
                      <a:pt x="4070" y="2715"/>
                      <a:pt x="3331" y="1872"/>
                    </a:cubicBezTo>
                    <a:cubicBezTo>
                      <a:pt x="3142" y="1661"/>
                      <a:pt x="2928" y="1466"/>
                      <a:pt x="2699" y="1299"/>
                    </a:cubicBezTo>
                    <a:cubicBezTo>
                      <a:pt x="2554" y="878"/>
                      <a:pt x="2233" y="532"/>
                      <a:pt x="1825" y="356"/>
                    </a:cubicBezTo>
                    <a:cubicBezTo>
                      <a:pt x="1822" y="352"/>
                      <a:pt x="1818" y="350"/>
                      <a:pt x="1814" y="350"/>
                    </a:cubicBezTo>
                    <a:cubicBezTo>
                      <a:pt x="1809" y="350"/>
                      <a:pt x="1804" y="354"/>
                      <a:pt x="1802" y="359"/>
                    </a:cubicBezTo>
                    <a:cubicBezTo>
                      <a:pt x="1793" y="369"/>
                      <a:pt x="1799" y="378"/>
                      <a:pt x="1806" y="384"/>
                    </a:cubicBezTo>
                    <a:cubicBezTo>
                      <a:pt x="1997" y="519"/>
                      <a:pt x="2199" y="626"/>
                      <a:pt x="2350" y="818"/>
                    </a:cubicBezTo>
                    <a:cubicBezTo>
                      <a:pt x="2438" y="950"/>
                      <a:pt x="2513" y="1082"/>
                      <a:pt x="2579" y="1224"/>
                    </a:cubicBezTo>
                    <a:cubicBezTo>
                      <a:pt x="2375" y="1092"/>
                      <a:pt x="2164" y="976"/>
                      <a:pt x="1941" y="887"/>
                    </a:cubicBezTo>
                    <a:cubicBezTo>
                      <a:pt x="1617" y="755"/>
                      <a:pt x="1280" y="633"/>
                      <a:pt x="941" y="523"/>
                    </a:cubicBezTo>
                    <a:cubicBezTo>
                      <a:pt x="777" y="293"/>
                      <a:pt x="548" y="111"/>
                      <a:pt x="283" y="1"/>
                    </a:cubicBezTo>
                    <a:cubicBezTo>
                      <a:pt x="283" y="0"/>
                      <a:pt x="282" y="0"/>
                      <a:pt x="28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3" name="Google Shape;573;p17"/>
              <p:cNvSpPr/>
              <p:nvPr/>
            </p:nvSpPr>
            <p:spPr>
              <a:xfrm>
                <a:off x="470000" y="2066850"/>
                <a:ext cx="18975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759" h="93" extrusionOk="0">
                    <a:moveTo>
                      <a:pt x="19" y="1"/>
                    </a:moveTo>
                    <a:cubicBezTo>
                      <a:pt x="7" y="1"/>
                      <a:pt x="0" y="17"/>
                      <a:pt x="13" y="20"/>
                    </a:cubicBezTo>
                    <a:cubicBezTo>
                      <a:pt x="164" y="67"/>
                      <a:pt x="321" y="93"/>
                      <a:pt x="478" y="93"/>
                    </a:cubicBezTo>
                    <a:cubicBezTo>
                      <a:pt x="569" y="93"/>
                      <a:pt x="661" y="84"/>
                      <a:pt x="752" y="67"/>
                    </a:cubicBezTo>
                    <a:cubicBezTo>
                      <a:pt x="758" y="64"/>
                      <a:pt x="755" y="54"/>
                      <a:pt x="752" y="54"/>
                    </a:cubicBezTo>
                    <a:cubicBezTo>
                      <a:pt x="507" y="51"/>
                      <a:pt x="264" y="32"/>
                      <a:pt x="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4" name="Google Shape;574;p17"/>
              <p:cNvSpPr/>
              <p:nvPr/>
            </p:nvSpPr>
            <p:spPr>
              <a:xfrm>
                <a:off x="510975" y="2054750"/>
                <a:ext cx="101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280" extrusionOk="0">
                    <a:moveTo>
                      <a:pt x="32" y="0"/>
                    </a:moveTo>
                    <a:cubicBezTo>
                      <a:pt x="14" y="0"/>
                      <a:pt x="0" y="26"/>
                      <a:pt x="3" y="32"/>
                    </a:cubicBezTo>
                    <a:cubicBezTo>
                      <a:pt x="63" y="76"/>
                      <a:pt x="123" y="111"/>
                      <a:pt x="186" y="145"/>
                    </a:cubicBezTo>
                    <a:cubicBezTo>
                      <a:pt x="248" y="186"/>
                      <a:pt x="311" y="233"/>
                      <a:pt x="374" y="277"/>
                    </a:cubicBezTo>
                    <a:cubicBezTo>
                      <a:pt x="377" y="279"/>
                      <a:pt x="380" y="280"/>
                      <a:pt x="383" y="280"/>
                    </a:cubicBezTo>
                    <a:cubicBezTo>
                      <a:pt x="397" y="280"/>
                      <a:pt x="404" y="263"/>
                      <a:pt x="393" y="252"/>
                    </a:cubicBezTo>
                    <a:cubicBezTo>
                      <a:pt x="292" y="145"/>
                      <a:pt x="170" y="63"/>
                      <a:pt x="35" y="0"/>
                    </a:cubicBezTo>
                    <a:cubicBezTo>
                      <a:pt x="34" y="0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5" name="Google Shape;575;p17"/>
              <p:cNvSpPr/>
              <p:nvPr/>
            </p:nvSpPr>
            <p:spPr>
              <a:xfrm>
                <a:off x="568125" y="2064025"/>
                <a:ext cx="107750" cy="112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90" extrusionOk="0">
                    <a:moveTo>
                      <a:pt x="3904" y="1"/>
                    </a:moveTo>
                    <a:cubicBezTo>
                      <a:pt x="3668" y="126"/>
                      <a:pt x="3479" y="318"/>
                      <a:pt x="3353" y="551"/>
                    </a:cubicBezTo>
                    <a:cubicBezTo>
                      <a:pt x="3001" y="680"/>
                      <a:pt x="2661" y="834"/>
                      <a:pt x="2331" y="1013"/>
                    </a:cubicBezTo>
                    <a:cubicBezTo>
                      <a:pt x="2526" y="740"/>
                      <a:pt x="2762" y="491"/>
                      <a:pt x="3023" y="284"/>
                    </a:cubicBezTo>
                    <a:cubicBezTo>
                      <a:pt x="3036" y="273"/>
                      <a:pt x="3028" y="252"/>
                      <a:pt x="3015" y="252"/>
                    </a:cubicBezTo>
                    <a:cubicBezTo>
                      <a:pt x="3013" y="252"/>
                      <a:pt x="3010" y="253"/>
                      <a:pt x="3007" y="255"/>
                    </a:cubicBezTo>
                    <a:cubicBezTo>
                      <a:pt x="2677" y="472"/>
                      <a:pt x="2394" y="759"/>
                      <a:pt x="2180" y="1095"/>
                    </a:cubicBezTo>
                    <a:cubicBezTo>
                      <a:pt x="1885" y="1268"/>
                      <a:pt x="1614" y="1479"/>
                      <a:pt x="1366" y="1718"/>
                    </a:cubicBezTo>
                    <a:cubicBezTo>
                      <a:pt x="658" y="2416"/>
                      <a:pt x="170" y="3495"/>
                      <a:pt x="7" y="4467"/>
                    </a:cubicBezTo>
                    <a:cubicBezTo>
                      <a:pt x="1" y="4476"/>
                      <a:pt x="10" y="4486"/>
                      <a:pt x="16" y="4489"/>
                    </a:cubicBezTo>
                    <a:cubicBezTo>
                      <a:pt x="18" y="4489"/>
                      <a:pt x="21" y="4490"/>
                      <a:pt x="23" y="4490"/>
                    </a:cubicBezTo>
                    <a:cubicBezTo>
                      <a:pt x="32" y="4490"/>
                      <a:pt x="39" y="4484"/>
                      <a:pt x="41" y="4476"/>
                    </a:cubicBezTo>
                    <a:cubicBezTo>
                      <a:pt x="233" y="3982"/>
                      <a:pt x="359" y="3476"/>
                      <a:pt x="595" y="2995"/>
                    </a:cubicBezTo>
                    <a:cubicBezTo>
                      <a:pt x="809" y="2551"/>
                      <a:pt x="1095" y="2146"/>
                      <a:pt x="1444" y="1797"/>
                    </a:cubicBezTo>
                    <a:cubicBezTo>
                      <a:pt x="1627" y="1624"/>
                      <a:pt x="1822" y="1463"/>
                      <a:pt x="2032" y="1322"/>
                    </a:cubicBezTo>
                    <a:cubicBezTo>
                      <a:pt x="2102" y="1313"/>
                      <a:pt x="2171" y="1309"/>
                      <a:pt x="2240" y="1309"/>
                    </a:cubicBezTo>
                    <a:cubicBezTo>
                      <a:pt x="2632" y="1309"/>
                      <a:pt x="3016" y="1433"/>
                      <a:pt x="3411" y="1433"/>
                    </a:cubicBezTo>
                    <a:cubicBezTo>
                      <a:pt x="3503" y="1433"/>
                      <a:pt x="3596" y="1426"/>
                      <a:pt x="3690" y="1410"/>
                    </a:cubicBezTo>
                    <a:cubicBezTo>
                      <a:pt x="3706" y="1406"/>
                      <a:pt x="3702" y="1388"/>
                      <a:pt x="3690" y="1388"/>
                    </a:cubicBezTo>
                    <a:cubicBezTo>
                      <a:pt x="3360" y="1388"/>
                      <a:pt x="3033" y="1353"/>
                      <a:pt x="2715" y="1278"/>
                    </a:cubicBezTo>
                    <a:cubicBezTo>
                      <a:pt x="2579" y="1245"/>
                      <a:pt x="2439" y="1228"/>
                      <a:pt x="2301" y="1228"/>
                    </a:cubicBezTo>
                    <a:cubicBezTo>
                      <a:pt x="2254" y="1228"/>
                      <a:pt x="2207" y="1230"/>
                      <a:pt x="2161" y="1234"/>
                    </a:cubicBezTo>
                    <a:cubicBezTo>
                      <a:pt x="2385" y="1092"/>
                      <a:pt x="2611" y="963"/>
                      <a:pt x="2847" y="850"/>
                    </a:cubicBezTo>
                    <a:cubicBezTo>
                      <a:pt x="3072" y="909"/>
                      <a:pt x="3301" y="938"/>
                      <a:pt x="3529" y="938"/>
                    </a:cubicBezTo>
                    <a:cubicBezTo>
                      <a:pt x="3787" y="938"/>
                      <a:pt x="4044" y="901"/>
                      <a:pt x="4294" y="828"/>
                    </a:cubicBezTo>
                    <a:cubicBezTo>
                      <a:pt x="4309" y="825"/>
                      <a:pt x="4303" y="809"/>
                      <a:pt x="4291" y="809"/>
                    </a:cubicBezTo>
                    <a:cubicBezTo>
                      <a:pt x="4064" y="845"/>
                      <a:pt x="3836" y="863"/>
                      <a:pt x="3608" y="863"/>
                    </a:cubicBezTo>
                    <a:cubicBezTo>
                      <a:pt x="3380" y="863"/>
                      <a:pt x="3152" y="845"/>
                      <a:pt x="2926" y="809"/>
                    </a:cubicBezTo>
                    <a:cubicBezTo>
                      <a:pt x="3297" y="633"/>
                      <a:pt x="3677" y="479"/>
                      <a:pt x="4052" y="334"/>
                    </a:cubicBezTo>
                    <a:cubicBezTo>
                      <a:pt x="4069" y="331"/>
                      <a:pt x="4065" y="305"/>
                      <a:pt x="4050" y="305"/>
                    </a:cubicBezTo>
                    <a:cubicBezTo>
                      <a:pt x="4049" y="305"/>
                      <a:pt x="4047" y="305"/>
                      <a:pt x="4045" y="306"/>
                    </a:cubicBezTo>
                    <a:cubicBezTo>
                      <a:pt x="3831" y="378"/>
                      <a:pt x="3624" y="447"/>
                      <a:pt x="3416" y="526"/>
                    </a:cubicBezTo>
                    <a:cubicBezTo>
                      <a:pt x="3548" y="331"/>
                      <a:pt x="3718" y="152"/>
                      <a:pt x="3910" y="7"/>
                    </a:cubicBezTo>
                    <a:cubicBezTo>
                      <a:pt x="3913" y="4"/>
                      <a:pt x="3907" y="1"/>
                      <a:pt x="39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6" name="Google Shape;576;p17"/>
              <p:cNvSpPr/>
              <p:nvPr/>
            </p:nvSpPr>
            <p:spPr>
              <a:xfrm>
                <a:off x="644950" y="2065750"/>
                <a:ext cx="797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15" extrusionOk="0">
                    <a:moveTo>
                      <a:pt x="309" y="1"/>
                    </a:moveTo>
                    <a:cubicBezTo>
                      <a:pt x="249" y="32"/>
                      <a:pt x="192" y="76"/>
                      <a:pt x="145" y="127"/>
                    </a:cubicBezTo>
                    <a:cubicBezTo>
                      <a:pt x="85" y="177"/>
                      <a:pt x="35" y="240"/>
                      <a:pt x="0" y="309"/>
                    </a:cubicBezTo>
                    <a:lnTo>
                      <a:pt x="0" y="312"/>
                    </a:lnTo>
                    <a:cubicBezTo>
                      <a:pt x="2" y="314"/>
                      <a:pt x="4" y="315"/>
                      <a:pt x="5" y="315"/>
                    </a:cubicBezTo>
                    <a:cubicBezTo>
                      <a:pt x="7" y="315"/>
                      <a:pt x="8" y="314"/>
                      <a:pt x="10" y="312"/>
                    </a:cubicBezTo>
                    <a:cubicBezTo>
                      <a:pt x="63" y="259"/>
                      <a:pt x="101" y="202"/>
                      <a:pt x="151" y="152"/>
                    </a:cubicBezTo>
                    <a:cubicBezTo>
                      <a:pt x="205" y="98"/>
                      <a:pt x="268" y="61"/>
                      <a:pt x="315" y="10"/>
                    </a:cubicBezTo>
                    <a:cubicBezTo>
                      <a:pt x="318" y="4"/>
                      <a:pt x="318" y="1"/>
                      <a:pt x="3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7" name="Google Shape;577;p17"/>
              <p:cNvSpPr/>
              <p:nvPr/>
            </p:nvSpPr>
            <p:spPr>
              <a:xfrm>
                <a:off x="667825" y="2078225"/>
                <a:ext cx="1347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140" extrusionOk="0">
                    <a:moveTo>
                      <a:pt x="528" y="1"/>
                    </a:moveTo>
                    <a:cubicBezTo>
                      <a:pt x="526" y="1"/>
                      <a:pt x="525" y="1"/>
                      <a:pt x="523" y="2"/>
                    </a:cubicBezTo>
                    <a:cubicBezTo>
                      <a:pt x="441" y="30"/>
                      <a:pt x="359" y="55"/>
                      <a:pt x="271" y="77"/>
                    </a:cubicBezTo>
                    <a:cubicBezTo>
                      <a:pt x="189" y="93"/>
                      <a:pt x="98" y="93"/>
                      <a:pt x="16" y="112"/>
                    </a:cubicBezTo>
                    <a:cubicBezTo>
                      <a:pt x="15" y="111"/>
                      <a:pt x="14" y="111"/>
                      <a:pt x="13" y="111"/>
                    </a:cubicBezTo>
                    <a:cubicBezTo>
                      <a:pt x="7" y="111"/>
                      <a:pt x="1" y="117"/>
                      <a:pt x="1" y="125"/>
                    </a:cubicBezTo>
                    <a:cubicBezTo>
                      <a:pt x="1" y="131"/>
                      <a:pt x="10" y="134"/>
                      <a:pt x="16" y="134"/>
                    </a:cubicBezTo>
                    <a:cubicBezTo>
                      <a:pt x="47" y="138"/>
                      <a:pt x="78" y="140"/>
                      <a:pt x="109" y="140"/>
                    </a:cubicBezTo>
                    <a:cubicBezTo>
                      <a:pt x="259" y="140"/>
                      <a:pt x="404" y="96"/>
                      <a:pt x="532" y="18"/>
                    </a:cubicBezTo>
                    <a:cubicBezTo>
                      <a:pt x="535" y="18"/>
                      <a:pt x="538" y="8"/>
                      <a:pt x="535" y="5"/>
                    </a:cubicBezTo>
                    <a:cubicBezTo>
                      <a:pt x="535" y="3"/>
                      <a:pt x="532" y="1"/>
                      <a:pt x="5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78" name="Google Shape;578;p17"/>
            <p:cNvSpPr/>
            <p:nvPr/>
          </p:nvSpPr>
          <p:spPr>
            <a:xfrm>
              <a:off x="544150" y="2145650"/>
              <a:ext cx="74000" cy="91950"/>
            </a:xfrm>
            <a:custGeom>
              <a:avLst/>
              <a:gdLst/>
              <a:ahLst/>
              <a:cxnLst/>
              <a:rect l="l" t="t" r="r" b="b"/>
              <a:pathLst>
                <a:path w="2960" h="3678" extrusionOk="0">
                  <a:moveTo>
                    <a:pt x="0" y="0"/>
                  </a:moveTo>
                  <a:lnTo>
                    <a:pt x="76" y="840"/>
                  </a:lnTo>
                  <a:lnTo>
                    <a:pt x="327" y="3677"/>
                  </a:lnTo>
                  <a:lnTo>
                    <a:pt x="2554" y="3677"/>
                  </a:lnTo>
                  <a:lnTo>
                    <a:pt x="2866" y="840"/>
                  </a:lnTo>
                  <a:lnTo>
                    <a:pt x="29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579;p17"/>
            <p:cNvSpPr/>
            <p:nvPr/>
          </p:nvSpPr>
          <p:spPr>
            <a:xfrm>
              <a:off x="545625" y="2145650"/>
              <a:ext cx="71050" cy="20225"/>
            </a:xfrm>
            <a:custGeom>
              <a:avLst/>
              <a:gdLst/>
              <a:ahLst/>
              <a:cxnLst/>
              <a:rect l="l" t="t" r="r" b="b"/>
              <a:pathLst>
                <a:path w="2842" h="809" extrusionOk="0">
                  <a:moveTo>
                    <a:pt x="1" y="0"/>
                  </a:moveTo>
                  <a:lnTo>
                    <a:pt x="73" y="809"/>
                  </a:lnTo>
                  <a:lnTo>
                    <a:pt x="2750" y="809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17"/>
            <p:cNvSpPr/>
            <p:nvPr/>
          </p:nvSpPr>
          <p:spPr>
            <a:xfrm>
              <a:off x="538000" y="2138875"/>
              <a:ext cx="85275" cy="18050"/>
            </a:xfrm>
            <a:custGeom>
              <a:avLst/>
              <a:gdLst/>
              <a:ahLst/>
              <a:cxnLst/>
              <a:rect l="l" t="t" r="r" b="b"/>
              <a:pathLst>
                <a:path w="3411" h="722" extrusionOk="0">
                  <a:moveTo>
                    <a:pt x="1" y="1"/>
                  </a:moveTo>
                  <a:lnTo>
                    <a:pt x="1" y="721"/>
                  </a:lnTo>
                  <a:lnTo>
                    <a:pt x="3410" y="721"/>
                  </a:lnTo>
                  <a:lnTo>
                    <a:pt x="34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2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18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583" name="Google Shape;583;p18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593;p18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95" name="Google Shape;595;p18"/>
          <p:cNvSpPr txBox="1"/>
          <p:nvPr>
            <p:ph type="subTitle" idx="1"/>
          </p:nvPr>
        </p:nvSpPr>
        <p:spPr>
          <a:xfrm>
            <a:off x="724050" y="1189825"/>
            <a:ext cx="4551600" cy="328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01408"/>
              </a:buClr>
              <a:buSzPts val="1400"/>
              <a:buFont typeface="Open Sans"/>
              <a:buChar char="●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162F"/>
              </a:buClr>
              <a:buSzPts val="1400"/>
              <a:buFont typeface="Actor"/>
              <a:buChar char="■"/>
              <a:defRPr/>
            </a:lvl9pPr>
          </a:lstStyle>
          <a:p/>
        </p:txBody>
      </p:sp>
      <p:sp>
        <p:nvSpPr>
          <p:cNvPr id="596" name="Google Shape;596;p18"/>
          <p:cNvSpPr txBox="1"/>
          <p:nvPr>
            <p:ph type="title"/>
          </p:nvPr>
        </p:nvSpPr>
        <p:spPr>
          <a:xfrm>
            <a:off x="720000" y="552150"/>
            <a:ext cx="45516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7" name="Google Shape;597;p18"/>
          <p:cNvGrpSpPr/>
          <p:nvPr/>
        </p:nvGrpSpPr>
        <p:grpSpPr>
          <a:xfrm flipH="1">
            <a:off x="8519899" y="2571654"/>
            <a:ext cx="1118160" cy="635560"/>
            <a:chOff x="-674499" y="3224905"/>
            <a:chExt cx="601549" cy="341920"/>
          </a:xfrm>
        </p:grpSpPr>
        <p:sp>
          <p:nvSpPr>
            <p:cNvPr id="598" name="Google Shape;598;p18"/>
            <p:cNvSpPr/>
            <p:nvPr/>
          </p:nvSpPr>
          <p:spPr>
            <a:xfrm>
              <a:off x="-672050" y="3236225"/>
              <a:ext cx="599100" cy="330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99" name="Google Shape;599;p18"/>
            <p:cNvGrpSpPr/>
            <p:nvPr/>
          </p:nvGrpSpPr>
          <p:grpSpPr>
            <a:xfrm>
              <a:off x="-674499" y="3224905"/>
              <a:ext cx="598972" cy="330547"/>
              <a:chOff x="3072901" y="606093"/>
              <a:chExt cx="598972" cy="330547"/>
            </a:xfrm>
          </p:grpSpPr>
          <p:sp>
            <p:nvSpPr>
              <p:cNvPr id="600" name="Google Shape;600;p18"/>
              <p:cNvSpPr/>
              <p:nvPr/>
            </p:nvSpPr>
            <p:spPr>
              <a:xfrm>
                <a:off x="3072901" y="606093"/>
                <a:ext cx="598972" cy="330547"/>
              </a:xfrm>
              <a:custGeom>
                <a:avLst/>
                <a:gdLst/>
                <a:ahLst/>
                <a:cxnLst/>
                <a:rect l="l" t="t" r="r" b="b"/>
                <a:pathLst>
                  <a:path w="13007" h="7178" extrusionOk="0">
                    <a:moveTo>
                      <a:pt x="1" y="0"/>
                    </a:moveTo>
                    <a:lnTo>
                      <a:pt x="1" y="7159"/>
                    </a:lnTo>
                    <a:lnTo>
                      <a:pt x="1" y="7175"/>
                    </a:lnTo>
                    <a:lnTo>
                      <a:pt x="89" y="7175"/>
                    </a:lnTo>
                    <a:lnTo>
                      <a:pt x="89" y="95"/>
                    </a:lnTo>
                    <a:lnTo>
                      <a:pt x="13006" y="92"/>
                    </a:lnTo>
                    <a:lnTo>
                      <a:pt x="13006" y="0"/>
                    </a:lnTo>
                    <a:close/>
                    <a:moveTo>
                      <a:pt x="89" y="7175"/>
                    </a:moveTo>
                    <a:lnTo>
                      <a:pt x="89" y="7178"/>
                    </a:lnTo>
                    <a:lnTo>
                      <a:pt x="13006" y="7178"/>
                    </a:lnTo>
                    <a:lnTo>
                      <a:pt x="13006" y="71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1" name="Google Shape;601;p18"/>
              <p:cNvSpPr/>
              <p:nvPr/>
            </p:nvSpPr>
            <p:spPr>
              <a:xfrm>
                <a:off x="3077690" y="610007"/>
                <a:ext cx="593124" cy="325620"/>
              </a:xfrm>
              <a:custGeom>
                <a:avLst/>
                <a:gdLst/>
                <a:ahLst/>
                <a:cxnLst/>
                <a:rect l="l" t="t" r="r" b="b"/>
                <a:pathLst>
                  <a:path w="12880" h="7071" extrusionOk="0">
                    <a:moveTo>
                      <a:pt x="0" y="0"/>
                    </a:moveTo>
                    <a:cubicBezTo>
                      <a:pt x="1060" y="607"/>
                      <a:pt x="2130" y="1205"/>
                      <a:pt x="3193" y="1802"/>
                    </a:cubicBezTo>
                    <a:lnTo>
                      <a:pt x="6404" y="3579"/>
                    </a:lnTo>
                    <a:lnTo>
                      <a:pt x="9631" y="5338"/>
                    </a:lnTo>
                    <a:lnTo>
                      <a:pt x="11251" y="6209"/>
                    </a:lnTo>
                    <a:lnTo>
                      <a:pt x="12880" y="7071"/>
                    </a:lnTo>
                    <a:lnTo>
                      <a:pt x="11285" y="6165"/>
                    </a:lnTo>
                    <a:lnTo>
                      <a:pt x="9688" y="5268"/>
                    </a:lnTo>
                    <a:lnTo>
                      <a:pt x="6473" y="3491"/>
                    </a:lnTo>
                    <a:lnTo>
                      <a:pt x="3246" y="1736"/>
                    </a:lnTo>
                    <a:cubicBezTo>
                      <a:pt x="2164" y="1155"/>
                      <a:pt x="1089" y="573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2" name="Google Shape;602;p18"/>
              <p:cNvSpPr/>
              <p:nvPr/>
            </p:nvSpPr>
            <p:spPr>
              <a:xfrm>
                <a:off x="3077828" y="610007"/>
                <a:ext cx="593170" cy="325205"/>
              </a:xfrm>
              <a:custGeom>
                <a:avLst/>
                <a:gdLst/>
                <a:ahLst/>
                <a:cxnLst/>
                <a:rect l="l" t="t" r="r" b="b"/>
                <a:pathLst>
                  <a:path w="12881" h="7062" extrusionOk="0">
                    <a:moveTo>
                      <a:pt x="12880" y="0"/>
                    </a:moveTo>
                    <a:cubicBezTo>
                      <a:pt x="11795" y="573"/>
                      <a:pt x="10713" y="1155"/>
                      <a:pt x="9628" y="1730"/>
                    </a:cubicBezTo>
                    <a:lnTo>
                      <a:pt x="6401" y="3488"/>
                    </a:lnTo>
                    <a:lnTo>
                      <a:pt x="3190" y="5265"/>
                    </a:lnTo>
                    <a:lnTo>
                      <a:pt x="1589" y="6162"/>
                    </a:lnTo>
                    <a:lnTo>
                      <a:pt x="0" y="7061"/>
                    </a:lnTo>
                    <a:lnTo>
                      <a:pt x="1627" y="6203"/>
                    </a:lnTo>
                    <a:lnTo>
                      <a:pt x="3243" y="5328"/>
                    </a:lnTo>
                    <a:lnTo>
                      <a:pt x="6470" y="3570"/>
                    </a:lnTo>
                    <a:lnTo>
                      <a:pt x="9685" y="1793"/>
                    </a:lnTo>
                    <a:cubicBezTo>
                      <a:pt x="10754" y="1205"/>
                      <a:pt x="11823" y="607"/>
                      <a:pt x="128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603" name="Google Shape;603;p18"/>
          <p:cNvGrpSpPr/>
          <p:nvPr/>
        </p:nvGrpSpPr>
        <p:grpSpPr>
          <a:xfrm flipH="1">
            <a:off x="34981" y="4218166"/>
            <a:ext cx="556796" cy="990785"/>
            <a:chOff x="5081850" y="1981125"/>
            <a:chExt cx="168125" cy="299150"/>
          </a:xfrm>
        </p:grpSpPr>
        <p:sp>
          <p:nvSpPr>
            <p:cNvPr id="604" name="Google Shape;604;p18"/>
            <p:cNvSpPr/>
            <p:nvPr/>
          </p:nvSpPr>
          <p:spPr>
            <a:xfrm>
              <a:off x="5115175" y="1981125"/>
              <a:ext cx="90525" cy="43050"/>
            </a:xfrm>
            <a:custGeom>
              <a:avLst/>
              <a:gdLst/>
              <a:ahLst/>
              <a:cxnLst/>
              <a:rect l="l" t="t" r="r" b="b"/>
              <a:pathLst>
                <a:path w="3621" h="1722" extrusionOk="0">
                  <a:moveTo>
                    <a:pt x="2468" y="1"/>
                  </a:moveTo>
                  <a:cubicBezTo>
                    <a:pt x="2160" y="1"/>
                    <a:pt x="1887" y="335"/>
                    <a:pt x="1809" y="712"/>
                  </a:cubicBezTo>
                  <a:cubicBezTo>
                    <a:pt x="1731" y="334"/>
                    <a:pt x="1450" y="2"/>
                    <a:pt x="1145" y="2"/>
                  </a:cubicBezTo>
                  <a:cubicBezTo>
                    <a:pt x="1095" y="2"/>
                    <a:pt x="1045" y="11"/>
                    <a:pt x="994" y="30"/>
                  </a:cubicBezTo>
                  <a:cubicBezTo>
                    <a:pt x="639" y="162"/>
                    <a:pt x="1039" y="951"/>
                    <a:pt x="1057" y="983"/>
                  </a:cubicBezTo>
                  <a:cubicBezTo>
                    <a:pt x="1042" y="971"/>
                    <a:pt x="712" y="703"/>
                    <a:pt x="452" y="703"/>
                  </a:cubicBezTo>
                  <a:cubicBezTo>
                    <a:pt x="352" y="703"/>
                    <a:pt x="262" y="743"/>
                    <a:pt x="205" y="854"/>
                  </a:cubicBezTo>
                  <a:cubicBezTo>
                    <a:pt x="1" y="1250"/>
                    <a:pt x="1215" y="1722"/>
                    <a:pt x="1812" y="1722"/>
                  </a:cubicBezTo>
                  <a:cubicBezTo>
                    <a:pt x="2413" y="1722"/>
                    <a:pt x="3621" y="1244"/>
                    <a:pt x="3413" y="854"/>
                  </a:cubicBezTo>
                  <a:cubicBezTo>
                    <a:pt x="3357" y="747"/>
                    <a:pt x="3269" y="709"/>
                    <a:pt x="3170" y="709"/>
                  </a:cubicBezTo>
                  <a:cubicBezTo>
                    <a:pt x="2911" y="709"/>
                    <a:pt x="2579" y="971"/>
                    <a:pt x="2561" y="983"/>
                  </a:cubicBezTo>
                  <a:cubicBezTo>
                    <a:pt x="2580" y="958"/>
                    <a:pt x="2989" y="165"/>
                    <a:pt x="2624" y="30"/>
                  </a:cubicBezTo>
                  <a:cubicBezTo>
                    <a:pt x="2571" y="10"/>
                    <a:pt x="2519" y="1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5081850" y="2012125"/>
              <a:ext cx="155150" cy="169850"/>
            </a:xfrm>
            <a:custGeom>
              <a:avLst/>
              <a:gdLst/>
              <a:ahLst/>
              <a:cxnLst/>
              <a:rect l="l" t="t" r="r" b="b"/>
              <a:pathLst>
                <a:path w="6206" h="6794" extrusionOk="0">
                  <a:moveTo>
                    <a:pt x="3139" y="1"/>
                  </a:moveTo>
                  <a:cubicBezTo>
                    <a:pt x="2821" y="1"/>
                    <a:pt x="2500" y="42"/>
                    <a:pt x="2192" y="120"/>
                  </a:cubicBezTo>
                  <a:cubicBezTo>
                    <a:pt x="1305" y="353"/>
                    <a:pt x="286" y="1007"/>
                    <a:pt x="104" y="2712"/>
                  </a:cubicBezTo>
                  <a:cubicBezTo>
                    <a:pt x="0" y="3655"/>
                    <a:pt x="252" y="5492"/>
                    <a:pt x="972" y="6386"/>
                  </a:cubicBezTo>
                  <a:cubicBezTo>
                    <a:pt x="1670" y="6658"/>
                    <a:pt x="2405" y="6794"/>
                    <a:pt x="3141" y="6794"/>
                  </a:cubicBezTo>
                  <a:cubicBezTo>
                    <a:pt x="3876" y="6794"/>
                    <a:pt x="4611" y="6658"/>
                    <a:pt x="5309" y="6386"/>
                  </a:cubicBezTo>
                  <a:cubicBezTo>
                    <a:pt x="5643" y="5967"/>
                    <a:pt x="5878" y="5341"/>
                    <a:pt x="6020" y="4697"/>
                  </a:cubicBezTo>
                  <a:cubicBezTo>
                    <a:pt x="6095" y="4376"/>
                    <a:pt x="6146" y="4045"/>
                    <a:pt x="6174" y="3715"/>
                  </a:cubicBezTo>
                  <a:cubicBezTo>
                    <a:pt x="6206" y="3382"/>
                    <a:pt x="6206" y="3042"/>
                    <a:pt x="6174" y="2712"/>
                  </a:cubicBezTo>
                  <a:cubicBezTo>
                    <a:pt x="5919" y="315"/>
                    <a:pt x="4007" y="1"/>
                    <a:pt x="3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5096625" y="2172450"/>
              <a:ext cx="128750" cy="107825"/>
            </a:xfrm>
            <a:custGeom>
              <a:avLst/>
              <a:gdLst/>
              <a:ahLst/>
              <a:cxnLst/>
              <a:rect l="l" t="t" r="r" b="b"/>
              <a:pathLst>
                <a:path w="5150" h="4313" extrusionOk="0">
                  <a:moveTo>
                    <a:pt x="0" y="1"/>
                  </a:moveTo>
                  <a:lnTo>
                    <a:pt x="519" y="4313"/>
                  </a:lnTo>
                  <a:lnTo>
                    <a:pt x="4636" y="4313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5096625" y="2172450"/>
              <a:ext cx="128750" cy="24475"/>
            </a:xfrm>
            <a:custGeom>
              <a:avLst/>
              <a:gdLst/>
              <a:ahLst/>
              <a:cxnLst/>
              <a:rect l="l" t="t" r="r" b="b"/>
              <a:pathLst>
                <a:path w="5150" h="979" extrusionOk="0">
                  <a:moveTo>
                    <a:pt x="0" y="1"/>
                  </a:moveTo>
                  <a:lnTo>
                    <a:pt x="117" y="979"/>
                  </a:lnTo>
                  <a:lnTo>
                    <a:pt x="5064" y="737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08" name="Google Shape;608;p18"/>
            <p:cNvGrpSpPr/>
            <p:nvPr/>
          </p:nvGrpSpPr>
          <p:grpSpPr>
            <a:xfrm>
              <a:off x="5086475" y="2011175"/>
              <a:ext cx="163500" cy="170825"/>
              <a:chOff x="5086475" y="2011175"/>
              <a:chExt cx="163500" cy="170825"/>
            </a:xfrm>
          </p:grpSpPr>
          <p:sp>
            <p:nvSpPr>
              <p:cNvPr id="609" name="Google Shape;609;p18"/>
              <p:cNvSpPr/>
              <p:nvPr/>
            </p:nvSpPr>
            <p:spPr>
              <a:xfrm>
                <a:off x="5160475" y="2011975"/>
                <a:ext cx="3725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801" extrusionOk="0">
                    <a:moveTo>
                      <a:pt x="79" y="0"/>
                    </a:moveTo>
                    <a:cubicBezTo>
                      <a:pt x="76" y="567"/>
                      <a:pt x="73" y="1133"/>
                      <a:pt x="63" y="1702"/>
                    </a:cubicBezTo>
                    <a:lnTo>
                      <a:pt x="63" y="3404"/>
                    </a:lnTo>
                    <a:cubicBezTo>
                      <a:pt x="66" y="3970"/>
                      <a:pt x="60" y="4536"/>
                      <a:pt x="60" y="5102"/>
                    </a:cubicBezTo>
                    <a:cubicBezTo>
                      <a:pt x="60" y="5385"/>
                      <a:pt x="57" y="5668"/>
                      <a:pt x="47" y="5951"/>
                    </a:cubicBezTo>
                    <a:cubicBezTo>
                      <a:pt x="44" y="6093"/>
                      <a:pt x="44" y="6234"/>
                      <a:pt x="32" y="6376"/>
                    </a:cubicBezTo>
                    <a:lnTo>
                      <a:pt x="19" y="6587"/>
                    </a:lnTo>
                    <a:lnTo>
                      <a:pt x="0" y="6800"/>
                    </a:lnTo>
                    <a:cubicBezTo>
                      <a:pt x="91" y="6241"/>
                      <a:pt x="104" y="5671"/>
                      <a:pt x="120" y="5105"/>
                    </a:cubicBezTo>
                    <a:cubicBezTo>
                      <a:pt x="135" y="4539"/>
                      <a:pt x="148" y="3976"/>
                      <a:pt x="142" y="3407"/>
                    </a:cubicBezTo>
                    <a:cubicBezTo>
                      <a:pt x="139" y="2831"/>
                      <a:pt x="139" y="2265"/>
                      <a:pt x="126" y="1699"/>
                    </a:cubicBezTo>
                    <a:cubicBezTo>
                      <a:pt x="120" y="1133"/>
                      <a:pt x="104" y="567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0" name="Google Shape;610;p18"/>
              <p:cNvSpPr/>
              <p:nvPr/>
            </p:nvSpPr>
            <p:spPr>
              <a:xfrm>
                <a:off x="5139550" y="2012300"/>
                <a:ext cx="13250" cy="1682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728" extrusionOk="0">
                    <a:moveTo>
                      <a:pt x="529" y="0"/>
                    </a:moveTo>
                    <a:cubicBezTo>
                      <a:pt x="343" y="535"/>
                      <a:pt x="208" y="1088"/>
                      <a:pt x="136" y="1651"/>
                    </a:cubicBezTo>
                    <a:cubicBezTo>
                      <a:pt x="60" y="2214"/>
                      <a:pt x="13" y="2780"/>
                      <a:pt x="10" y="3347"/>
                    </a:cubicBezTo>
                    <a:lnTo>
                      <a:pt x="10" y="3771"/>
                    </a:lnTo>
                    <a:cubicBezTo>
                      <a:pt x="1" y="3913"/>
                      <a:pt x="13" y="4054"/>
                      <a:pt x="13" y="4196"/>
                    </a:cubicBezTo>
                    <a:cubicBezTo>
                      <a:pt x="19" y="4479"/>
                      <a:pt x="42" y="4762"/>
                      <a:pt x="64" y="5045"/>
                    </a:cubicBezTo>
                    <a:cubicBezTo>
                      <a:pt x="76" y="5186"/>
                      <a:pt x="92" y="5328"/>
                      <a:pt x="108" y="5470"/>
                    </a:cubicBezTo>
                    <a:lnTo>
                      <a:pt x="155" y="5891"/>
                    </a:lnTo>
                    <a:cubicBezTo>
                      <a:pt x="199" y="6168"/>
                      <a:pt x="240" y="6448"/>
                      <a:pt x="287" y="6728"/>
                    </a:cubicBezTo>
                    <a:lnTo>
                      <a:pt x="192" y="5885"/>
                    </a:lnTo>
                    <a:lnTo>
                      <a:pt x="155" y="5463"/>
                    </a:lnTo>
                    <a:cubicBezTo>
                      <a:pt x="142" y="5328"/>
                      <a:pt x="126" y="5186"/>
                      <a:pt x="123" y="5045"/>
                    </a:cubicBezTo>
                    <a:cubicBezTo>
                      <a:pt x="108" y="4765"/>
                      <a:pt x="82" y="4482"/>
                      <a:pt x="82" y="4199"/>
                    </a:cubicBezTo>
                    <a:cubicBezTo>
                      <a:pt x="79" y="4057"/>
                      <a:pt x="76" y="3916"/>
                      <a:pt x="98" y="3774"/>
                    </a:cubicBezTo>
                    <a:lnTo>
                      <a:pt x="98" y="3350"/>
                    </a:lnTo>
                    <a:cubicBezTo>
                      <a:pt x="82" y="2784"/>
                      <a:pt x="123" y="2221"/>
                      <a:pt x="189" y="1661"/>
                    </a:cubicBezTo>
                    <a:cubicBezTo>
                      <a:pt x="224" y="1378"/>
                      <a:pt x="268" y="1098"/>
                      <a:pt x="325" y="821"/>
                    </a:cubicBezTo>
                    <a:cubicBezTo>
                      <a:pt x="375" y="544"/>
                      <a:pt x="444" y="271"/>
                      <a:pt x="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1" name="Google Shape;611;p18"/>
              <p:cNvSpPr/>
              <p:nvPr/>
            </p:nvSpPr>
            <p:spPr>
              <a:xfrm>
                <a:off x="5115650" y="2014100"/>
                <a:ext cx="249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659" extrusionOk="0">
                    <a:moveTo>
                      <a:pt x="998" y="0"/>
                    </a:moveTo>
                    <a:cubicBezTo>
                      <a:pt x="812" y="224"/>
                      <a:pt x="655" y="466"/>
                      <a:pt x="526" y="730"/>
                    </a:cubicBezTo>
                    <a:cubicBezTo>
                      <a:pt x="494" y="793"/>
                      <a:pt x="463" y="859"/>
                      <a:pt x="435" y="928"/>
                    </a:cubicBezTo>
                    <a:lnTo>
                      <a:pt x="356" y="1133"/>
                    </a:lnTo>
                    <a:lnTo>
                      <a:pt x="315" y="1233"/>
                    </a:lnTo>
                    <a:cubicBezTo>
                      <a:pt x="306" y="1265"/>
                      <a:pt x="296" y="1299"/>
                      <a:pt x="284" y="1337"/>
                    </a:cubicBezTo>
                    <a:lnTo>
                      <a:pt x="221" y="1545"/>
                    </a:lnTo>
                    <a:cubicBezTo>
                      <a:pt x="73" y="2108"/>
                      <a:pt x="0" y="2690"/>
                      <a:pt x="7" y="3271"/>
                    </a:cubicBezTo>
                    <a:lnTo>
                      <a:pt x="16" y="3705"/>
                    </a:lnTo>
                    <a:lnTo>
                      <a:pt x="63" y="4139"/>
                    </a:lnTo>
                    <a:lnTo>
                      <a:pt x="89" y="4356"/>
                    </a:lnTo>
                    <a:cubicBezTo>
                      <a:pt x="101" y="4429"/>
                      <a:pt x="117" y="4501"/>
                      <a:pt x="126" y="4570"/>
                    </a:cubicBezTo>
                    <a:lnTo>
                      <a:pt x="211" y="5001"/>
                    </a:lnTo>
                    <a:cubicBezTo>
                      <a:pt x="221" y="5070"/>
                      <a:pt x="243" y="5143"/>
                      <a:pt x="262" y="5212"/>
                    </a:cubicBezTo>
                    <a:lnTo>
                      <a:pt x="315" y="5420"/>
                    </a:lnTo>
                    <a:lnTo>
                      <a:pt x="431" y="5841"/>
                    </a:lnTo>
                    <a:cubicBezTo>
                      <a:pt x="526" y="6118"/>
                      <a:pt x="623" y="6391"/>
                      <a:pt x="721" y="6659"/>
                    </a:cubicBezTo>
                    <a:lnTo>
                      <a:pt x="466" y="5828"/>
                    </a:lnTo>
                    <a:lnTo>
                      <a:pt x="362" y="5407"/>
                    </a:lnTo>
                    <a:lnTo>
                      <a:pt x="312" y="5199"/>
                    </a:lnTo>
                    <a:cubicBezTo>
                      <a:pt x="293" y="5130"/>
                      <a:pt x="277" y="5058"/>
                      <a:pt x="265" y="4989"/>
                    </a:cubicBezTo>
                    <a:lnTo>
                      <a:pt x="195" y="4564"/>
                    </a:lnTo>
                    <a:lnTo>
                      <a:pt x="158" y="4350"/>
                    </a:lnTo>
                    <a:lnTo>
                      <a:pt x="139" y="4136"/>
                    </a:lnTo>
                    <a:lnTo>
                      <a:pt x="95" y="3705"/>
                    </a:lnTo>
                    <a:lnTo>
                      <a:pt x="89" y="3275"/>
                    </a:lnTo>
                    <a:cubicBezTo>
                      <a:pt x="79" y="2696"/>
                      <a:pt x="148" y="2123"/>
                      <a:pt x="284" y="1564"/>
                    </a:cubicBezTo>
                    <a:lnTo>
                      <a:pt x="343" y="1356"/>
                    </a:lnTo>
                    <a:cubicBezTo>
                      <a:pt x="356" y="1325"/>
                      <a:pt x="362" y="1290"/>
                      <a:pt x="375" y="1252"/>
                    </a:cubicBezTo>
                    <a:lnTo>
                      <a:pt x="409" y="1152"/>
                    </a:lnTo>
                    <a:lnTo>
                      <a:pt x="482" y="947"/>
                    </a:lnTo>
                    <a:cubicBezTo>
                      <a:pt x="510" y="881"/>
                      <a:pt x="541" y="812"/>
                      <a:pt x="567" y="746"/>
                    </a:cubicBezTo>
                    <a:cubicBezTo>
                      <a:pt x="677" y="482"/>
                      <a:pt x="825" y="230"/>
                      <a:pt x="9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2" name="Google Shape;612;p18"/>
              <p:cNvSpPr/>
              <p:nvPr/>
            </p:nvSpPr>
            <p:spPr>
              <a:xfrm>
                <a:off x="5096000" y="2016525"/>
                <a:ext cx="35400" cy="1625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6503" extrusionOk="0">
                    <a:moveTo>
                      <a:pt x="1416" y="1"/>
                    </a:moveTo>
                    <a:cubicBezTo>
                      <a:pt x="1299" y="86"/>
                      <a:pt x="1189" y="186"/>
                      <a:pt x="1082" y="287"/>
                    </a:cubicBezTo>
                    <a:cubicBezTo>
                      <a:pt x="981" y="394"/>
                      <a:pt x="881" y="507"/>
                      <a:pt x="796" y="627"/>
                    </a:cubicBezTo>
                    <a:cubicBezTo>
                      <a:pt x="623" y="866"/>
                      <a:pt x="472" y="1121"/>
                      <a:pt x="356" y="1391"/>
                    </a:cubicBezTo>
                    <a:cubicBezTo>
                      <a:pt x="123" y="1938"/>
                      <a:pt x="6" y="2530"/>
                      <a:pt x="6" y="3121"/>
                    </a:cubicBezTo>
                    <a:cubicBezTo>
                      <a:pt x="0" y="3272"/>
                      <a:pt x="0" y="3420"/>
                      <a:pt x="22" y="3564"/>
                    </a:cubicBezTo>
                    <a:cubicBezTo>
                      <a:pt x="38" y="3712"/>
                      <a:pt x="44" y="3860"/>
                      <a:pt x="73" y="4008"/>
                    </a:cubicBezTo>
                    <a:lnTo>
                      <a:pt x="107" y="4228"/>
                    </a:lnTo>
                    <a:lnTo>
                      <a:pt x="154" y="4442"/>
                    </a:lnTo>
                    <a:cubicBezTo>
                      <a:pt x="183" y="4587"/>
                      <a:pt x="227" y="4731"/>
                      <a:pt x="264" y="4873"/>
                    </a:cubicBezTo>
                    <a:cubicBezTo>
                      <a:pt x="434" y="5439"/>
                      <a:pt x="658" y="5983"/>
                      <a:pt x="937" y="6502"/>
                    </a:cubicBezTo>
                    <a:lnTo>
                      <a:pt x="755" y="6103"/>
                    </a:lnTo>
                    <a:lnTo>
                      <a:pt x="591" y="5694"/>
                    </a:lnTo>
                    <a:lnTo>
                      <a:pt x="447" y="5282"/>
                    </a:lnTo>
                    <a:cubicBezTo>
                      <a:pt x="403" y="5140"/>
                      <a:pt x="356" y="5002"/>
                      <a:pt x="321" y="4860"/>
                    </a:cubicBezTo>
                    <a:lnTo>
                      <a:pt x="268" y="4646"/>
                    </a:lnTo>
                    <a:cubicBezTo>
                      <a:pt x="249" y="4577"/>
                      <a:pt x="233" y="4502"/>
                      <a:pt x="217" y="4432"/>
                    </a:cubicBezTo>
                    <a:lnTo>
                      <a:pt x="173" y="4215"/>
                    </a:lnTo>
                    <a:lnTo>
                      <a:pt x="142" y="3998"/>
                    </a:lnTo>
                    <a:cubicBezTo>
                      <a:pt x="120" y="3854"/>
                      <a:pt x="101" y="3709"/>
                      <a:pt x="95" y="3561"/>
                    </a:cubicBezTo>
                    <a:cubicBezTo>
                      <a:pt x="91" y="3417"/>
                      <a:pt x="79" y="3272"/>
                      <a:pt x="85" y="3127"/>
                    </a:cubicBezTo>
                    <a:cubicBezTo>
                      <a:pt x="85" y="2539"/>
                      <a:pt x="192" y="1963"/>
                      <a:pt x="415" y="1419"/>
                    </a:cubicBezTo>
                    <a:cubicBezTo>
                      <a:pt x="525" y="1149"/>
                      <a:pt x="661" y="894"/>
                      <a:pt x="831" y="652"/>
                    </a:cubicBezTo>
                    <a:cubicBezTo>
                      <a:pt x="997" y="410"/>
                      <a:pt x="1192" y="190"/>
                      <a:pt x="14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3" name="Google Shape;613;p18"/>
              <p:cNvSpPr/>
              <p:nvPr/>
            </p:nvSpPr>
            <p:spPr>
              <a:xfrm>
                <a:off x="5170600" y="2012375"/>
                <a:ext cx="14100" cy="16812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72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" y="274"/>
                      <a:pt x="155" y="544"/>
                      <a:pt x="205" y="824"/>
                    </a:cubicBezTo>
                    <a:cubicBezTo>
                      <a:pt x="262" y="1101"/>
                      <a:pt x="303" y="1381"/>
                      <a:pt x="341" y="1661"/>
                    </a:cubicBezTo>
                    <a:cubicBezTo>
                      <a:pt x="410" y="2218"/>
                      <a:pt x="444" y="2781"/>
                      <a:pt x="473" y="3347"/>
                    </a:cubicBezTo>
                    <a:lnTo>
                      <a:pt x="473" y="3771"/>
                    </a:lnTo>
                    <a:cubicBezTo>
                      <a:pt x="460" y="3913"/>
                      <a:pt x="448" y="4054"/>
                      <a:pt x="448" y="4196"/>
                    </a:cubicBezTo>
                    <a:cubicBezTo>
                      <a:pt x="444" y="4476"/>
                      <a:pt x="422" y="4759"/>
                      <a:pt x="410" y="5042"/>
                    </a:cubicBezTo>
                    <a:cubicBezTo>
                      <a:pt x="407" y="5180"/>
                      <a:pt x="391" y="5322"/>
                      <a:pt x="378" y="5463"/>
                    </a:cubicBezTo>
                    <a:lnTo>
                      <a:pt x="338" y="5882"/>
                    </a:lnTo>
                    <a:lnTo>
                      <a:pt x="243" y="6725"/>
                    </a:lnTo>
                    <a:cubicBezTo>
                      <a:pt x="287" y="6445"/>
                      <a:pt x="338" y="6165"/>
                      <a:pt x="378" y="5888"/>
                    </a:cubicBezTo>
                    <a:lnTo>
                      <a:pt x="426" y="5467"/>
                    </a:lnTo>
                    <a:cubicBezTo>
                      <a:pt x="441" y="5328"/>
                      <a:pt x="460" y="5187"/>
                      <a:pt x="470" y="5045"/>
                    </a:cubicBezTo>
                    <a:cubicBezTo>
                      <a:pt x="492" y="4762"/>
                      <a:pt x="517" y="4479"/>
                      <a:pt x="520" y="4196"/>
                    </a:cubicBezTo>
                    <a:cubicBezTo>
                      <a:pt x="523" y="4054"/>
                      <a:pt x="529" y="3913"/>
                      <a:pt x="564" y="3771"/>
                    </a:cubicBezTo>
                    <a:lnTo>
                      <a:pt x="564" y="3347"/>
                    </a:lnTo>
                    <a:cubicBezTo>
                      <a:pt x="517" y="2781"/>
                      <a:pt x="473" y="2214"/>
                      <a:pt x="394" y="1651"/>
                    </a:cubicBezTo>
                    <a:cubicBezTo>
                      <a:pt x="319" y="1092"/>
                      <a:pt x="190" y="53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4" name="Google Shape;614;p18"/>
              <p:cNvSpPr/>
              <p:nvPr/>
            </p:nvSpPr>
            <p:spPr>
              <a:xfrm>
                <a:off x="5182875" y="2014175"/>
                <a:ext cx="246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659" extrusionOk="0">
                    <a:moveTo>
                      <a:pt x="1" y="1"/>
                    </a:moveTo>
                    <a:cubicBezTo>
                      <a:pt x="170" y="233"/>
                      <a:pt x="312" y="485"/>
                      <a:pt x="416" y="752"/>
                    </a:cubicBezTo>
                    <a:cubicBezTo>
                      <a:pt x="447" y="815"/>
                      <a:pt x="479" y="881"/>
                      <a:pt x="504" y="947"/>
                    </a:cubicBezTo>
                    <a:lnTo>
                      <a:pt x="576" y="1152"/>
                    </a:lnTo>
                    <a:lnTo>
                      <a:pt x="611" y="1255"/>
                    </a:lnTo>
                    <a:cubicBezTo>
                      <a:pt x="623" y="1287"/>
                      <a:pt x="630" y="1322"/>
                      <a:pt x="642" y="1356"/>
                    </a:cubicBezTo>
                    <a:lnTo>
                      <a:pt x="702" y="1564"/>
                    </a:lnTo>
                    <a:cubicBezTo>
                      <a:pt x="840" y="2124"/>
                      <a:pt x="906" y="2702"/>
                      <a:pt x="897" y="3275"/>
                    </a:cubicBezTo>
                    <a:lnTo>
                      <a:pt x="891" y="3709"/>
                    </a:lnTo>
                    <a:lnTo>
                      <a:pt x="847" y="4136"/>
                    </a:lnTo>
                    <a:lnTo>
                      <a:pt x="828" y="4353"/>
                    </a:lnTo>
                    <a:cubicBezTo>
                      <a:pt x="818" y="4423"/>
                      <a:pt x="803" y="4495"/>
                      <a:pt x="793" y="4564"/>
                    </a:cubicBezTo>
                    <a:lnTo>
                      <a:pt x="721" y="4989"/>
                    </a:lnTo>
                    <a:cubicBezTo>
                      <a:pt x="708" y="5061"/>
                      <a:pt x="693" y="5130"/>
                      <a:pt x="674" y="5203"/>
                    </a:cubicBezTo>
                    <a:lnTo>
                      <a:pt x="623" y="5410"/>
                    </a:lnTo>
                    <a:lnTo>
                      <a:pt x="520" y="5832"/>
                    </a:lnTo>
                    <a:lnTo>
                      <a:pt x="265" y="6659"/>
                    </a:lnTo>
                    <a:cubicBezTo>
                      <a:pt x="362" y="6388"/>
                      <a:pt x="457" y="6109"/>
                      <a:pt x="557" y="5841"/>
                    </a:cubicBezTo>
                    <a:lnTo>
                      <a:pt x="671" y="5423"/>
                    </a:lnTo>
                    <a:lnTo>
                      <a:pt x="724" y="5212"/>
                    </a:lnTo>
                    <a:cubicBezTo>
                      <a:pt x="743" y="5143"/>
                      <a:pt x="765" y="5071"/>
                      <a:pt x="774" y="5001"/>
                    </a:cubicBezTo>
                    <a:lnTo>
                      <a:pt x="859" y="4574"/>
                    </a:lnTo>
                    <a:cubicBezTo>
                      <a:pt x="872" y="4501"/>
                      <a:pt x="884" y="4426"/>
                      <a:pt x="897" y="4357"/>
                    </a:cubicBezTo>
                    <a:lnTo>
                      <a:pt x="922" y="4140"/>
                    </a:lnTo>
                    <a:lnTo>
                      <a:pt x="969" y="3709"/>
                    </a:lnTo>
                    <a:lnTo>
                      <a:pt x="982" y="3272"/>
                    </a:lnTo>
                    <a:cubicBezTo>
                      <a:pt x="985" y="2690"/>
                      <a:pt x="913" y="2108"/>
                      <a:pt x="765" y="1545"/>
                    </a:cubicBezTo>
                    <a:lnTo>
                      <a:pt x="702" y="1337"/>
                    </a:lnTo>
                    <a:cubicBezTo>
                      <a:pt x="689" y="1306"/>
                      <a:pt x="683" y="1271"/>
                      <a:pt x="671" y="1233"/>
                    </a:cubicBezTo>
                    <a:lnTo>
                      <a:pt x="630" y="1133"/>
                    </a:lnTo>
                    <a:lnTo>
                      <a:pt x="551" y="928"/>
                    </a:lnTo>
                    <a:cubicBezTo>
                      <a:pt x="526" y="862"/>
                      <a:pt x="491" y="799"/>
                      <a:pt x="460" y="730"/>
                    </a:cubicBezTo>
                    <a:cubicBezTo>
                      <a:pt x="340" y="469"/>
                      <a:pt x="186" y="2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5" name="Google Shape;615;p18"/>
              <p:cNvSpPr/>
              <p:nvPr/>
            </p:nvSpPr>
            <p:spPr>
              <a:xfrm>
                <a:off x="5191850" y="2016625"/>
                <a:ext cx="35175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5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4" y="189"/>
                      <a:pt x="425" y="406"/>
                      <a:pt x="582" y="654"/>
                    </a:cubicBezTo>
                    <a:cubicBezTo>
                      <a:pt x="749" y="893"/>
                      <a:pt x="890" y="1148"/>
                      <a:pt x="1000" y="1419"/>
                    </a:cubicBezTo>
                    <a:cubicBezTo>
                      <a:pt x="1221" y="1963"/>
                      <a:pt x="1334" y="2541"/>
                      <a:pt x="1331" y="3126"/>
                    </a:cubicBezTo>
                    <a:cubicBezTo>
                      <a:pt x="1334" y="3271"/>
                      <a:pt x="1334" y="3416"/>
                      <a:pt x="1318" y="3564"/>
                    </a:cubicBezTo>
                    <a:cubicBezTo>
                      <a:pt x="1302" y="3708"/>
                      <a:pt x="1299" y="3853"/>
                      <a:pt x="1271" y="3998"/>
                    </a:cubicBezTo>
                    <a:lnTo>
                      <a:pt x="1239" y="4215"/>
                    </a:lnTo>
                    <a:lnTo>
                      <a:pt x="1195" y="4432"/>
                    </a:lnTo>
                    <a:cubicBezTo>
                      <a:pt x="1180" y="4501"/>
                      <a:pt x="1164" y="4573"/>
                      <a:pt x="1145" y="4642"/>
                    </a:cubicBezTo>
                    <a:lnTo>
                      <a:pt x="1092" y="4856"/>
                    </a:lnTo>
                    <a:cubicBezTo>
                      <a:pt x="1057" y="4998"/>
                      <a:pt x="1007" y="5136"/>
                      <a:pt x="966" y="5278"/>
                    </a:cubicBezTo>
                    <a:lnTo>
                      <a:pt x="821" y="5693"/>
                    </a:lnTo>
                    <a:lnTo>
                      <a:pt x="658" y="6102"/>
                    </a:lnTo>
                    <a:lnTo>
                      <a:pt x="475" y="6504"/>
                    </a:lnTo>
                    <a:cubicBezTo>
                      <a:pt x="755" y="5985"/>
                      <a:pt x="978" y="5438"/>
                      <a:pt x="1148" y="4872"/>
                    </a:cubicBezTo>
                    <a:cubicBezTo>
                      <a:pt x="1189" y="4730"/>
                      <a:pt x="1230" y="4589"/>
                      <a:pt x="1258" y="4444"/>
                    </a:cubicBezTo>
                    <a:lnTo>
                      <a:pt x="1305" y="4227"/>
                    </a:lnTo>
                    <a:lnTo>
                      <a:pt x="1340" y="4010"/>
                    </a:lnTo>
                    <a:cubicBezTo>
                      <a:pt x="1365" y="3865"/>
                      <a:pt x="1384" y="3718"/>
                      <a:pt x="1390" y="3570"/>
                    </a:cubicBezTo>
                    <a:cubicBezTo>
                      <a:pt x="1400" y="3422"/>
                      <a:pt x="1406" y="3274"/>
                      <a:pt x="1406" y="3126"/>
                    </a:cubicBezTo>
                    <a:cubicBezTo>
                      <a:pt x="1406" y="2532"/>
                      <a:pt x="1290" y="1944"/>
                      <a:pt x="1057" y="1396"/>
                    </a:cubicBezTo>
                    <a:cubicBezTo>
                      <a:pt x="944" y="1126"/>
                      <a:pt x="796" y="865"/>
                      <a:pt x="617" y="629"/>
                    </a:cubicBezTo>
                    <a:cubicBezTo>
                      <a:pt x="525" y="513"/>
                      <a:pt x="434" y="396"/>
                      <a:pt x="330" y="293"/>
                    </a:cubicBezTo>
                    <a:cubicBezTo>
                      <a:pt x="230" y="186"/>
                      <a:pt x="120" y="8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6" name="Google Shape;616;p18"/>
              <p:cNvSpPr/>
              <p:nvPr/>
            </p:nvSpPr>
            <p:spPr>
              <a:xfrm>
                <a:off x="5156850" y="2060575"/>
                <a:ext cx="121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10" extrusionOk="0">
                    <a:moveTo>
                      <a:pt x="485" y="0"/>
                    </a:moveTo>
                    <a:cubicBezTo>
                      <a:pt x="460" y="35"/>
                      <a:pt x="431" y="76"/>
                      <a:pt x="409" y="110"/>
                    </a:cubicBezTo>
                    <a:cubicBezTo>
                      <a:pt x="384" y="145"/>
                      <a:pt x="362" y="179"/>
                      <a:pt x="337" y="220"/>
                    </a:cubicBezTo>
                    <a:cubicBezTo>
                      <a:pt x="303" y="278"/>
                      <a:pt x="265" y="341"/>
                      <a:pt x="228" y="404"/>
                    </a:cubicBezTo>
                    <a:lnTo>
                      <a:pt x="228" y="404"/>
                    </a:lnTo>
                    <a:cubicBezTo>
                      <a:pt x="157" y="289"/>
                      <a:pt x="82" y="176"/>
                      <a:pt x="1" y="66"/>
                    </a:cubicBezTo>
                    <a:lnTo>
                      <a:pt x="1" y="66"/>
                    </a:lnTo>
                    <a:cubicBezTo>
                      <a:pt x="63" y="205"/>
                      <a:pt x="130" y="337"/>
                      <a:pt x="202" y="472"/>
                    </a:cubicBezTo>
                    <a:lnTo>
                      <a:pt x="224" y="510"/>
                    </a:lnTo>
                    <a:lnTo>
                      <a:pt x="249" y="472"/>
                    </a:lnTo>
                    <a:cubicBezTo>
                      <a:pt x="287" y="406"/>
                      <a:pt x="321" y="337"/>
                      <a:pt x="359" y="271"/>
                    </a:cubicBezTo>
                    <a:cubicBezTo>
                      <a:pt x="384" y="220"/>
                      <a:pt x="409" y="173"/>
                      <a:pt x="431" y="123"/>
                    </a:cubicBezTo>
                    <a:cubicBezTo>
                      <a:pt x="447" y="82"/>
                      <a:pt x="469" y="38"/>
                      <a:pt x="4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7" name="Google Shape;617;p18"/>
              <p:cNvSpPr/>
              <p:nvPr/>
            </p:nvSpPr>
            <p:spPr>
              <a:xfrm>
                <a:off x="5161400" y="2057725"/>
                <a:ext cx="18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86" extrusionOk="0">
                    <a:moveTo>
                      <a:pt x="26" y="1"/>
                    </a:moveTo>
                    <a:cubicBezTo>
                      <a:pt x="1" y="196"/>
                      <a:pt x="7" y="397"/>
                      <a:pt x="48" y="586"/>
                    </a:cubicBezTo>
                    <a:cubicBezTo>
                      <a:pt x="73" y="394"/>
                      <a:pt x="70" y="193"/>
                      <a:pt x="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8" name="Google Shape;618;p18"/>
              <p:cNvSpPr/>
              <p:nvPr/>
            </p:nvSpPr>
            <p:spPr>
              <a:xfrm>
                <a:off x="5204825" y="2012525"/>
                <a:ext cx="124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92" extrusionOk="0">
                    <a:moveTo>
                      <a:pt x="50" y="0"/>
                    </a:moveTo>
                    <a:cubicBezTo>
                      <a:pt x="25" y="145"/>
                      <a:pt x="6" y="299"/>
                      <a:pt x="0" y="444"/>
                    </a:cubicBezTo>
                    <a:lnTo>
                      <a:pt x="0" y="491"/>
                    </a:lnTo>
                    <a:lnTo>
                      <a:pt x="41" y="472"/>
                    </a:lnTo>
                    <a:cubicBezTo>
                      <a:pt x="120" y="431"/>
                      <a:pt x="198" y="387"/>
                      <a:pt x="271" y="343"/>
                    </a:cubicBezTo>
                    <a:lnTo>
                      <a:pt x="387" y="277"/>
                    </a:lnTo>
                    <a:cubicBezTo>
                      <a:pt x="422" y="255"/>
                      <a:pt x="459" y="230"/>
                      <a:pt x="497" y="208"/>
                    </a:cubicBezTo>
                    <a:lnTo>
                      <a:pt x="497" y="208"/>
                    </a:lnTo>
                    <a:cubicBezTo>
                      <a:pt x="456" y="224"/>
                      <a:pt x="418" y="236"/>
                      <a:pt x="374" y="255"/>
                    </a:cubicBezTo>
                    <a:cubicBezTo>
                      <a:pt x="330" y="274"/>
                      <a:pt x="293" y="290"/>
                      <a:pt x="252" y="309"/>
                    </a:cubicBezTo>
                    <a:lnTo>
                      <a:pt x="58" y="407"/>
                    </a:lnTo>
                    <a:lnTo>
                      <a:pt x="58" y="407"/>
                    </a:lnTo>
                    <a:cubicBezTo>
                      <a:pt x="63" y="272"/>
                      <a:pt x="62" y="134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9" name="Google Shape;619;p18"/>
              <p:cNvSpPr/>
              <p:nvPr/>
            </p:nvSpPr>
            <p:spPr>
              <a:xfrm>
                <a:off x="5205450" y="2011175"/>
                <a:ext cx="75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505" extrusionOk="0">
                    <a:moveTo>
                      <a:pt x="302" y="1"/>
                    </a:moveTo>
                    <a:lnTo>
                      <a:pt x="302" y="1"/>
                    </a:lnTo>
                    <a:cubicBezTo>
                      <a:pt x="173" y="149"/>
                      <a:pt x="70" y="322"/>
                      <a:pt x="0" y="504"/>
                    </a:cubicBezTo>
                    <a:cubicBezTo>
                      <a:pt x="66" y="432"/>
                      <a:pt x="120" y="353"/>
                      <a:pt x="173" y="265"/>
                    </a:cubicBezTo>
                    <a:cubicBezTo>
                      <a:pt x="224" y="183"/>
                      <a:pt x="268" y="95"/>
                      <a:pt x="3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0" name="Google Shape;620;p18"/>
              <p:cNvSpPr/>
              <p:nvPr/>
            </p:nvSpPr>
            <p:spPr>
              <a:xfrm>
                <a:off x="5194200" y="2046100"/>
                <a:ext cx="123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76" extrusionOk="0">
                    <a:moveTo>
                      <a:pt x="491" y="0"/>
                    </a:moveTo>
                    <a:cubicBezTo>
                      <a:pt x="460" y="32"/>
                      <a:pt x="428" y="67"/>
                      <a:pt x="403" y="98"/>
                    </a:cubicBezTo>
                    <a:cubicBezTo>
                      <a:pt x="375" y="136"/>
                      <a:pt x="347" y="167"/>
                      <a:pt x="318" y="202"/>
                    </a:cubicBezTo>
                    <a:cubicBezTo>
                      <a:pt x="275" y="256"/>
                      <a:pt x="229" y="314"/>
                      <a:pt x="186" y="371"/>
                    </a:cubicBezTo>
                    <a:lnTo>
                      <a:pt x="186" y="371"/>
                    </a:lnTo>
                    <a:cubicBezTo>
                      <a:pt x="131" y="249"/>
                      <a:pt x="68" y="126"/>
                      <a:pt x="1" y="10"/>
                    </a:cubicBezTo>
                    <a:lnTo>
                      <a:pt x="1" y="10"/>
                    </a:lnTo>
                    <a:cubicBezTo>
                      <a:pt x="45" y="155"/>
                      <a:pt x="98" y="296"/>
                      <a:pt x="155" y="438"/>
                    </a:cubicBezTo>
                    <a:lnTo>
                      <a:pt x="174" y="475"/>
                    </a:lnTo>
                    <a:lnTo>
                      <a:pt x="202" y="441"/>
                    </a:lnTo>
                    <a:cubicBezTo>
                      <a:pt x="255" y="372"/>
                      <a:pt x="302" y="296"/>
                      <a:pt x="356" y="224"/>
                    </a:cubicBezTo>
                    <a:cubicBezTo>
                      <a:pt x="378" y="189"/>
                      <a:pt x="403" y="155"/>
                      <a:pt x="425" y="114"/>
                    </a:cubicBezTo>
                    <a:cubicBezTo>
                      <a:pt x="450" y="76"/>
                      <a:pt x="472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1" name="Google Shape;621;p18"/>
              <p:cNvSpPr/>
              <p:nvPr/>
            </p:nvSpPr>
            <p:spPr>
              <a:xfrm>
                <a:off x="5198450" y="2042100"/>
                <a:ext cx="20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80" h="586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35" y="94"/>
                      <a:pt x="19" y="192"/>
                      <a:pt x="13" y="289"/>
                    </a:cubicBezTo>
                    <a:cubicBezTo>
                      <a:pt x="0" y="390"/>
                      <a:pt x="0" y="488"/>
                      <a:pt x="13" y="585"/>
                    </a:cubicBezTo>
                    <a:cubicBezTo>
                      <a:pt x="63" y="393"/>
                      <a:pt x="79" y="195"/>
                      <a:pt x="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2" name="Google Shape;622;p18"/>
              <p:cNvSpPr/>
              <p:nvPr/>
            </p:nvSpPr>
            <p:spPr>
              <a:xfrm>
                <a:off x="5123050" y="2029200"/>
                <a:ext cx="122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151"/>
                      <a:pt x="44" y="296"/>
                      <a:pt x="76" y="450"/>
                    </a:cubicBezTo>
                    <a:lnTo>
                      <a:pt x="88" y="491"/>
                    </a:lnTo>
                    <a:lnTo>
                      <a:pt x="123" y="459"/>
                    </a:lnTo>
                    <a:lnTo>
                      <a:pt x="305" y="277"/>
                    </a:lnTo>
                    <a:cubicBezTo>
                      <a:pt x="337" y="239"/>
                      <a:pt x="362" y="208"/>
                      <a:pt x="396" y="176"/>
                    </a:cubicBezTo>
                    <a:cubicBezTo>
                      <a:pt x="434" y="145"/>
                      <a:pt x="459" y="113"/>
                      <a:pt x="488" y="79"/>
                    </a:cubicBezTo>
                    <a:lnTo>
                      <a:pt x="488" y="79"/>
                    </a:lnTo>
                    <a:cubicBezTo>
                      <a:pt x="453" y="104"/>
                      <a:pt x="415" y="129"/>
                      <a:pt x="381" y="158"/>
                    </a:cubicBezTo>
                    <a:lnTo>
                      <a:pt x="280" y="239"/>
                    </a:lnTo>
                    <a:cubicBezTo>
                      <a:pt x="227" y="292"/>
                      <a:pt x="172" y="340"/>
                      <a:pt x="119" y="392"/>
                    </a:cubicBezTo>
                    <a:lnTo>
                      <a:pt x="119" y="392"/>
                    </a:lnTo>
                    <a:cubicBezTo>
                      <a:pt x="86" y="259"/>
                      <a:pt x="46" y="12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3" name="Google Shape;623;p18"/>
              <p:cNvSpPr/>
              <p:nvPr/>
            </p:nvSpPr>
            <p:spPr>
              <a:xfrm>
                <a:off x="5125625" y="2025975"/>
                <a:ext cx="38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567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70" y="176"/>
                      <a:pt x="20" y="368"/>
                      <a:pt x="1" y="566"/>
                    </a:cubicBezTo>
                    <a:cubicBezTo>
                      <a:pt x="86" y="390"/>
                      <a:pt x="136" y="195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4" name="Google Shape;624;p18"/>
              <p:cNvSpPr/>
              <p:nvPr/>
            </p:nvSpPr>
            <p:spPr>
              <a:xfrm>
                <a:off x="5236900" y="2069925"/>
                <a:ext cx="130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88" extrusionOk="0">
                    <a:moveTo>
                      <a:pt x="104" y="0"/>
                    </a:moveTo>
                    <a:lnTo>
                      <a:pt x="104" y="0"/>
                    </a:lnTo>
                    <a:cubicBezTo>
                      <a:pt x="60" y="148"/>
                      <a:pt x="26" y="299"/>
                      <a:pt x="7" y="450"/>
                    </a:cubicBezTo>
                    <a:lnTo>
                      <a:pt x="0" y="488"/>
                    </a:lnTo>
                    <a:lnTo>
                      <a:pt x="41" y="472"/>
                    </a:lnTo>
                    <a:cubicBezTo>
                      <a:pt x="126" y="441"/>
                      <a:pt x="205" y="409"/>
                      <a:pt x="287" y="372"/>
                    </a:cubicBezTo>
                    <a:cubicBezTo>
                      <a:pt x="324" y="353"/>
                      <a:pt x="365" y="337"/>
                      <a:pt x="403" y="318"/>
                    </a:cubicBezTo>
                    <a:lnTo>
                      <a:pt x="523" y="258"/>
                    </a:lnTo>
                    <a:lnTo>
                      <a:pt x="523" y="258"/>
                    </a:lnTo>
                    <a:cubicBezTo>
                      <a:pt x="478" y="268"/>
                      <a:pt x="441" y="277"/>
                      <a:pt x="397" y="290"/>
                    </a:cubicBezTo>
                    <a:lnTo>
                      <a:pt x="271" y="331"/>
                    </a:lnTo>
                    <a:cubicBezTo>
                      <a:pt x="203" y="352"/>
                      <a:pt x="133" y="377"/>
                      <a:pt x="64" y="403"/>
                    </a:cubicBezTo>
                    <a:lnTo>
                      <a:pt x="64" y="403"/>
                    </a:lnTo>
                    <a:cubicBezTo>
                      <a:pt x="85" y="269"/>
                      <a:pt x="99" y="134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5" name="Google Shape;625;p18"/>
              <p:cNvSpPr/>
              <p:nvPr/>
            </p:nvSpPr>
            <p:spPr>
              <a:xfrm>
                <a:off x="5237600" y="2069375"/>
                <a:ext cx="90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66" extrusionOk="0">
                    <a:moveTo>
                      <a:pt x="359" y="0"/>
                    </a:moveTo>
                    <a:cubicBezTo>
                      <a:pt x="215" y="133"/>
                      <a:pt x="92" y="293"/>
                      <a:pt x="1" y="466"/>
                    </a:cubicBezTo>
                    <a:cubicBezTo>
                      <a:pt x="76" y="403"/>
                      <a:pt x="145" y="328"/>
                      <a:pt x="202" y="249"/>
                    </a:cubicBezTo>
                    <a:cubicBezTo>
                      <a:pt x="262" y="173"/>
                      <a:pt x="315" y="89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6" name="Google Shape;626;p18"/>
              <p:cNvSpPr/>
              <p:nvPr/>
            </p:nvSpPr>
            <p:spPr>
              <a:xfrm>
                <a:off x="5135300" y="2109800"/>
                <a:ext cx="123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513" extrusionOk="0">
                    <a:moveTo>
                      <a:pt x="491" y="0"/>
                    </a:moveTo>
                    <a:cubicBezTo>
                      <a:pt x="466" y="35"/>
                      <a:pt x="441" y="72"/>
                      <a:pt x="419" y="107"/>
                    </a:cubicBezTo>
                    <a:cubicBezTo>
                      <a:pt x="394" y="142"/>
                      <a:pt x="372" y="176"/>
                      <a:pt x="347" y="217"/>
                    </a:cubicBezTo>
                    <a:cubicBezTo>
                      <a:pt x="312" y="281"/>
                      <a:pt x="274" y="342"/>
                      <a:pt x="236" y="407"/>
                    </a:cubicBezTo>
                    <a:lnTo>
                      <a:pt x="236" y="407"/>
                    </a:lnTo>
                    <a:cubicBezTo>
                      <a:pt x="164" y="291"/>
                      <a:pt x="86" y="178"/>
                      <a:pt x="1" y="72"/>
                    </a:cubicBezTo>
                    <a:lnTo>
                      <a:pt x="1" y="72"/>
                    </a:lnTo>
                    <a:cubicBezTo>
                      <a:pt x="61" y="208"/>
                      <a:pt x="133" y="343"/>
                      <a:pt x="215" y="472"/>
                    </a:cubicBezTo>
                    <a:lnTo>
                      <a:pt x="237" y="513"/>
                    </a:lnTo>
                    <a:lnTo>
                      <a:pt x="262" y="472"/>
                    </a:lnTo>
                    <a:cubicBezTo>
                      <a:pt x="300" y="409"/>
                      <a:pt x="334" y="343"/>
                      <a:pt x="366" y="277"/>
                    </a:cubicBezTo>
                    <a:cubicBezTo>
                      <a:pt x="391" y="223"/>
                      <a:pt x="419" y="173"/>
                      <a:pt x="441" y="123"/>
                    </a:cubicBezTo>
                    <a:cubicBezTo>
                      <a:pt x="457" y="82"/>
                      <a:pt x="476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7" name="Google Shape;627;p18"/>
              <p:cNvSpPr/>
              <p:nvPr/>
            </p:nvSpPr>
            <p:spPr>
              <a:xfrm>
                <a:off x="5095525" y="2130550"/>
                <a:ext cx="1072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0" extrusionOk="0">
                    <a:moveTo>
                      <a:pt x="428" y="0"/>
                    </a:moveTo>
                    <a:cubicBezTo>
                      <a:pt x="415" y="35"/>
                      <a:pt x="409" y="79"/>
                      <a:pt x="403" y="117"/>
                    </a:cubicBezTo>
                    <a:cubicBezTo>
                      <a:pt x="390" y="164"/>
                      <a:pt x="378" y="236"/>
                      <a:pt x="368" y="280"/>
                    </a:cubicBezTo>
                    <a:cubicBezTo>
                      <a:pt x="358" y="344"/>
                      <a:pt x="348" y="407"/>
                      <a:pt x="339" y="472"/>
                    </a:cubicBezTo>
                    <a:lnTo>
                      <a:pt x="339" y="472"/>
                    </a:lnTo>
                    <a:cubicBezTo>
                      <a:pt x="229" y="392"/>
                      <a:pt x="116" y="319"/>
                      <a:pt x="0" y="249"/>
                    </a:cubicBezTo>
                    <a:lnTo>
                      <a:pt x="0" y="249"/>
                    </a:lnTo>
                    <a:cubicBezTo>
                      <a:pt x="110" y="350"/>
                      <a:pt x="224" y="447"/>
                      <a:pt x="349" y="541"/>
                    </a:cubicBezTo>
                    <a:lnTo>
                      <a:pt x="387" y="570"/>
                    </a:lnTo>
                    <a:lnTo>
                      <a:pt x="393" y="523"/>
                    </a:lnTo>
                    <a:cubicBezTo>
                      <a:pt x="406" y="434"/>
                      <a:pt x="412" y="353"/>
                      <a:pt x="422" y="261"/>
                    </a:cubicBezTo>
                    <a:cubicBezTo>
                      <a:pt x="428" y="224"/>
                      <a:pt x="428" y="177"/>
                      <a:pt x="428" y="133"/>
                    </a:cubicBez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8" name="Google Shape;628;p18"/>
              <p:cNvSpPr/>
              <p:nvPr/>
            </p:nvSpPr>
            <p:spPr>
              <a:xfrm>
                <a:off x="5099050" y="2130150"/>
                <a:ext cx="61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3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98"/>
                      <a:pt x="57" y="193"/>
                      <a:pt x="98" y="284"/>
                    </a:cubicBezTo>
                    <a:cubicBezTo>
                      <a:pt x="139" y="375"/>
                      <a:pt x="186" y="460"/>
                      <a:pt x="246" y="539"/>
                    </a:cubicBezTo>
                    <a:cubicBezTo>
                      <a:pt x="199" y="347"/>
                      <a:pt x="114" y="16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9" name="Google Shape;629;p18"/>
              <p:cNvSpPr/>
              <p:nvPr/>
            </p:nvSpPr>
            <p:spPr>
              <a:xfrm>
                <a:off x="5086475" y="2029275"/>
                <a:ext cx="107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3" extrusionOk="0">
                    <a:moveTo>
                      <a:pt x="372" y="0"/>
                    </a:moveTo>
                    <a:cubicBezTo>
                      <a:pt x="365" y="44"/>
                      <a:pt x="365" y="95"/>
                      <a:pt x="340" y="136"/>
                    </a:cubicBezTo>
                    <a:lnTo>
                      <a:pt x="340" y="265"/>
                    </a:lnTo>
                    <a:cubicBezTo>
                      <a:pt x="361" y="339"/>
                      <a:pt x="369" y="406"/>
                      <a:pt x="374" y="478"/>
                    </a:cubicBezTo>
                    <a:lnTo>
                      <a:pt x="374" y="478"/>
                    </a:lnTo>
                    <a:cubicBezTo>
                      <a:pt x="253" y="418"/>
                      <a:pt x="127" y="366"/>
                      <a:pt x="1" y="321"/>
                    </a:cubicBezTo>
                    <a:lnTo>
                      <a:pt x="1" y="321"/>
                    </a:lnTo>
                    <a:cubicBezTo>
                      <a:pt x="126" y="403"/>
                      <a:pt x="255" y="478"/>
                      <a:pt x="394" y="551"/>
                    </a:cubicBezTo>
                    <a:lnTo>
                      <a:pt x="428" y="573"/>
                    </a:lnTo>
                    <a:lnTo>
                      <a:pt x="428" y="526"/>
                    </a:lnTo>
                    <a:cubicBezTo>
                      <a:pt x="425" y="434"/>
                      <a:pt x="422" y="353"/>
                      <a:pt x="409" y="261"/>
                    </a:cubicBezTo>
                    <a:cubicBezTo>
                      <a:pt x="406" y="221"/>
                      <a:pt x="403" y="170"/>
                      <a:pt x="394" y="132"/>
                    </a:cubicBezTo>
                    <a:cubicBezTo>
                      <a:pt x="387" y="92"/>
                      <a:pt x="378" y="44"/>
                      <a:pt x="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0" name="Google Shape;630;p18"/>
              <p:cNvSpPr/>
              <p:nvPr/>
            </p:nvSpPr>
            <p:spPr>
              <a:xfrm>
                <a:off x="5088050" y="2030300"/>
                <a:ext cx="86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344" h="4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" y="91"/>
                      <a:pt x="92" y="173"/>
                      <a:pt x="151" y="255"/>
                    </a:cubicBezTo>
                    <a:cubicBezTo>
                      <a:pt x="208" y="337"/>
                      <a:pt x="271" y="412"/>
                      <a:pt x="343" y="478"/>
                    </a:cubicBezTo>
                    <a:cubicBezTo>
                      <a:pt x="299" y="390"/>
                      <a:pt x="252" y="302"/>
                      <a:pt x="192" y="224"/>
                    </a:cubicBezTo>
                    <a:cubicBezTo>
                      <a:pt x="133" y="142"/>
                      <a:pt x="73" y="6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1" name="Google Shape;631;p18"/>
              <p:cNvSpPr/>
              <p:nvPr/>
            </p:nvSpPr>
            <p:spPr>
              <a:xfrm>
                <a:off x="5220075" y="2108450"/>
                <a:ext cx="122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79" extrusionOk="0">
                    <a:moveTo>
                      <a:pt x="491" y="1"/>
                    </a:moveTo>
                    <a:cubicBezTo>
                      <a:pt x="456" y="32"/>
                      <a:pt x="428" y="67"/>
                      <a:pt x="400" y="98"/>
                    </a:cubicBezTo>
                    <a:cubicBezTo>
                      <a:pt x="371" y="130"/>
                      <a:pt x="346" y="164"/>
                      <a:pt x="318" y="199"/>
                    </a:cubicBezTo>
                    <a:lnTo>
                      <a:pt x="193" y="373"/>
                    </a:lnTo>
                    <a:lnTo>
                      <a:pt x="193" y="373"/>
                    </a:lnTo>
                    <a:cubicBezTo>
                      <a:pt x="135" y="249"/>
                      <a:pt x="71" y="129"/>
                      <a:pt x="0" y="10"/>
                    </a:cubicBezTo>
                    <a:lnTo>
                      <a:pt x="0" y="10"/>
                    </a:lnTo>
                    <a:cubicBezTo>
                      <a:pt x="48" y="158"/>
                      <a:pt x="104" y="299"/>
                      <a:pt x="164" y="441"/>
                    </a:cubicBezTo>
                    <a:lnTo>
                      <a:pt x="183" y="479"/>
                    </a:lnTo>
                    <a:lnTo>
                      <a:pt x="211" y="444"/>
                    </a:lnTo>
                    <a:cubicBezTo>
                      <a:pt x="261" y="372"/>
                      <a:pt x="309" y="303"/>
                      <a:pt x="356" y="227"/>
                    </a:cubicBezTo>
                    <a:cubicBezTo>
                      <a:pt x="384" y="189"/>
                      <a:pt x="409" y="152"/>
                      <a:pt x="428" y="114"/>
                    </a:cubicBezTo>
                    <a:cubicBezTo>
                      <a:pt x="447" y="79"/>
                      <a:pt x="472" y="38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2" name="Google Shape;632;p18"/>
              <p:cNvSpPr/>
              <p:nvPr/>
            </p:nvSpPr>
            <p:spPr>
              <a:xfrm>
                <a:off x="5088275" y="2159175"/>
                <a:ext cx="145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5829" y="805"/>
                    </a:lnTo>
                    <a:lnTo>
                      <a:pt x="58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634;p19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635" name="Google Shape;635;p19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636;p19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19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19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19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19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19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19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47" name="Google Shape;647;p19"/>
          <p:cNvSpPr txBox="1"/>
          <p:nvPr>
            <p:ph type="title"/>
          </p:nvPr>
        </p:nvSpPr>
        <p:spPr>
          <a:xfrm>
            <a:off x="5857576" y="2502675"/>
            <a:ext cx="213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8" name="Google Shape;648;p19"/>
          <p:cNvSpPr txBox="1"/>
          <p:nvPr>
            <p:ph type="title" idx="2"/>
          </p:nvPr>
        </p:nvSpPr>
        <p:spPr>
          <a:xfrm>
            <a:off x="3504011" y="2502675"/>
            <a:ext cx="213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9" name="Google Shape;649;p19"/>
          <p:cNvSpPr txBox="1"/>
          <p:nvPr>
            <p:ph type="subTitle" idx="1"/>
          </p:nvPr>
        </p:nvSpPr>
        <p:spPr>
          <a:xfrm>
            <a:off x="1150450" y="2814400"/>
            <a:ext cx="2135700" cy="7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0" name="Google Shape;650;p19"/>
          <p:cNvSpPr txBox="1"/>
          <p:nvPr>
            <p:ph type="subTitle" idx="3"/>
          </p:nvPr>
        </p:nvSpPr>
        <p:spPr>
          <a:xfrm>
            <a:off x="3504004" y="2814400"/>
            <a:ext cx="2135700" cy="7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1" name="Google Shape;651;p19"/>
          <p:cNvSpPr txBox="1"/>
          <p:nvPr>
            <p:ph type="title" idx="4"/>
          </p:nvPr>
        </p:nvSpPr>
        <p:spPr>
          <a:xfrm>
            <a:off x="1150451" y="2502675"/>
            <a:ext cx="213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2" name="Google Shape;652;p19"/>
          <p:cNvSpPr txBox="1"/>
          <p:nvPr>
            <p:ph type="subTitle" idx="5"/>
          </p:nvPr>
        </p:nvSpPr>
        <p:spPr>
          <a:xfrm>
            <a:off x="5857575" y="2814400"/>
            <a:ext cx="2135700" cy="7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3" name="Google Shape;653;p19"/>
          <p:cNvSpPr txBox="1"/>
          <p:nvPr>
            <p:ph type="title" idx="6"/>
          </p:nvPr>
        </p:nvSpPr>
        <p:spPr>
          <a:xfrm>
            <a:off x="720000" y="552150"/>
            <a:ext cx="77040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" name="Google Shape;655;p20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656" name="Google Shape;656;p20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666;p20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8" name="Google Shape;668;p20"/>
          <p:cNvSpPr txBox="1"/>
          <p:nvPr>
            <p:ph type="title"/>
          </p:nvPr>
        </p:nvSpPr>
        <p:spPr>
          <a:xfrm>
            <a:off x="5929317" y="1552050"/>
            <a:ext cx="2254500" cy="393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9" name="Google Shape;669;p20"/>
          <p:cNvSpPr txBox="1"/>
          <p:nvPr>
            <p:ph type="title" idx="2"/>
          </p:nvPr>
        </p:nvSpPr>
        <p:spPr>
          <a:xfrm>
            <a:off x="3444744" y="1552050"/>
            <a:ext cx="2254500" cy="393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0" name="Google Shape;670;p20"/>
          <p:cNvSpPr txBox="1"/>
          <p:nvPr>
            <p:ph type="subTitle" idx="1"/>
          </p:nvPr>
        </p:nvSpPr>
        <p:spPr>
          <a:xfrm>
            <a:off x="960175" y="2333275"/>
            <a:ext cx="2254500" cy="8862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1" name="Google Shape;671;p20"/>
          <p:cNvSpPr txBox="1"/>
          <p:nvPr>
            <p:ph type="subTitle" idx="3"/>
          </p:nvPr>
        </p:nvSpPr>
        <p:spPr>
          <a:xfrm>
            <a:off x="3444737" y="2333275"/>
            <a:ext cx="2254500" cy="8862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2" name="Google Shape;672;p20"/>
          <p:cNvSpPr txBox="1"/>
          <p:nvPr>
            <p:ph type="title" idx="4"/>
          </p:nvPr>
        </p:nvSpPr>
        <p:spPr>
          <a:xfrm>
            <a:off x="960176" y="1552050"/>
            <a:ext cx="2254500" cy="393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3" name="Google Shape;673;p20"/>
          <p:cNvSpPr txBox="1"/>
          <p:nvPr>
            <p:ph type="subTitle" idx="5"/>
          </p:nvPr>
        </p:nvSpPr>
        <p:spPr>
          <a:xfrm>
            <a:off x="5929317" y="2333275"/>
            <a:ext cx="2254500" cy="8862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4" name="Google Shape;674;p20"/>
          <p:cNvSpPr txBox="1"/>
          <p:nvPr>
            <p:ph type="title" idx="6"/>
          </p:nvPr>
        </p:nvSpPr>
        <p:spPr>
          <a:xfrm>
            <a:off x="720000" y="552150"/>
            <a:ext cx="77040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6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" name="Google Shape;676;p21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677" name="Google Shape;677;p21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678;p21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679;p21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21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21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21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83" name="Google Shape;683;p21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684" name="Google Shape;684;p21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5" name="Google Shape;685;p21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6" name="Google Shape;686;p21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7" name="Google Shape;687;p21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8" name="Google Shape;688;p21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89" name="Google Shape;689;p21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690;p21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691;p21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21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21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694;p21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695;p21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696;p21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697;p21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98" name="Google Shape;698;p21"/>
          <p:cNvSpPr txBox="1"/>
          <p:nvPr>
            <p:ph type="subTitle" idx="1"/>
          </p:nvPr>
        </p:nvSpPr>
        <p:spPr>
          <a:xfrm>
            <a:off x="933275" y="2702438"/>
            <a:ext cx="3124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9" name="Google Shape;699;p21"/>
          <p:cNvSpPr txBox="1"/>
          <p:nvPr>
            <p:ph type="title"/>
          </p:nvPr>
        </p:nvSpPr>
        <p:spPr>
          <a:xfrm>
            <a:off x="933275" y="1702463"/>
            <a:ext cx="31248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22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702" name="Google Shape;702;p22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22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08" name="Google Shape;708;p22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709" name="Google Shape;709;p22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0" name="Google Shape;710;p22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1" name="Google Shape;711;p22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2" name="Google Shape;712;p22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3" name="Google Shape;713;p22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14" name="Google Shape;714;p22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721;p22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23" name="Google Shape;723;p22"/>
          <p:cNvSpPr txBox="1"/>
          <p:nvPr>
            <p:ph type="ctrTitle"/>
          </p:nvPr>
        </p:nvSpPr>
        <p:spPr>
          <a:xfrm>
            <a:off x="2738238" y="732575"/>
            <a:ext cx="3672000" cy="115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724" name="Google Shape;724;p22"/>
          <p:cNvSpPr txBox="1"/>
          <p:nvPr>
            <p:ph type="subTitle" idx="1"/>
          </p:nvPr>
        </p:nvSpPr>
        <p:spPr>
          <a:xfrm>
            <a:off x="2738238" y="1727444"/>
            <a:ext cx="36720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5" name="Google Shape;725;p22"/>
          <p:cNvSpPr txBox="1"/>
          <p:nvPr>
            <p:ph type="subTitle" idx="2"/>
          </p:nvPr>
        </p:nvSpPr>
        <p:spPr>
          <a:xfrm>
            <a:off x="2738238" y="2099169"/>
            <a:ext cx="36720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6" name="Google Shape;726;p22"/>
          <p:cNvSpPr txBox="1"/>
          <p:nvPr>
            <p:ph type="subTitle" idx="3"/>
          </p:nvPr>
        </p:nvSpPr>
        <p:spPr>
          <a:xfrm>
            <a:off x="2738238" y="4025725"/>
            <a:ext cx="3672000" cy="3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7" name="Google Shape;727;p22"/>
          <p:cNvSpPr txBox="1"/>
          <p:nvPr/>
        </p:nvSpPr>
        <p:spPr>
          <a:xfrm>
            <a:off x="2738238" y="3462150"/>
            <a:ext cx="367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lang="en-GB" sz="1000" b="1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lang="en-GB" sz="1000" b="1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lang="en-GB" sz="1000" b="1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4"/>
              </a:rPr>
              <a:t>Freepik</a:t>
            </a:r>
            <a:endParaRPr sz="10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23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730" name="Google Shape;730;p23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731;p23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23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23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736;p23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737;p23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23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739;p23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740;p23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741;p23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42" name="Google Shape;742;p23"/>
          <p:cNvGrpSpPr/>
          <p:nvPr/>
        </p:nvGrpSpPr>
        <p:grpSpPr>
          <a:xfrm>
            <a:off x="8189288" y="3004336"/>
            <a:ext cx="1189502" cy="2244987"/>
            <a:chOff x="3909834" y="3583857"/>
            <a:chExt cx="650677" cy="1228044"/>
          </a:xfrm>
        </p:grpSpPr>
        <p:sp>
          <p:nvSpPr>
            <p:cNvPr id="743" name="Google Shape;743;p23"/>
            <p:cNvSpPr/>
            <p:nvPr/>
          </p:nvSpPr>
          <p:spPr>
            <a:xfrm>
              <a:off x="4253350" y="3901705"/>
              <a:ext cx="307160" cy="575646"/>
            </a:xfrm>
            <a:custGeom>
              <a:avLst/>
              <a:gdLst/>
              <a:ahLst/>
              <a:cxnLst/>
              <a:rect l="l" t="t" r="r" b="b"/>
              <a:pathLst>
                <a:path w="2501" h="4687" extrusionOk="0">
                  <a:moveTo>
                    <a:pt x="2346" y="1"/>
                  </a:moveTo>
                  <a:cubicBezTo>
                    <a:pt x="2332" y="1"/>
                    <a:pt x="2318" y="6"/>
                    <a:pt x="2309" y="16"/>
                  </a:cubicBezTo>
                  <a:cubicBezTo>
                    <a:pt x="1302" y="1374"/>
                    <a:pt x="255" y="2956"/>
                    <a:pt x="0" y="4661"/>
                  </a:cubicBezTo>
                  <a:cubicBezTo>
                    <a:pt x="0" y="4676"/>
                    <a:pt x="15" y="4687"/>
                    <a:pt x="27" y="4687"/>
                  </a:cubicBezTo>
                  <a:cubicBezTo>
                    <a:pt x="35" y="4687"/>
                    <a:pt x="43" y="4682"/>
                    <a:pt x="44" y="4671"/>
                  </a:cubicBezTo>
                  <a:cubicBezTo>
                    <a:pt x="157" y="4205"/>
                    <a:pt x="308" y="3749"/>
                    <a:pt x="488" y="3306"/>
                  </a:cubicBezTo>
                  <a:cubicBezTo>
                    <a:pt x="1148" y="3126"/>
                    <a:pt x="1796" y="2975"/>
                    <a:pt x="2142" y="2318"/>
                  </a:cubicBezTo>
                  <a:cubicBezTo>
                    <a:pt x="2501" y="1645"/>
                    <a:pt x="2453" y="767"/>
                    <a:pt x="2387" y="31"/>
                  </a:cubicBezTo>
                  <a:cubicBezTo>
                    <a:pt x="2382" y="10"/>
                    <a:pt x="2364" y="1"/>
                    <a:pt x="2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23"/>
            <p:cNvSpPr/>
            <p:nvPr/>
          </p:nvSpPr>
          <p:spPr>
            <a:xfrm>
              <a:off x="4224734" y="3583857"/>
              <a:ext cx="215540" cy="861565"/>
            </a:xfrm>
            <a:custGeom>
              <a:avLst/>
              <a:gdLst/>
              <a:ahLst/>
              <a:cxnLst/>
              <a:rect l="l" t="t" r="r" b="b"/>
              <a:pathLst>
                <a:path w="1755" h="7015" extrusionOk="0">
                  <a:moveTo>
                    <a:pt x="1288" y="1"/>
                  </a:moveTo>
                  <a:cubicBezTo>
                    <a:pt x="1283" y="1"/>
                    <a:pt x="1279" y="1"/>
                    <a:pt x="1274" y="3"/>
                  </a:cubicBezTo>
                  <a:cubicBezTo>
                    <a:pt x="1142" y="37"/>
                    <a:pt x="717" y="1018"/>
                    <a:pt x="607" y="1346"/>
                  </a:cubicBezTo>
                  <a:cubicBezTo>
                    <a:pt x="422" y="1880"/>
                    <a:pt x="287" y="2431"/>
                    <a:pt x="205" y="2994"/>
                  </a:cubicBezTo>
                  <a:cubicBezTo>
                    <a:pt x="0" y="4312"/>
                    <a:pt x="16" y="5667"/>
                    <a:pt x="120" y="7001"/>
                  </a:cubicBezTo>
                  <a:cubicBezTo>
                    <a:pt x="120" y="7010"/>
                    <a:pt x="128" y="7015"/>
                    <a:pt x="137" y="7015"/>
                  </a:cubicBezTo>
                  <a:cubicBezTo>
                    <a:pt x="146" y="7015"/>
                    <a:pt x="154" y="7010"/>
                    <a:pt x="154" y="7001"/>
                  </a:cubicBezTo>
                  <a:cubicBezTo>
                    <a:pt x="158" y="6438"/>
                    <a:pt x="154" y="5872"/>
                    <a:pt x="161" y="5309"/>
                  </a:cubicBezTo>
                  <a:cubicBezTo>
                    <a:pt x="309" y="5019"/>
                    <a:pt x="614" y="4862"/>
                    <a:pt x="831" y="4626"/>
                  </a:cubicBezTo>
                  <a:cubicBezTo>
                    <a:pt x="985" y="4456"/>
                    <a:pt x="1120" y="4267"/>
                    <a:pt x="1230" y="4066"/>
                  </a:cubicBezTo>
                  <a:cubicBezTo>
                    <a:pt x="1491" y="3588"/>
                    <a:pt x="1648" y="3060"/>
                    <a:pt x="1696" y="2519"/>
                  </a:cubicBezTo>
                  <a:cubicBezTo>
                    <a:pt x="1754" y="1926"/>
                    <a:pt x="1534" y="1"/>
                    <a:pt x="12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23"/>
            <p:cNvSpPr/>
            <p:nvPr/>
          </p:nvSpPr>
          <p:spPr>
            <a:xfrm>
              <a:off x="3909834" y="3985220"/>
              <a:ext cx="293037" cy="437967"/>
            </a:xfrm>
            <a:custGeom>
              <a:avLst/>
              <a:gdLst/>
              <a:ahLst/>
              <a:cxnLst/>
              <a:rect l="l" t="t" r="r" b="b"/>
              <a:pathLst>
                <a:path w="2386" h="3566" extrusionOk="0">
                  <a:moveTo>
                    <a:pt x="57" y="0"/>
                  </a:moveTo>
                  <a:cubicBezTo>
                    <a:pt x="38" y="0"/>
                    <a:pt x="21" y="9"/>
                    <a:pt x="10" y="28"/>
                  </a:cubicBezTo>
                  <a:cubicBezTo>
                    <a:pt x="7" y="40"/>
                    <a:pt x="1" y="53"/>
                    <a:pt x="1" y="65"/>
                  </a:cubicBezTo>
                  <a:cubicBezTo>
                    <a:pt x="80" y="685"/>
                    <a:pt x="331" y="1270"/>
                    <a:pt x="721" y="1757"/>
                  </a:cubicBezTo>
                  <a:cubicBezTo>
                    <a:pt x="882" y="1949"/>
                    <a:pt x="1083" y="2103"/>
                    <a:pt x="1306" y="2214"/>
                  </a:cubicBezTo>
                  <a:cubicBezTo>
                    <a:pt x="1558" y="2339"/>
                    <a:pt x="1825" y="2481"/>
                    <a:pt x="2086" y="2588"/>
                  </a:cubicBezTo>
                  <a:cubicBezTo>
                    <a:pt x="2212" y="2905"/>
                    <a:pt x="2303" y="3233"/>
                    <a:pt x="2360" y="3566"/>
                  </a:cubicBezTo>
                  <a:cubicBezTo>
                    <a:pt x="2369" y="3538"/>
                    <a:pt x="2376" y="3506"/>
                    <a:pt x="2385" y="3475"/>
                  </a:cubicBezTo>
                  <a:cubicBezTo>
                    <a:pt x="2215" y="2031"/>
                    <a:pt x="1284" y="798"/>
                    <a:pt x="89" y="9"/>
                  </a:cubicBezTo>
                  <a:cubicBezTo>
                    <a:pt x="79" y="3"/>
                    <a:pt x="68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46" name="Google Shape;746;p23"/>
            <p:cNvGrpSpPr/>
            <p:nvPr/>
          </p:nvGrpSpPr>
          <p:grpSpPr>
            <a:xfrm>
              <a:off x="3959943" y="3626229"/>
              <a:ext cx="573426" cy="768837"/>
              <a:chOff x="3959943" y="3626229"/>
              <a:chExt cx="573426" cy="768837"/>
            </a:xfrm>
          </p:grpSpPr>
          <p:sp>
            <p:nvSpPr>
              <p:cNvPr id="747" name="Google Shape;747;p23"/>
              <p:cNvSpPr/>
              <p:nvPr/>
            </p:nvSpPr>
            <p:spPr>
              <a:xfrm>
                <a:off x="4313898" y="3953902"/>
                <a:ext cx="219470" cy="355679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896" extrusionOk="0">
                    <a:moveTo>
                      <a:pt x="1780" y="0"/>
                    </a:moveTo>
                    <a:cubicBezTo>
                      <a:pt x="1778" y="0"/>
                      <a:pt x="1777" y="1"/>
                      <a:pt x="1775" y="3"/>
                    </a:cubicBezTo>
                    <a:cubicBezTo>
                      <a:pt x="1036" y="833"/>
                      <a:pt x="454" y="1852"/>
                      <a:pt x="7" y="2865"/>
                    </a:cubicBezTo>
                    <a:cubicBezTo>
                      <a:pt x="1" y="2882"/>
                      <a:pt x="11" y="2896"/>
                      <a:pt x="24" y="2896"/>
                    </a:cubicBezTo>
                    <a:cubicBezTo>
                      <a:pt x="30" y="2896"/>
                      <a:pt x="37" y="2892"/>
                      <a:pt x="42" y="2884"/>
                    </a:cubicBezTo>
                    <a:cubicBezTo>
                      <a:pt x="98" y="2789"/>
                      <a:pt x="152" y="2692"/>
                      <a:pt x="202" y="2597"/>
                    </a:cubicBezTo>
                    <a:lnTo>
                      <a:pt x="297" y="2550"/>
                    </a:lnTo>
                    <a:cubicBezTo>
                      <a:pt x="303" y="2547"/>
                      <a:pt x="297" y="2544"/>
                      <a:pt x="293" y="2544"/>
                    </a:cubicBezTo>
                    <a:cubicBezTo>
                      <a:pt x="265" y="2553"/>
                      <a:pt x="240" y="2569"/>
                      <a:pt x="212" y="2585"/>
                    </a:cubicBezTo>
                    <a:cubicBezTo>
                      <a:pt x="322" y="2387"/>
                      <a:pt x="432" y="2182"/>
                      <a:pt x="542" y="1981"/>
                    </a:cubicBezTo>
                    <a:cubicBezTo>
                      <a:pt x="948" y="1701"/>
                      <a:pt x="1287" y="1295"/>
                      <a:pt x="1602" y="918"/>
                    </a:cubicBezTo>
                    <a:cubicBezTo>
                      <a:pt x="1606" y="911"/>
                      <a:pt x="1603" y="905"/>
                      <a:pt x="1598" y="905"/>
                    </a:cubicBezTo>
                    <a:cubicBezTo>
                      <a:pt x="1596" y="905"/>
                      <a:pt x="1594" y="906"/>
                      <a:pt x="1592" y="908"/>
                    </a:cubicBezTo>
                    <a:cubicBezTo>
                      <a:pt x="1278" y="1264"/>
                      <a:pt x="910" y="1569"/>
                      <a:pt x="576" y="1906"/>
                    </a:cubicBezTo>
                    <a:cubicBezTo>
                      <a:pt x="935" y="1248"/>
                      <a:pt x="1300" y="603"/>
                      <a:pt x="1784" y="12"/>
                    </a:cubicBezTo>
                    <a:cubicBezTo>
                      <a:pt x="1786" y="5"/>
                      <a:pt x="1784" y="0"/>
                      <a:pt x="17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8" name="Google Shape;748;p23"/>
              <p:cNvSpPr/>
              <p:nvPr/>
            </p:nvSpPr>
            <p:spPr>
              <a:xfrm>
                <a:off x="4354305" y="4199412"/>
                <a:ext cx="98006" cy="6595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37" extrusionOk="0">
                    <a:moveTo>
                      <a:pt x="782" y="1"/>
                    </a:moveTo>
                    <a:cubicBezTo>
                      <a:pt x="540" y="196"/>
                      <a:pt x="282" y="363"/>
                      <a:pt x="12" y="517"/>
                    </a:cubicBezTo>
                    <a:cubicBezTo>
                      <a:pt x="1" y="522"/>
                      <a:pt x="9" y="537"/>
                      <a:pt x="19" y="537"/>
                    </a:cubicBezTo>
                    <a:cubicBezTo>
                      <a:pt x="21" y="537"/>
                      <a:pt x="22" y="536"/>
                      <a:pt x="24" y="536"/>
                    </a:cubicBezTo>
                    <a:cubicBezTo>
                      <a:pt x="298" y="394"/>
                      <a:pt x="559" y="218"/>
                      <a:pt x="795" y="13"/>
                    </a:cubicBezTo>
                    <a:cubicBezTo>
                      <a:pt x="798" y="7"/>
                      <a:pt x="792" y="1"/>
                      <a:pt x="7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9" name="Google Shape;749;p23"/>
              <p:cNvSpPr/>
              <p:nvPr/>
            </p:nvSpPr>
            <p:spPr>
              <a:xfrm>
                <a:off x="4237875" y="3626229"/>
                <a:ext cx="149220" cy="548871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469" extrusionOk="0">
                    <a:moveTo>
                      <a:pt x="1091" y="1"/>
                    </a:moveTo>
                    <a:cubicBezTo>
                      <a:pt x="1087" y="1"/>
                      <a:pt x="1084" y="4"/>
                      <a:pt x="1082" y="7"/>
                    </a:cubicBezTo>
                    <a:cubicBezTo>
                      <a:pt x="702" y="670"/>
                      <a:pt x="513" y="1372"/>
                      <a:pt x="349" y="2114"/>
                    </a:cubicBezTo>
                    <a:cubicBezTo>
                      <a:pt x="202" y="2806"/>
                      <a:pt x="41" y="3520"/>
                      <a:pt x="10" y="4234"/>
                    </a:cubicBezTo>
                    <a:cubicBezTo>
                      <a:pt x="0" y="4240"/>
                      <a:pt x="0" y="4246"/>
                      <a:pt x="10" y="4259"/>
                    </a:cubicBezTo>
                    <a:cubicBezTo>
                      <a:pt x="0" y="4328"/>
                      <a:pt x="0" y="4394"/>
                      <a:pt x="0" y="4457"/>
                    </a:cubicBezTo>
                    <a:cubicBezTo>
                      <a:pt x="0" y="4464"/>
                      <a:pt x="9" y="4469"/>
                      <a:pt x="17" y="4469"/>
                    </a:cubicBezTo>
                    <a:cubicBezTo>
                      <a:pt x="27" y="4469"/>
                      <a:pt x="36" y="4462"/>
                      <a:pt x="25" y="4445"/>
                    </a:cubicBezTo>
                    <a:cubicBezTo>
                      <a:pt x="35" y="4363"/>
                      <a:pt x="44" y="4319"/>
                      <a:pt x="60" y="4237"/>
                    </a:cubicBezTo>
                    <a:cubicBezTo>
                      <a:pt x="623" y="3856"/>
                      <a:pt x="985" y="3293"/>
                      <a:pt x="1214" y="2664"/>
                    </a:cubicBezTo>
                    <a:lnTo>
                      <a:pt x="1211" y="2664"/>
                    </a:lnTo>
                    <a:cubicBezTo>
                      <a:pt x="975" y="3275"/>
                      <a:pt x="560" y="3765"/>
                      <a:pt x="66" y="4187"/>
                    </a:cubicBezTo>
                    <a:cubicBezTo>
                      <a:pt x="107" y="3913"/>
                      <a:pt x="145" y="3639"/>
                      <a:pt x="186" y="3363"/>
                    </a:cubicBezTo>
                    <a:cubicBezTo>
                      <a:pt x="198" y="3344"/>
                      <a:pt x="205" y="3328"/>
                      <a:pt x="217" y="3309"/>
                    </a:cubicBezTo>
                    <a:cubicBezTo>
                      <a:pt x="220" y="3306"/>
                      <a:pt x="220" y="3300"/>
                      <a:pt x="217" y="3300"/>
                    </a:cubicBezTo>
                    <a:cubicBezTo>
                      <a:pt x="216" y="3298"/>
                      <a:pt x="213" y="3297"/>
                      <a:pt x="211" y="3297"/>
                    </a:cubicBezTo>
                    <a:cubicBezTo>
                      <a:pt x="209" y="3297"/>
                      <a:pt x="208" y="3298"/>
                      <a:pt x="208" y="3300"/>
                    </a:cubicBezTo>
                    <a:cubicBezTo>
                      <a:pt x="202" y="3306"/>
                      <a:pt x="198" y="3312"/>
                      <a:pt x="189" y="3322"/>
                    </a:cubicBezTo>
                    <a:cubicBezTo>
                      <a:pt x="268" y="2781"/>
                      <a:pt x="362" y="2237"/>
                      <a:pt x="497" y="1705"/>
                    </a:cubicBezTo>
                    <a:lnTo>
                      <a:pt x="500" y="1705"/>
                    </a:lnTo>
                    <a:cubicBezTo>
                      <a:pt x="544" y="1655"/>
                      <a:pt x="582" y="1595"/>
                      <a:pt x="617" y="1535"/>
                    </a:cubicBezTo>
                    <a:cubicBezTo>
                      <a:pt x="626" y="1524"/>
                      <a:pt x="617" y="1513"/>
                      <a:pt x="607" y="1513"/>
                    </a:cubicBezTo>
                    <a:cubicBezTo>
                      <a:pt x="603" y="1513"/>
                      <a:pt x="598" y="1515"/>
                      <a:pt x="595" y="1520"/>
                    </a:cubicBezTo>
                    <a:cubicBezTo>
                      <a:pt x="566" y="1554"/>
                      <a:pt x="535" y="1595"/>
                      <a:pt x="513" y="1633"/>
                    </a:cubicBezTo>
                    <a:cubicBezTo>
                      <a:pt x="648" y="1076"/>
                      <a:pt x="846" y="532"/>
                      <a:pt x="1101" y="19"/>
                    </a:cubicBezTo>
                    <a:cubicBezTo>
                      <a:pt x="1104" y="10"/>
                      <a:pt x="1101" y="7"/>
                      <a:pt x="1098" y="4"/>
                    </a:cubicBezTo>
                    <a:cubicBezTo>
                      <a:pt x="1095" y="2"/>
                      <a:pt x="1093" y="1"/>
                      <a:pt x="1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0" name="Google Shape;750;p23"/>
              <p:cNvSpPr/>
              <p:nvPr/>
            </p:nvSpPr>
            <p:spPr>
              <a:xfrm>
                <a:off x="4266491" y="3807997"/>
                <a:ext cx="124657" cy="213702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740" extrusionOk="0">
                    <a:moveTo>
                      <a:pt x="1004" y="1"/>
                    </a:moveTo>
                    <a:cubicBezTo>
                      <a:pt x="1002" y="1"/>
                      <a:pt x="1000" y="2"/>
                      <a:pt x="1000" y="5"/>
                    </a:cubicBezTo>
                    <a:cubicBezTo>
                      <a:pt x="717" y="606"/>
                      <a:pt x="384" y="1178"/>
                      <a:pt x="3" y="1722"/>
                    </a:cubicBezTo>
                    <a:cubicBezTo>
                      <a:pt x="0" y="1725"/>
                      <a:pt x="3" y="1735"/>
                      <a:pt x="6" y="1738"/>
                    </a:cubicBezTo>
                    <a:cubicBezTo>
                      <a:pt x="7" y="1739"/>
                      <a:pt x="9" y="1739"/>
                      <a:pt x="10" y="1739"/>
                    </a:cubicBezTo>
                    <a:cubicBezTo>
                      <a:pt x="14" y="1739"/>
                      <a:pt x="20" y="1737"/>
                      <a:pt x="22" y="1735"/>
                    </a:cubicBezTo>
                    <a:cubicBezTo>
                      <a:pt x="459" y="1244"/>
                      <a:pt x="783" y="621"/>
                      <a:pt x="1013" y="8"/>
                    </a:cubicBezTo>
                    <a:cubicBezTo>
                      <a:pt x="1015" y="6"/>
                      <a:pt x="1008" y="1"/>
                      <a:pt x="10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1" name="Google Shape;751;p23"/>
              <p:cNvSpPr/>
              <p:nvPr/>
            </p:nvSpPr>
            <p:spPr>
              <a:xfrm>
                <a:off x="4327899" y="3689848"/>
                <a:ext cx="59074" cy="10439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850" extrusionOk="0">
                    <a:moveTo>
                      <a:pt x="469" y="0"/>
                    </a:moveTo>
                    <a:cubicBezTo>
                      <a:pt x="467" y="0"/>
                      <a:pt x="466" y="2"/>
                      <a:pt x="466" y="4"/>
                    </a:cubicBezTo>
                    <a:cubicBezTo>
                      <a:pt x="321" y="288"/>
                      <a:pt x="157" y="549"/>
                      <a:pt x="3" y="825"/>
                    </a:cubicBezTo>
                    <a:cubicBezTo>
                      <a:pt x="0" y="832"/>
                      <a:pt x="3" y="844"/>
                      <a:pt x="10" y="847"/>
                    </a:cubicBezTo>
                    <a:cubicBezTo>
                      <a:pt x="12" y="849"/>
                      <a:pt x="15" y="850"/>
                      <a:pt x="17" y="850"/>
                    </a:cubicBezTo>
                    <a:cubicBezTo>
                      <a:pt x="23" y="850"/>
                      <a:pt x="27" y="846"/>
                      <a:pt x="32" y="841"/>
                    </a:cubicBezTo>
                    <a:cubicBezTo>
                      <a:pt x="211" y="580"/>
                      <a:pt x="362" y="303"/>
                      <a:pt x="478" y="11"/>
                    </a:cubicBezTo>
                    <a:cubicBezTo>
                      <a:pt x="480" y="6"/>
                      <a:pt x="473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2" name="Google Shape;752;p23"/>
              <p:cNvSpPr/>
              <p:nvPr/>
            </p:nvSpPr>
            <p:spPr>
              <a:xfrm>
                <a:off x="3985980" y="3688128"/>
                <a:ext cx="219102" cy="706938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756" extrusionOk="0">
                    <a:moveTo>
                      <a:pt x="340" y="0"/>
                    </a:moveTo>
                    <a:cubicBezTo>
                      <a:pt x="325" y="0"/>
                      <a:pt x="310" y="7"/>
                      <a:pt x="299" y="22"/>
                    </a:cubicBezTo>
                    <a:cubicBezTo>
                      <a:pt x="293" y="25"/>
                      <a:pt x="293" y="28"/>
                      <a:pt x="290" y="31"/>
                    </a:cubicBezTo>
                    <a:cubicBezTo>
                      <a:pt x="1" y="773"/>
                      <a:pt x="101" y="1651"/>
                      <a:pt x="350" y="2390"/>
                    </a:cubicBezTo>
                    <a:cubicBezTo>
                      <a:pt x="482" y="2793"/>
                      <a:pt x="677" y="3170"/>
                      <a:pt x="919" y="3513"/>
                    </a:cubicBezTo>
                    <a:cubicBezTo>
                      <a:pt x="1167" y="3849"/>
                      <a:pt x="1482" y="4145"/>
                      <a:pt x="1686" y="4526"/>
                    </a:cubicBezTo>
                    <a:cubicBezTo>
                      <a:pt x="1677" y="4900"/>
                      <a:pt x="1636" y="5271"/>
                      <a:pt x="1557" y="5636"/>
                    </a:cubicBezTo>
                    <a:cubicBezTo>
                      <a:pt x="1561" y="5674"/>
                      <a:pt x="1567" y="5714"/>
                      <a:pt x="1573" y="5755"/>
                    </a:cubicBezTo>
                    <a:cubicBezTo>
                      <a:pt x="1686" y="5356"/>
                      <a:pt x="1752" y="4938"/>
                      <a:pt x="1768" y="4522"/>
                    </a:cubicBezTo>
                    <a:cubicBezTo>
                      <a:pt x="1774" y="4510"/>
                      <a:pt x="1774" y="4494"/>
                      <a:pt x="1768" y="4482"/>
                    </a:cubicBezTo>
                    <a:cubicBezTo>
                      <a:pt x="1784" y="3925"/>
                      <a:pt x="1743" y="3362"/>
                      <a:pt x="1646" y="2811"/>
                    </a:cubicBezTo>
                    <a:cubicBezTo>
                      <a:pt x="1473" y="1777"/>
                      <a:pt x="1092" y="786"/>
                      <a:pt x="372" y="12"/>
                    </a:cubicBezTo>
                    <a:cubicBezTo>
                      <a:pt x="362" y="4"/>
                      <a:pt x="351" y="0"/>
                      <a:pt x="3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3" name="Google Shape;753;p23"/>
              <p:cNvSpPr/>
              <p:nvPr/>
            </p:nvSpPr>
            <p:spPr>
              <a:xfrm>
                <a:off x="4038913" y="3731359"/>
                <a:ext cx="152291" cy="461303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3756" extrusionOk="0">
                    <a:moveTo>
                      <a:pt x="19" y="1"/>
                    </a:moveTo>
                    <a:cubicBezTo>
                      <a:pt x="17" y="1"/>
                      <a:pt x="16" y="1"/>
                      <a:pt x="16" y="3"/>
                    </a:cubicBezTo>
                    <a:cubicBezTo>
                      <a:pt x="7" y="3"/>
                      <a:pt x="0" y="12"/>
                      <a:pt x="0" y="19"/>
                    </a:cubicBezTo>
                    <a:cubicBezTo>
                      <a:pt x="211" y="396"/>
                      <a:pt x="397" y="786"/>
                      <a:pt x="551" y="1186"/>
                    </a:cubicBezTo>
                    <a:cubicBezTo>
                      <a:pt x="501" y="1135"/>
                      <a:pt x="453" y="1085"/>
                      <a:pt x="406" y="1035"/>
                    </a:cubicBezTo>
                    <a:cubicBezTo>
                      <a:pt x="290" y="899"/>
                      <a:pt x="192" y="755"/>
                      <a:pt x="92" y="613"/>
                    </a:cubicBezTo>
                    <a:cubicBezTo>
                      <a:pt x="89" y="610"/>
                      <a:pt x="87" y="609"/>
                      <a:pt x="85" y="609"/>
                    </a:cubicBezTo>
                    <a:cubicBezTo>
                      <a:pt x="82" y="609"/>
                      <a:pt x="82" y="614"/>
                      <a:pt x="82" y="616"/>
                    </a:cubicBezTo>
                    <a:cubicBezTo>
                      <a:pt x="208" y="868"/>
                      <a:pt x="406" y="1044"/>
                      <a:pt x="579" y="1255"/>
                    </a:cubicBezTo>
                    <a:cubicBezTo>
                      <a:pt x="721" y="1623"/>
                      <a:pt x="837" y="2000"/>
                      <a:pt x="938" y="2387"/>
                    </a:cubicBezTo>
                    <a:lnTo>
                      <a:pt x="922" y="2365"/>
                    </a:lnTo>
                    <a:cubicBezTo>
                      <a:pt x="919" y="2362"/>
                      <a:pt x="916" y="2360"/>
                      <a:pt x="913" y="2360"/>
                    </a:cubicBezTo>
                    <a:cubicBezTo>
                      <a:pt x="902" y="2360"/>
                      <a:pt x="893" y="2377"/>
                      <a:pt x="900" y="2387"/>
                    </a:cubicBezTo>
                    <a:lnTo>
                      <a:pt x="957" y="2450"/>
                    </a:lnTo>
                    <a:cubicBezTo>
                      <a:pt x="1032" y="2727"/>
                      <a:pt x="1086" y="3016"/>
                      <a:pt x="1136" y="3302"/>
                    </a:cubicBezTo>
                    <a:cubicBezTo>
                      <a:pt x="872" y="3048"/>
                      <a:pt x="623" y="2771"/>
                      <a:pt x="387" y="2485"/>
                    </a:cubicBezTo>
                    <a:cubicBezTo>
                      <a:pt x="385" y="2483"/>
                      <a:pt x="382" y="2482"/>
                      <a:pt x="381" y="2482"/>
                    </a:cubicBezTo>
                    <a:cubicBezTo>
                      <a:pt x="376" y="2482"/>
                      <a:pt x="375" y="2486"/>
                      <a:pt x="375" y="2491"/>
                    </a:cubicBezTo>
                    <a:cubicBezTo>
                      <a:pt x="573" y="2834"/>
                      <a:pt x="865" y="3120"/>
                      <a:pt x="1148" y="3387"/>
                    </a:cubicBezTo>
                    <a:cubicBezTo>
                      <a:pt x="1164" y="3504"/>
                      <a:pt x="1183" y="3620"/>
                      <a:pt x="1199" y="3740"/>
                    </a:cubicBezTo>
                    <a:cubicBezTo>
                      <a:pt x="1199" y="3751"/>
                      <a:pt x="1207" y="3756"/>
                      <a:pt x="1215" y="3756"/>
                    </a:cubicBezTo>
                    <a:cubicBezTo>
                      <a:pt x="1227" y="3756"/>
                      <a:pt x="1240" y="3747"/>
                      <a:pt x="1240" y="3733"/>
                    </a:cubicBezTo>
                    <a:cubicBezTo>
                      <a:pt x="1180" y="2425"/>
                      <a:pt x="708" y="1110"/>
                      <a:pt x="26" y="3"/>
                    </a:cubicBezTo>
                    <a:cubicBezTo>
                      <a:pt x="22" y="1"/>
                      <a:pt x="20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4" name="Google Shape;754;p23"/>
              <p:cNvSpPr/>
              <p:nvPr/>
            </p:nvSpPr>
            <p:spPr>
              <a:xfrm>
                <a:off x="4056353" y="3898881"/>
                <a:ext cx="86216" cy="111273"/>
              </a:xfrm>
              <a:custGeom>
                <a:avLst/>
                <a:gdLst/>
                <a:ahLst/>
                <a:cxnLst/>
                <a:rect l="l" t="t" r="r" b="b"/>
                <a:pathLst>
                  <a:path w="702" h="906" extrusionOk="0">
                    <a:moveTo>
                      <a:pt x="12" y="0"/>
                    </a:moveTo>
                    <a:cubicBezTo>
                      <a:pt x="6" y="0"/>
                      <a:pt x="0" y="8"/>
                      <a:pt x="9" y="17"/>
                    </a:cubicBezTo>
                    <a:cubicBezTo>
                      <a:pt x="192" y="337"/>
                      <a:pt x="421" y="636"/>
                      <a:pt x="686" y="904"/>
                    </a:cubicBezTo>
                    <a:cubicBezTo>
                      <a:pt x="687" y="905"/>
                      <a:pt x="689" y="906"/>
                      <a:pt x="690" y="906"/>
                    </a:cubicBezTo>
                    <a:cubicBezTo>
                      <a:pt x="692" y="906"/>
                      <a:pt x="694" y="905"/>
                      <a:pt x="695" y="904"/>
                    </a:cubicBezTo>
                    <a:cubicBezTo>
                      <a:pt x="701" y="900"/>
                      <a:pt x="701" y="894"/>
                      <a:pt x="695" y="891"/>
                    </a:cubicBezTo>
                    <a:cubicBezTo>
                      <a:pt x="491" y="586"/>
                      <a:pt x="239" y="303"/>
                      <a:pt x="19" y="4"/>
                    </a:cubicBezTo>
                    <a:cubicBezTo>
                      <a:pt x="17" y="1"/>
                      <a:pt x="15" y="0"/>
                      <a:pt x="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5" name="Google Shape;755;p23"/>
              <p:cNvSpPr/>
              <p:nvPr/>
            </p:nvSpPr>
            <p:spPr>
              <a:xfrm>
                <a:off x="3959943" y="4043435"/>
                <a:ext cx="190363" cy="233722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903" extrusionOk="0">
                    <a:moveTo>
                      <a:pt x="12" y="0"/>
                    </a:moveTo>
                    <a:cubicBezTo>
                      <a:pt x="5" y="0"/>
                      <a:pt x="1" y="12"/>
                      <a:pt x="8" y="19"/>
                    </a:cubicBezTo>
                    <a:cubicBezTo>
                      <a:pt x="128" y="123"/>
                      <a:pt x="238" y="230"/>
                      <a:pt x="345" y="340"/>
                    </a:cubicBezTo>
                    <a:cubicBezTo>
                      <a:pt x="279" y="296"/>
                      <a:pt x="206" y="261"/>
                      <a:pt x="134" y="233"/>
                    </a:cubicBezTo>
                    <a:cubicBezTo>
                      <a:pt x="128" y="233"/>
                      <a:pt x="121" y="246"/>
                      <a:pt x="128" y="249"/>
                    </a:cubicBezTo>
                    <a:cubicBezTo>
                      <a:pt x="219" y="299"/>
                      <a:pt x="313" y="346"/>
                      <a:pt x="404" y="400"/>
                    </a:cubicBezTo>
                    <a:cubicBezTo>
                      <a:pt x="596" y="598"/>
                      <a:pt x="779" y="809"/>
                      <a:pt x="942" y="1029"/>
                    </a:cubicBezTo>
                    <a:cubicBezTo>
                      <a:pt x="678" y="903"/>
                      <a:pt x="426" y="768"/>
                      <a:pt x="181" y="620"/>
                    </a:cubicBezTo>
                    <a:cubicBezTo>
                      <a:pt x="175" y="620"/>
                      <a:pt x="169" y="620"/>
                      <a:pt x="169" y="623"/>
                    </a:cubicBezTo>
                    <a:cubicBezTo>
                      <a:pt x="169" y="626"/>
                      <a:pt x="169" y="632"/>
                      <a:pt x="172" y="636"/>
                    </a:cubicBezTo>
                    <a:cubicBezTo>
                      <a:pt x="423" y="827"/>
                      <a:pt x="700" y="985"/>
                      <a:pt x="993" y="1095"/>
                    </a:cubicBezTo>
                    <a:cubicBezTo>
                      <a:pt x="1103" y="1243"/>
                      <a:pt x="1206" y="1397"/>
                      <a:pt x="1307" y="1557"/>
                    </a:cubicBezTo>
                    <a:cubicBezTo>
                      <a:pt x="1194" y="1513"/>
                      <a:pt x="1071" y="1475"/>
                      <a:pt x="961" y="1422"/>
                    </a:cubicBezTo>
                    <a:cubicBezTo>
                      <a:pt x="835" y="1356"/>
                      <a:pt x="722" y="1271"/>
                      <a:pt x="615" y="1177"/>
                    </a:cubicBezTo>
                    <a:cubicBezTo>
                      <a:pt x="614" y="1176"/>
                      <a:pt x="613" y="1176"/>
                      <a:pt x="613" y="1176"/>
                    </a:cubicBezTo>
                    <a:cubicBezTo>
                      <a:pt x="608" y="1176"/>
                      <a:pt x="606" y="1183"/>
                      <a:pt x="609" y="1186"/>
                    </a:cubicBezTo>
                    <a:cubicBezTo>
                      <a:pt x="813" y="1365"/>
                      <a:pt x="1078" y="1557"/>
                      <a:pt x="1345" y="1611"/>
                    </a:cubicBezTo>
                    <a:cubicBezTo>
                      <a:pt x="1398" y="1699"/>
                      <a:pt x="1458" y="1793"/>
                      <a:pt x="1512" y="1894"/>
                    </a:cubicBezTo>
                    <a:cubicBezTo>
                      <a:pt x="1516" y="1900"/>
                      <a:pt x="1521" y="1902"/>
                      <a:pt x="1527" y="1902"/>
                    </a:cubicBezTo>
                    <a:cubicBezTo>
                      <a:pt x="1538" y="1902"/>
                      <a:pt x="1549" y="1891"/>
                      <a:pt x="1543" y="1878"/>
                    </a:cubicBezTo>
                    <a:cubicBezTo>
                      <a:pt x="1203" y="1136"/>
                      <a:pt x="675" y="491"/>
                      <a:pt x="18" y="3"/>
                    </a:cubicBezTo>
                    <a:cubicBezTo>
                      <a:pt x="16" y="1"/>
                      <a:pt x="13" y="0"/>
                      <a:pt x="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6" name="Google Shape;756;p23"/>
              <p:cNvSpPr/>
              <p:nvPr/>
            </p:nvSpPr>
            <p:spPr>
              <a:xfrm>
                <a:off x="3963259" y="4106563"/>
                <a:ext cx="7369" cy="5404"/>
              </a:xfrm>
              <a:custGeom>
                <a:avLst/>
                <a:gdLst/>
                <a:ahLst/>
                <a:cxnLst/>
                <a:rect l="l" t="t" r="r" b="b"/>
                <a:pathLst>
                  <a:path w="60" h="44" extrusionOk="0">
                    <a:moveTo>
                      <a:pt x="3" y="1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0" y="8"/>
                      <a:pt x="0" y="11"/>
                      <a:pt x="3" y="15"/>
                    </a:cubicBezTo>
                    <a:cubicBezTo>
                      <a:pt x="19" y="27"/>
                      <a:pt x="35" y="33"/>
                      <a:pt x="50" y="4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5" y="43"/>
                      <a:pt x="59" y="33"/>
                      <a:pt x="53" y="33"/>
                    </a:cubicBezTo>
                    <a:cubicBezTo>
                      <a:pt x="38" y="21"/>
                      <a:pt x="22" y="11"/>
                      <a:pt x="6" y="2"/>
                    </a:cubicBezTo>
                    <a:cubicBezTo>
                      <a:pt x="5" y="1"/>
                      <a:pt x="4" y="1"/>
                      <a:pt x="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57" name="Google Shape;757;p23"/>
            <p:cNvSpPr/>
            <p:nvPr/>
          </p:nvSpPr>
          <p:spPr>
            <a:xfrm>
              <a:off x="4028474" y="4359810"/>
              <a:ext cx="406149" cy="452091"/>
            </a:xfrm>
            <a:custGeom>
              <a:avLst/>
              <a:gdLst/>
              <a:ahLst/>
              <a:cxnLst/>
              <a:rect l="l" t="t" r="r" b="b"/>
              <a:pathLst>
                <a:path w="3307" h="3681" extrusionOk="0">
                  <a:moveTo>
                    <a:pt x="321" y="0"/>
                  </a:moveTo>
                  <a:lnTo>
                    <a:pt x="268" y="667"/>
                  </a:lnTo>
                  <a:lnTo>
                    <a:pt x="1" y="3680"/>
                  </a:lnTo>
                  <a:lnTo>
                    <a:pt x="3306" y="3680"/>
                  </a:lnTo>
                  <a:lnTo>
                    <a:pt x="3039" y="667"/>
                  </a:lnTo>
                  <a:lnTo>
                    <a:pt x="29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4070231" y="4359810"/>
              <a:ext cx="322267" cy="77375"/>
            </a:xfrm>
            <a:custGeom>
              <a:avLst/>
              <a:gdLst/>
              <a:ahLst/>
              <a:cxnLst/>
              <a:rect l="l" t="t" r="r" b="b"/>
              <a:pathLst>
                <a:path w="2624" h="630" extrusionOk="0">
                  <a:moveTo>
                    <a:pt x="57" y="0"/>
                  </a:moveTo>
                  <a:lnTo>
                    <a:pt x="0" y="629"/>
                  </a:lnTo>
                  <a:lnTo>
                    <a:pt x="2623" y="629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4052423" y="4304911"/>
              <a:ext cx="363655" cy="77375"/>
            </a:xfrm>
            <a:custGeom>
              <a:avLst/>
              <a:gdLst/>
              <a:ahLst/>
              <a:cxnLst/>
              <a:rect l="l" t="t" r="r" b="b"/>
              <a:pathLst>
                <a:path w="2961" h="630" extrusionOk="0">
                  <a:moveTo>
                    <a:pt x="1" y="1"/>
                  </a:moveTo>
                  <a:lnTo>
                    <a:pt x="1" y="630"/>
                  </a:lnTo>
                  <a:lnTo>
                    <a:pt x="2960" y="630"/>
                  </a:lnTo>
                  <a:lnTo>
                    <a:pt x="29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60" name="Google Shape;760;p23"/>
          <p:cNvGrpSpPr/>
          <p:nvPr/>
        </p:nvGrpSpPr>
        <p:grpSpPr>
          <a:xfrm rot="5400000">
            <a:off x="-766549" y="1223403"/>
            <a:ext cx="1992625" cy="834198"/>
            <a:chOff x="9283781" y="3515453"/>
            <a:chExt cx="1460548" cy="608548"/>
          </a:xfrm>
        </p:grpSpPr>
        <p:sp>
          <p:nvSpPr>
            <p:cNvPr id="761" name="Google Shape;761;p23"/>
            <p:cNvSpPr/>
            <p:nvPr/>
          </p:nvSpPr>
          <p:spPr>
            <a:xfrm>
              <a:off x="9293721" y="3515453"/>
              <a:ext cx="1450608" cy="607893"/>
            </a:xfrm>
            <a:custGeom>
              <a:avLst/>
              <a:gdLst/>
              <a:ahLst/>
              <a:cxnLst/>
              <a:rect l="l" t="t" r="r" b="b"/>
              <a:pathLst>
                <a:path w="13280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13280" y="5564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9283781" y="3515453"/>
              <a:ext cx="1460220" cy="607893"/>
            </a:xfrm>
            <a:custGeom>
              <a:avLst/>
              <a:gdLst/>
              <a:ahLst/>
              <a:cxnLst/>
              <a:rect l="l" t="t" r="r" b="b"/>
              <a:pathLst>
                <a:path w="13368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89" y="5564"/>
                  </a:lnTo>
                  <a:lnTo>
                    <a:pt x="89" y="92"/>
                  </a:lnTo>
                  <a:lnTo>
                    <a:pt x="13368" y="92"/>
                  </a:lnTo>
                  <a:lnTo>
                    <a:pt x="13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9290663" y="3515453"/>
              <a:ext cx="1452683" cy="608548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6" y="0"/>
                  </a:moveTo>
                  <a:lnTo>
                    <a:pt x="1" y="41"/>
                  </a:lnTo>
                  <a:lnTo>
                    <a:pt x="13280" y="5570"/>
                  </a:lnTo>
                  <a:lnTo>
                    <a:pt x="13299" y="553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764;p23"/>
            <p:cNvSpPr/>
            <p:nvPr/>
          </p:nvSpPr>
          <p:spPr>
            <a:xfrm>
              <a:off x="9290663" y="3515453"/>
              <a:ext cx="1452683" cy="608548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3280" y="0"/>
                  </a:moveTo>
                  <a:lnTo>
                    <a:pt x="1" y="5530"/>
                  </a:lnTo>
                  <a:lnTo>
                    <a:pt x="16" y="5570"/>
                  </a:lnTo>
                  <a:lnTo>
                    <a:pt x="13299" y="41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bg>
      <p:bgPr>
        <a:solidFill>
          <a:schemeClr val="lt2"/>
        </a:solidFill>
        <a:effectLst/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24"/>
          <p:cNvGrpSpPr/>
          <p:nvPr/>
        </p:nvGrpSpPr>
        <p:grpSpPr>
          <a:xfrm>
            <a:off x="262200" y="262350"/>
            <a:ext cx="8617500" cy="4618794"/>
            <a:chOff x="266600" y="258700"/>
            <a:chExt cx="8617500" cy="4618794"/>
          </a:xfrm>
        </p:grpSpPr>
        <p:sp>
          <p:nvSpPr>
            <p:cNvPr id="767" name="Google Shape;767;p24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777;p24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268700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79" name="Google Shape;779;p24"/>
          <p:cNvGrpSpPr/>
          <p:nvPr/>
        </p:nvGrpSpPr>
        <p:grpSpPr>
          <a:xfrm>
            <a:off x="-295331" y="650453"/>
            <a:ext cx="908584" cy="908582"/>
            <a:chOff x="5229219" y="135375"/>
            <a:chExt cx="330406" cy="330406"/>
          </a:xfrm>
        </p:grpSpPr>
        <p:sp>
          <p:nvSpPr>
            <p:cNvPr id="780" name="Google Shape;780;p24"/>
            <p:cNvSpPr/>
            <p:nvPr/>
          </p:nvSpPr>
          <p:spPr>
            <a:xfrm>
              <a:off x="5534850" y="445150"/>
              <a:ext cx="4098" cy="3960"/>
            </a:xfrm>
            <a:custGeom>
              <a:avLst/>
              <a:gdLst/>
              <a:ahLst/>
              <a:cxnLst/>
              <a:rect l="l" t="t" r="r" b="b"/>
              <a:pathLst>
                <a:path w="89" h="86" extrusionOk="0">
                  <a:moveTo>
                    <a:pt x="0" y="1"/>
                  </a:moveTo>
                  <a:lnTo>
                    <a:pt x="0" y="86"/>
                  </a:lnTo>
                  <a:lnTo>
                    <a:pt x="88" y="86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5257908" y="444874"/>
              <a:ext cx="268425" cy="4237"/>
            </a:xfrm>
            <a:custGeom>
              <a:avLst/>
              <a:gdLst/>
              <a:ahLst/>
              <a:cxnLst/>
              <a:rect l="l" t="t" r="r" b="b"/>
              <a:pathLst>
                <a:path w="5829" h="92" extrusionOk="0">
                  <a:moveTo>
                    <a:pt x="0" y="1"/>
                  </a:moveTo>
                  <a:lnTo>
                    <a:pt x="0" y="92"/>
                  </a:lnTo>
                  <a:lnTo>
                    <a:pt x="183" y="92"/>
                  </a:lnTo>
                  <a:lnTo>
                    <a:pt x="183" y="1"/>
                  </a:lnTo>
                  <a:close/>
                  <a:moveTo>
                    <a:pt x="359" y="1"/>
                  </a:moveTo>
                  <a:lnTo>
                    <a:pt x="359" y="92"/>
                  </a:lnTo>
                  <a:lnTo>
                    <a:pt x="541" y="92"/>
                  </a:lnTo>
                  <a:lnTo>
                    <a:pt x="541" y="1"/>
                  </a:lnTo>
                  <a:close/>
                  <a:moveTo>
                    <a:pt x="721" y="1"/>
                  </a:moveTo>
                  <a:lnTo>
                    <a:pt x="721" y="92"/>
                  </a:lnTo>
                  <a:lnTo>
                    <a:pt x="903" y="92"/>
                  </a:lnTo>
                  <a:lnTo>
                    <a:pt x="903" y="1"/>
                  </a:lnTo>
                  <a:close/>
                  <a:moveTo>
                    <a:pt x="1079" y="1"/>
                  </a:moveTo>
                  <a:lnTo>
                    <a:pt x="1079" y="92"/>
                  </a:lnTo>
                  <a:lnTo>
                    <a:pt x="1258" y="92"/>
                  </a:lnTo>
                  <a:lnTo>
                    <a:pt x="1258" y="1"/>
                  </a:lnTo>
                  <a:close/>
                  <a:moveTo>
                    <a:pt x="1438" y="1"/>
                  </a:moveTo>
                  <a:lnTo>
                    <a:pt x="1438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99" y="1"/>
                  </a:moveTo>
                  <a:lnTo>
                    <a:pt x="1799" y="92"/>
                  </a:lnTo>
                  <a:lnTo>
                    <a:pt x="1972" y="92"/>
                  </a:lnTo>
                  <a:lnTo>
                    <a:pt x="1972" y="1"/>
                  </a:lnTo>
                  <a:close/>
                  <a:moveTo>
                    <a:pt x="2155" y="1"/>
                  </a:moveTo>
                  <a:lnTo>
                    <a:pt x="2155" y="92"/>
                  </a:lnTo>
                  <a:lnTo>
                    <a:pt x="2328" y="92"/>
                  </a:lnTo>
                  <a:lnTo>
                    <a:pt x="2328" y="1"/>
                  </a:lnTo>
                  <a:close/>
                  <a:moveTo>
                    <a:pt x="2513" y="1"/>
                  </a:moveTo>
                  <a:lnTo>
                    <a:pt x="2513" y="92"/>
                  </a:lnTo>
                  <a:lnTo>
                    <a:pt x="2696" y="92"/>
                  </a:lnTo>
                  <a:lnTo>
                    <a:pt x="2696" y="1"/>
                  </a:lnTo>
                  <a:close/>
                  <a:moveTo>
                    <a:pt x="2872" y="1"/>
                  </a:moveTo>
                  <a:lnTo>
                    <a:pt x="2872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234" y="1"/>
                  </a:moveTo>
                  <a:lnTo>
                    <a:pt x="3234" y="92"/>
                  </a:lnTo>
                  <a:lnTo>
                    <a:pt x="3413" y="92"/>
                  </a:lnTo>
                  <a:lnTo>
                    <a:pt x="3413" y="1"/>
                  </a:lnTo>
                  <a:close/>
                  <a:moveTo>
                    <a:pt x="3501" y="1"/>
                  </a:moveTo>
                  <a:lnTo>
                    <a:pt x="3501" y="92"/>
                  </a:lnTo>
                  <a:lnTo>
                    <a:pt x="3680" y="92"/>
                  </a:lnTo>
                  <a:lnTo>
                    <a:pt x="3680" y="1"/>
                  </a:lnTo>
                  <a:close/>
                  <a:moveTo>
                    <a:pt x="3860" y="1"/>
                  </a:moveTo>
                  <a:lnTo>
                    <a:pt x="3860" y="92"/>
                  </a:lnTo>
                  <a:lnTo>
                    <a:pt x="4039" y="92"/>
                  </a:lnTo>
                  <a:lnTo>
                    <a:pt x="4039" y="1"/>
                  </a:lnTo>
                  <a:close/>
                  <a:moveTo>
                    <a:pt x="4221" y="1"/>
                  </a:moveTo>
                  <a:lnTo>
                    <a:pt x="4221" y="92"/>
                  </a:lnTo>
                  <a:lnTo>
                    <a:pt x="4401" y="92"/>
                  </a:lnTo>
                  <a:lnTo>
                    <a:pt x="4401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9" y="92"/>
                  </a:lnTo>
                  <a:lnTo>
                    <a:pt x="4759" y="1"/>
                  </a:lnTo>
                  <a:close/>
                  <a:moveTo>
                    <a:pt x="4935" y="1"/>
                  </a:moveTo>
                  <a:lnTo>
                    <a:pt x="4935" y="92"/>
                  </a:lnTo>
                  <a:lnTo>
                    <a:pt x="5118" y="92"/>
                  </a:lnTo>
                  <a:lnTo>
                    <a:pt x="5118" y="1"/>
                  </a:lnTo>
                  <a:close/>
                  <a:moveTo>
                    <a:pt x="5297" y="1"/>
                  </a:moveTo>
                  <a:lnTo>
                    <a:pt x="5297" y="92"/>
                  </a:lnTo>
                  <a:lnTo>
                    <a:pt x="5470" y="92"/>
                  </a:lnTo>
                  <a:lnTo>
                    <a:pt x="5470" y="1"/>
                  </a:lnTo>
                  <a:close/>
                  <a:moveTo>
                    <a:pt x="5655" y="1"/>
                  </a:moveTo>
                  <a:lnTo>
                    <a:pt x="5655" y="92"/>
                  </a:lnTo>
                  <a:lnTo>
                    <a:pt x="5828" y="92"/>
                  </a:lnTo>
                  <a:lnTo>
                    <a:pt x="58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5245613" y="445150"/>
              <a:ext cx="4237" cy="3960"/>
            </a:xfrm>
            <a:custGeom>
              <a:avLst/>
              <a:gdLst/>
              <a:ahLst/>
              <a:cxnLst/>
              <a:rect l="l" t="t" r="r" b="b"/>
              <a:pathLst>
                <a:path w="92" h="86" extrusionOk="0">
                  <a:moveTo>
                    <a:pt x="0" y="1"/>
                  </a:moveTo>
                  <a:lnTo>
                    <a:pt x="0" y="86"/>
                  </a:lnTo>
                  <a:lnTo>
                    <a:pt x="91" y="86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5245613" y="168254"/>
              <a:ext cx="4237" cy="264373"/>
            </a:xfrm>
            <a:custGeom>
              <a:avLst/>
              <a:gdLst/>
              <a:ahLst/>
              <a:cxnLst/>
              <a:rect l="l" t="t" r="r" b="b"/>
              <a:pathLst>
                <a:path w="92" h="5741" extrusionOk="0">
                  <a:moveTo>
                    <a:pt x="0" y="0"/>
                  </a:moveTo>
                  <a:lnTo>
                    <a:pt x="0" y="183"/>
                  </a:lnTo>
                  <a:lnTo>
                    <a:pt x="91" y="183"/>
                  </a:lnTo>
                  <a:lnTo>
                    <a:pt x="91" y="0"/>
                  </a:lnTo>
                  <a:close/>
                  <a:moveTo>
                    <a:pt x="0" y="359"/>
                  </a:moveTo>
                  <a:lnTo>
                    <a:pt x="0" y="541"/>
                  </a:lnTo>
                  <a:lnTo>
                    <a:pt x="91" y="541"/>
                  </a:lnTo>
                  <a:lnTo>
                    <a:pt x="91" y="359"/>
                  </a:lnTo>
                  <a:close/>
                  <a:moveTo>
                    <a:pt x="0" y="717"/>
                  </a:moveTo>
                  <a:lnTo>
                    <a:pt x="0" y="897"/>
                  </a:lnTo>
                  <a:lnTo>
                    <a:pt x="91" y="897"/>
                  </a:lnTo>
                  <a:lnTo>
                    <a:pt x="91" y="717"/>
                  </a:lnTo>
                  <a:close/>
                  <a:moveTo>
                    <a:pt x="0" y="1076"/>
                  </a:moveTo>
                  <a:lnTo>
                    <a:pt x="0" y="1255"/>
                  </a:lnTo>
                  <a:lnTo>
                    <a:pt x="91" y="1255"/>
                  </a:lnTo>
                  <a:lnTo>
                    <a:pt x="91" y="1076"/>
                  </a:lnTo>
                  <a:close/>
                  <a:moveTo>
                    <a:pt x="0" y="1438"/>
                  </a:moveTo>
                  <a:lnTo>
                    <a:pt x="0" y="1617"/>
                  </a:lnTo>
                  <a:lnTo>
                    <a:pt x="91" y="1617"/>
                  </a:lnTo>
                  <a:lnTo>
                    <a:pt x="91" y="1438"/>
                  </a:lnTo>
                  <a:close/>
                  <a:moveTo>
                    <a:pt x="0" y="1705"/>
                  </a:moveTo>
                  <a:lnTo>
                    <a:pt x="0" y="1884"/>
                  </a:lnTo>
                  <a:lnTo>
                    <a:pt x="91" y="1884"/>
                  </a:lnTo>
                  <a:lnTo>
                    <a:pt x="91" y="1705"/>
                  </a:lnTo>
                  <a:close/>
                  <a:moveTo>
                    <a:pt x="0" y="2060"/>
                  </a:moveTo>
                  <a:lnTo>
                    <a:pt x="0" y="2243"/>
                  </a:lnTo>
                  <a:lnTo>
                    <a:pt x="91" y="2243"/>
                  </a:lnTo>
                  <a:lnTo>
                    <a:pt x="91" y="2060"/>
                  </a:lnTo>
                  <a:close/>
                  <a:moveTo>
                    <a:pt x="0" y="2422"/>
                  </a:moveTo>
                  <a:lnTo>
                    <a:pt x="0" y="2605"/>
                  </a:lnTo>
                  <a:lnTo>
                    <a:pt x="91" y="2605"/>
                  </a:lnTo>
                  <a:lnTo>
                    <a:pt x="91" y="2422"/>
                  </a:lnTo>
                  <a:close/>
                  <a:moveTo>
                    <a:pt x="0" y="2781"/>
                  </a:moveTo>
                  <a:lnTo>
                    <a:pt x="0" y="2963"/>
                  </a:lnTo>
                  <a:lnTo>
                    <a:pt x="91" y="2963"/>
                  </a:lnTo>
                  <a:lnTo>
                    <a:pt x="91" y="2781"/>
                  </a:lnTo>
                  <a:close/>
                  <a:moveTo>
                    <a:pt x="0" y="3139"/>
                  </a:moveTo>
                  <a:lnTo>
                    <a:pt x="0" y="3319"/>
                  </a:lnTo>
                  <a:lnTo>
                    <a:pt x="91" y="3319"/>
                  </a:lnTo>
                  <a:lnTo>
                    <a:pt x="91" y="3139"/>
                  </a:lnTo>
                  <a:close/>
                  <a:moveTo>
                    <a:pt x="0" y="3498"/>
                  </a:moveTo>
                  <a:lnTo>
                    <a:pt x="0" y="3677"/>
                  </a:lnTo>
                  <a:lnTo>
                    <a:pt x="91" y="3677"/>
                  </a:lnTo>
                  <a:lnTo>
                    <a:pt x="91" y="3498"/>
                  </a:lnTo>
                  <a:close/>
                  <a:moveTo>
                    <a:pt x="0" y="3859"/>
                  </a:moveTo>
                  <a:lnTo>
                    <a:pt x="0" y="4039"/>
                  </a:lnTo>
                  <a:lnTo>
                    <a:pt x="91" y="4039"/>
                  </a:lnTo>
                  <a:lnTo>
                    <a:pt x="91" y="3859"/>
                  </a:lnTo>
                  <a:close/>
                  <a:moveTo>
                    <a:pt x="0" y="4215"/>
                  </a:moveTo>
                  <a:lnTo>
                    <a:pt x="0" y="4397"/>
                  </a:lnTo>
                  <a:lnTo>
                    <a:pt x="91" y="4397"/>
                  </a:lnTo>
                  <a:lnTo>
                    <a:pt x="91" y="4215"/>
                  </a:lnTo>
                  <a:close/>
                  <a:moveTo>
                    <a:pt x="0" y="4573"/>
                  </a:moveTo>
                  <a:lnTo>
                    <a:pt x="0" y="4756"/>
                  </a:lnTo>
                  <a:lnTo>
                    <a:pt x="91" y="4756"/>
                  </a:lnTo>
                  <a:lnTo>
                    <a:pt x="91" y="4573"/>
                  </a:lnTo>
                  <a:close/>
                  <a:moveTo>
                    <a:pt x="0" y="4932"/>
                  </a:moveTo>
                  <a:lnTo>
                    <a:pt x="0" y="5111"/>
                  </a:lnTo>
                  <a:lnTo>
                    <a:pt x="91" y="5111"/>
                  </a:lnTo>
                  <a:lnTo>
                    <a:pt x="91" y="4932"/>
                  </a:lnTo>
                  <a:close/>
                  <a:moveTo>
                    <a:pt x="0" y="5203"/>
                  </a:moveTo>
                  <a:lnTo>
                    <a:pt x="0" y="5385"/>
                  </a:lnTo>
                  <a:lnTo>
                    <a:pt x="91" y="5385"/>
                  </a:lnTo>
                  <a:lnTo>
                    <a:pt x="91" y="5203"/>
                  </a:lnTo>
                  <a:close/>
                  <a:moveTo>
                    <a:pt x="0" y="5561"/>
                  </a:moveTo>
                  <a:lnTo>
                    <a:pt x="0" y="5740"/>
                  </a:lnTo>
                  <a:lnTo>
                    <a:pt x="91" y="5740"/>
                  </a:lnTo>
                  <a:lnTo>
                    <a:pt x="91" y="55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5245613" y="155775"/>
              <a:ext cx="4237" cy="4283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0" y="1"/>
                  </a:moveTo>
                  <a:lnTo>
                    <a:pt x="0" y="92"/>
                  </a:lnTo>
                  <a:lnTo>
                    <a:pt x="91" y="92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5257908" y="155775"/>
              <a:ext cx="268425" cy="4283"/>
            </a:xfrm>
            <a:custGeom>
              <a:avLst/>
              <a:gdLst/>
              <a:ahLst/>
              <a:cxnLst/>
              <a:rect l="l" t="t" r="r" b="b"/>
              <a:pathLst>
                <a:path w="5829" h="93" extrusionOk="0">
                  <a:moveTo>
                    <a:pt x="0" y="1"/>
                  </a:moveTo>
                  <a:lnTo>
                    <a:pt x="0" y="92"/>
                  </a:lnTo>
                  <a:lnTo>
                    <a:pt x="183" y="92"/>
                  </a:lnTo>
                  <a:lnTo>
                    <a:pt x="183" y="1"/>
                  </a:lnTo>
                  <a:close/>
                  <a:moveTo>
                    <a:pt x="359" y="1"/>
                  </a:moveTo>
                  <a:lnTo>
                    <a:pt x="359" y="92"/>
                  </a:lnTo>
                  <a:lnTo>
                    <a:pt x="541" y="92"/>
                  </a:lnTo>
                  <a:lnTo>
                    <a:pt x="541" y="1"/>
                  </a:lnTo>
                  <a:close/>
                  <a:moveTo>
                    <a:pt x="721" y="1"/>
                  </a:moveTo>
                  <a:lnTo>
                    <a:pt x="721" y="92"/>
                  </a:lnTo>
                  <a:lnTo>
                    <a:pt x="903" y="92"/>
                  </a:lnTo>
                  <a:lnTo>
                    <a:pt x="903" y="1"/>
                  </a:lnTo>
                  <a:close/>
                  <a:moveTo>
                    <a:pt x="1079" y="1"/>
                  </a:moveTo>
                  <a:lnTo>
                    <a:pt x="1079" y="92"/>
                  </a:lnTo>
                  <a:lnTo>
                    <a:pt x="1258" y="92"/>
                  </a:lnTo>
                  <a:lnTo>
                    <a:pt x="1258" y="1"/>
                  </a:lnTo>
                  <a:close/>
                  <a:moveTo>
                    <a:pt x="1438" y="1"/>
                  </a:moveTo>
                  <a:lnTo>
                    <a:pt x="1438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99" y="1"/>
                  </a:moveTo>
                  <a:lnTo>
                    <a:pt x="1799" y="92"/>
                  </a:lnTo>
                  <a:lnTo>
                    <a:pt x="1972" y="92"/>
                  </a:lnTo>
                  <a:lnTo>
                    <a:pt x="1972" y="1"/>
                  </a:lnTo>
                  <a:close/>
                  <a:moveTo>
                    <a:pt x="2155" y="1"/>
                  </a:moveTo>
                  <a:lnTo>
                    <a:pt x="2155" y="92"/>
                  </a:lnTo>
                  <a:lnTo>
                    <a:pt x="2328" y="92"/>
                  </a:lnTo>
                  <a:lnTo>
                    <a:pt x="2328" y="1"/>
                  </a:lnTo>
                  <a:close/>
                  <a:moveTo>
                    <a:pt x="2513" y="1"/>
                  </a:moveTo>
                  <a:lnTo>
                    <a:pt x="2513" y="92"/>
                  </a:lnTo>
                  <a:lnTo>
                    <a:pt x="2696" y="92"/>
                  </a:lnTo>
                  <a:lnTo>
                    <a:pt x="2696" y="1"/>
                  </a:lnTo>
                  <a:close/>
                  <a:moveTo>
                    <a:pt x="2872" y="1"/>
                  </a:moveTo>
                  <a:lnTo>
                    <a:pt x="2872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234" y="1"/>
                  </a:moveTo>
                  <a:lnTo>
                    <a:pt x="3234" y="92"/>
                  </a:lnTo>
                  <a:lnTo>
                    <a:pt x="3413" y="92"/>
                  </a:lnTo>
                  <a:lnTo>
                    <a:pt x="3413" y="1"/>
                  </a:lnTo>
                  <a:close/>
                  <a:moveTo>
                    <a:pt x="3501" y="1"/>
                  </a:moveTo>
                  <a:lnTo>
                    <a:pt x="3501" y="92"/>
                  </a:lnTo>
                  <a:lnTo>
                    <a:pt x="3680" y="92"/>
                  </a:lnTo>
                  <a:lnTo>
                    <a:pt x="3680" y="1"/>
                  </a:lnTo>
                  <a:close/>
                  <a:moveTo>
                    <a:pt x="3860" y="1"/>
                  </a:moveTo>
                  <a:lnTo>
                    <a:pt x="3860" y="92"/>
                  </a:lnTo>
                  <a:lnTo>
                    <a:pt x="4039" y="92"/>
                  </a:lnTo>
                  <a:lnTo>
                    <a:pt x="4039" y="1"/>
                  </a:lnTo>
                  <a:close/>
                  <a:moveTo>
                    <a:pt x="4221" y="1"/>
                  </a:moveTo>
                  <a:lnTo>
                    <a:pt x="4221" y="92"/>
                  </a:lnTo>
                  <a:lnTo>
                    <a:pt x="4401" y="92"/>
                  </a:lnTo>
                  <a:lnTo>
                    <a:pt x="4401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9" y="92"/>
                  </a:lnTo>
                  <a:lnTo>
                    <a:pt x="4759" y="1"/>
                  </a:lnTo>
                  <a:close/>
                  <a:moveTo>
                    <a:pt x="4935" y="1"/>
                  </a:moveTo>
                  <a:lnTo>
                    <a:pt x="4935" y="92"/>
                  </a:lnTo>
                  <a:lnTo>
                    <a:pt x="5118" y="92"/>
                  </a:lnTo>
                  <a:lnTo>
                    <a:pt x="5118" y="1"/>
                  </a:lnTo>
                  <a:close/>
                  <a:moveTo>
                    <a:pt x="5297" y="1"/>
                  </a:moveTo>
                  <a:lnTo>
                    <a:pt x="5297" y="92"/>
                  </a:lnTo>
                  <a:lnTo>
                    <a:pt x="5470" y="92"/>
                  </a:lnTo>
                  <a:lnTo>
                    <a:pt x="5470" y="1"/>
                  </a:lnTo>
                  <a:close/>
                  <a:moveTo>
                    <a:pt x="5655" y="1"/>
                  </a:moveTo>
                  <a:lnTo>
                    <a:pt x="5655" y="92"/>
                  </a:lnTo>
                  <a:lnTo>
                    <a:pt x="5828" y="92"/>
                  </a:lnTo>
                  <a:lnTo>
                    <a:pt x="58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5534850" y="155775"/>
              <a:ext cx="4098" cy="4283"/>
            </a:xfrm>
            <a:custGeom>
              <a:avLst/>
              <a:gdLst/>
              <a:ahLst/>
              <a:cxnLst/>
              <a:rect l="l" t="t" r="r" b="b"/>
              <a:pathLst>
                <a:path w="89" h="93" extrusionOk="0">
                  <a:moveTo>
                    <a:pt x="0" y="1"/>
                  </a:moveTo>
                  <a:lnTo>
                    <a:pt x="0" y="92"/>
                  </a:lnTo>
                  <a:lnTo>
                    <a:pt x="88" y="92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5534850" y="168254"/>
              <a:ext cx="4098" cy="264373"/>
            </a:xfrm>
            <a:custGeom>
              <a:avLst/>
              <a:gdLst/>
              <a:ahLst/>
              <a:cxnLst/>
              <a:rect l="l" t="t" r="r" b="b"/>
              <a:pathLst>
                <a:path w="89" h="5741" extrusionOk="0">
                  <a:moveTo>
                    <a:pt x="0" y="0"/>
                  </a:moveTo>
                  <a:lnTo>
                    <a:pt x="0" y="183"/>
                  </a:lnTo>
                  <a:lnTo>
                    <a:pt x="88" y="183"/>
                  </a:lnTo>
                  <a:lnTo>
                    <a:pt x="88" y="0"/>
                  </a:lnTo>
                  <a:close/>
                  <a:moveTo>
                    <a:pt x="0" y="359"/>
                  </a:moveTo>
                  <a:lnTo>
                    <a:pt x="0" y="541"/>
                  </a:lnTo>
                  <a:lnTo>
                    <a:pt x="88" y="541"/>
                  </a:lnTo>
                  <a:lnTo>
                    <a:pt x="88" y="359"/>
                  </a:lnTo>
                  <a:close/>
                  <a:moveTo>
                    <a:pt x="0" y="717"/>
                  </a:moveTo>
                  <a:lnTo>
                    <a:pt x="0" y="897"/>
                  </a:lnTo>
                  <a:lnTo>
                    <a:pt x="88" y="897"/>
                  </a:lnTo>
                  <a:lnTo>
                    <a:pt x="88" y="717"/>
                  </a:lnTo>
                  <a:close/>
                  <a:moveTo>
                    <a:pt x="0" y="1076"/>
                  </a:moveTo>
                  <a:lnTo>
                    <a:pt x="0" y="1255"/>
                  </a:lnTo>
                  <a:lnTo>
                    <a:pt x="88" y="1255"/>
                  </a:lnTo>
                  <a:lnTo>
                    <a:pt x="88" y="1076"/>
                  </a:lnTo>
                  <a:close/>
                  <a:moveTo>
                    <a:pt x="0" y="1438"/>
                  </a:moveTo>
                  <a:lnTo>
                    <a:pt x="0" y="1617"/>
                  </a:lnTo>
                  <a:lnTo>
                    <a:pt x="88" y="1617"/>
                  </a:lnTo>
                  <a:lnTo>
                    <a:pt x="88" y="1438"/>
                  </a:lnTo>
                  <a:close/>
                  <a:moveTo>
                    <a:pt x="0" y="1705"/>
                  </a:moveTo>
                  <a:lnTo>
                    <a:pt x="0" y="1884"/>
                  </a:lnTo>
                  <a:lnTo>
                    <a:pt x="88" y="1884"/>
                  </a:lnTo>
                  <a:lnTo>
                    <a:pt x="88" y="1705"/>
                  </a:lnTo>
                  <a:close/>
                  <a:moveTo>
                    <a:pt x="0" y="2060"/>
                  </a:moveTo>
                  <a:lnTo>
                    <a:pt x="0" y="2243"/>
                  </a:lnTo>
                  <a:lnTo>
                    <a:pt x="88" y="2243"/>
                  </a:lnTo>
                  <a:lnTo>
                    <a:pt x="88" y="2060"/>
                  </a:lnTo>
                  <a:close/>
                  <a:moveTo>
                    <a:pt x="0" y="2422"/>
                  </a:moveTo>
                  <a:lnTo>
                    <a:pt x="0" y="2605"/>
                  </a:lnTo>
                  <a:lnTo>
                    <a:pt x="88" y="2605"/>
                  </a:lnTo>
                  <a:lnTo>
                    <a:pt x="88" y="2422"/>
                  </a:lnTo>
                  <a:close/>
                  <a:moveTo>
                    <a:pt x="0" y="2781"/>
                  </a:moveTo>
                  <a:lnTo>
                    <a:pt x="0" y="2963"/>
                  </a:lnTo>
                  <a:lnTo>
                    <a:pt x="88" y="2963"/>
                  </a:lnTo>
                  <a:lnTo>
                    <a:pt x="88" y="2781"/>
                  </a:lnTo>
                  <a:close/>
                  <a:moveTo>
                    <a:pt x="0" y="3139"/>
                  </a:moveTo>
                  <a:lnTo>
                    <a:pt x="0" y="3319"/>
                  </a:lnTo>
                  <a:lnTo>
                    <a:pt x="88" y="3319"/>
                  </a:lnTo>
                  <a:lnTo>
                    <a:pt x="88" y="3139"/>
                  </a:lnTo>
                  <a:close/>
                  <a:moveTo>
                    <a:pt x="0" y="3498"/>
                  </a:moveTo>
                  <a:lnTo>
                    <a:pt x="0" y="3677"/>
                  </a:lnTo>
                  <a:lnTo>
                    <a:pt x="88" y="3677"/>
                  </a:lnTo>
                  <a:lnTo>
                    <a:pt x="88" y="3498"/>
                  </a:lnTo>
                  <a:close/>
                  <a:moveTo>
                    <a:pt x="0" y="3859"/>
                  </a:moveTo>
                  <a:lnTo>
                    <a:pt x="0" y="4039"/>
                  </a:lnTo>
                  <a:lnTo>
                    <a:pt x="88" y="4039"/>
                  </a:lnTo>
                  <a:lnTo>
                    <a:pt x="88" y="3859"/>
                  </a:lnTo>
                  <a:close/>
                  <a:moveTo>
                    <a:pt x="0" y="4215"/>
                  </a:moveTo>
                  <a:lnTo>
                    <a:pt x="0" y="4397"/>
                  </a:lnTo>
                  <a:lnTo>
                    <a:pt x="88" y="4397"/>
                  </a:lnTo>
                  <a:lnTo>
                    <a:pt x="88" y="4215"/>
                  </a:lnTo>
                  <a:close/>
                  <a:moveTo>
                    <a:pt x="0" y="4573"/>
                  </a:moveTo>
                  <a:lnTo>
                    <a:pt x="0" y="4756"/>
                  </a:lnTo>
                  <a:lnTo>
                    <a:pt x="88" y="4756"/>
                  </a:lnTo>
                  <a:lnTo>
                    <a:pt x="88" y="4573"/>
                  </a:lnTo>
                  <a:close/>
                  <a:moveTo>
                    <a:pt x="0" y="4932"/>
                  </a:moveTo>
                  <a:lnTo>
                    <a:pt x="0" y="5111"/>
                  </a:lnTo>
                  <a:lnTo>
                    <a:pt x="88" y="5111"/>
                  </a:lnTo>
                  <a:lnTo>
                    <a:pt x="88" y="4932"/>
                  </a:lnTo>
                  <a:close/>
                  <a:moveTo>
                    <a:pt x="0" y="5203"/>
                  </a:moveTo>
                  <a:lnTo>
                    <a:pt x="0" y="5385"/>
                  </a:lnTo>
                  <a:lnTo>
                    <a:pt x="88" y="5385"/>
                  </a:lnTo>
                  <a:lnTo>
                    <a:pt x="88" y="5203"/>
                  </a:lnTo>
                  <a:close/>
                  <a:moveTo>
                    <a:pt x="0" y="5561"/>
                  </a:moveTo>
                  <a:lnTo>
                    <a:pt x="0" y="5740"/>
                  </a:lnTo>
                  <a:lnTo>
                    <a:pt x="88" y="5740"/>
                  </a:lnTo>
                  <a:lnTo>
                    <a:pt x="88" y="55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5229219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1" y="0"/>
                  </a:moveTo>
                  <a:lnTo>
                    <a:pt x="1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5229219" y="424474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8"/>
                  </a:moveTo>
                  <a:lnTo>
                    <a:pt x="809" y="805"/>
                  </a:lnTo>
                  <a:lnTo>
                    <a:pt x="89" y="805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5229219" y="283977"/>
              <a:ext cx="37116" cy="37116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5229219" y="279786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8"/>
                  </a:moveTo>
                  <a:lnTo>
                    <a:pt x="809" y="808"/>
                  </a:lnTo>
                  <a:lnTo>
                    <a:pt x="89" y="808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5229219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1" y="0"/>
                  </a:moveTo>
                  <a:lnTo>
                    <a:pt x="1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5229219" y="135375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5"/>
                  </a:moveTo>
                  <a:lnTo>
                    <a:pt x="809" y="806"/>
                  </a:lnTo>
                  <a:lnTo>
                    <a:pt x="89" y="806"/>
                  </a:lnTo>
                  <a:lnTo>
                    <a:pt x="89" y="85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5518319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5518319" y="424474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8"/>
                  </a:moveTo>
                  <a:lnTo>
                    <a:pt x="806" y="805"/>
                  </a:lnTo>
                  <a:lnTo>
                    <a:pt x="85" y="805"/>
                  </a:lnTo>
                  <a:lnTo>
                    <a:pt x="85" y="88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5518319" y="283977"/>
              <a:ext cx="37116" cy="37116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5518319" y="279786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8"/>
                  </a:moveTo>
                  <a:lnTo>
                    <a:pt x="806" y="808"/>
                  </a:lnTo>
                  <a:lnTo>
                    <a:pt x="85" y="808"/>
                  </a:lnTo>
                  <a:lnTo>
                    <a:pt x="85" y="88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5518319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5518319" y="135375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5"/>
                  </a:moveTo>
                  <a:lnTo>
                    <a:pt x="806" y="806"/>
                  </a:lnTo>
                  <a:lnTo>
                    <a:pt x="85" y="806"/>
                  </a:lnTo>
                  <a:lnTo>
                    <a:pt x="85" y="85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5373631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5373769" y="135375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9" y="85"/>
                  </a:moveTo>
                  <a:lnTo>
                    <a:pt x="809" y="806"/>
                  </a:lnTo>
                  <a:lnTo>
                    <a:pt x="89" y="806"/>
                  </a:lnTo>
                  <a:lnTo>
                    <a:pt x="89" y="85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5373631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5373769" y="424474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9" y="88"/>
                  </a:moveTo>
                  <a:lnTo>
                    <a:pt x="809" y="805"/>
                  </a:lnTo>
                  <a:lnTo>
                    <a:pt x="89" y="805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04" name="Google Shape;804;p24"/>
          <p:cNvGrpSpPr/>
          <p:nvPr/>
        </p:nvGrpSpPr>
        <p:grpSpPr>
          <a:xfrm>
            <a:off x="7316749" y="729858"/>
            <a:ext cx="1317176" cy="749764"/>
            <a:chOff x="262200" y="3357384"/>
            <a:chExt cx="1642159" cy="684216"/>
          </a:xfrm>
        </p:grpSpPr>
        <p:sp>
          <p:nvSpPr>
            <p:cNvPr id="805" name="Google Shape;805;p24"/>
            <p:cNvSpPr/>
            <p:nvPr/>
          </p:nvSpPr>
          <p:spPr>
            <a:xfrm>
              <a:off x="273376" y="3357384"/>
              <a:ext cx="1630983" cy="683479"/>
            </a:xfrm>
            <a:custGeom>
              <a:avLst/>
              <a:gdLst/>
              <a:ahLst/>
              <a:cxnLst/>
              <a:rect l="l" t="t" r="r" b="b"/>
              <a:pathLst>
                <a:path w="13280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13280" y="5564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262200" y="3357384"/>
              <a:ext cx="1641791" cy="683479"/>
            </a:xfrm>
            <a:custGeom>
              <a:avLst/>
              <a:gdLst/>
              <a:ahLst/>
              <a:cxnLst/>
              <a:rect l="l" t="t" r="r" b="b"/>
              <a:pathLst>
                <a:path w="13368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89" y="5564"/>
                  </a:lnTo>
                  <a:lnTo>
                    <a:pt x="89" y="92"/>
                  </a:lnTo>
                  <a:lnTo>
                    <a:pt x="13368" y="92"/>
                  </a:lnTo>
                  <a:lnTo>
                    <a:pt x="13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6" y="0"/>
                  </a:moveTo>
                  <a:lnTo>
                    <a:pt x="1" y="41"/>
                  </a:lnTo>
                  <a:lnTo>
                    <a:pt x="13280" y="5570"/>
                  </a:lnTo>
                  <a:lnTo>
                    <a:pt x="13299" y="553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3280" y="0"/>
                  </a:moveTo>
                  <a:lnTo>
                    <a:pt x="1" y="5530"/>
                  </a:lnTo>
                  <a:lnTo>
                    <a:pt x="16" y="5570"/>
                  </a:lnTo>
                  <a:lnTo>
                    <a:pt x="13299" y="41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09" name="Google Shape;809;p24"/>
          <p:cNvGrpSpPr/>
          <p:nvPr/>
        </p:nvGrpSpPr>
        <p:grpSpPr>
          <a:xfrm rot="5400000">
            <a:off x="7188825" y="2151990"/>
            <a:ext cx="2198523" cy="1458886"/>
            <a:chOff x="262200" y="3357384"/>
            <a:chExt cx="1642159" cy="684216"/>
          </a:xfrm>
        </p:grpSpPr>
        <p:sp>
          <p:nvSpPr>
            <p:cNvPr id="810" name="Google Shape;810;p24"/>
            <p:cNvSpPr/>
            <p:nvPr/>
          </p:nvSpPr>
          <p:spPr>
            <a:xfrm>
              <a:off x="273376" y="3357384"/>
              <a:ext cx="1630983" cy="683479"/>
            </a:xfrm>
            <a:custGeom>
              <a:avLst/>
              <a:gdLst/>
              <a:ahLst/>
              <a:cxnLst/>
              <a:rect l="l" t="t" r="r" b="b"/>
              <a:pathLst>
                <a:path w="13280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13280" y="5564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262200" y="3357384"/>
              <a:ext cx="1641791" cy="683479"/>
            </a:xfrm>
            <a:custGeom>
              <a:avLst/>
              <a:gdLst/>
              <a:ahLst/>
              <a:cxnLst/>
              <a:rect l="l" t="t" r="r" b="b"/>
              <a:pathLst>
                <a:path w="13368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89" y="5564"/>
                  </a:lnTo>
                  <a:lnTo>
                    <a:pt x="89" y="92"/>
                  </a:lnTo>
                  <a:lnTo>
                    <a:pt x="13368" y="92"/>
                  </a:lnTo>
                  <a:lnTo>
                    <a:pt x="13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6" y="0"/>
                  </a:moveTo>
                  <a:lnTo>
                    <a:pt x="1" y="41"/>
                  </a:lnTo>
                  <a:lnTo>
                    <a:pt x="13280" y="5570"/>
                  </a:lnTo>
                  <a:lnTo>
                    <a:pt x="13299" y="553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3280" y="0"/>
                  </a:moveTo>
                  <a:lnTo>
                    <a:pt x="1" y="5530"/>
                  </a:lnTo>
                  <a:lnTo>
                    <a:pt x="16" y="5570"/>
                  </a:lnTo>
                  <a:lnTo>
                    <a:pt x="13299" y="41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14" name="Google Shape;814;p24"/>
          <p:cNvGrpSpPr/>
          <p:nvPr/>
        </p:nvGrpSpPr>
        <p:grpSpPr>
          <a:xfrm>
            <a:off x="7778212" y="3656375"/>
            <a:ext cx="855723" cy="1522614"/>
            <a:chOff x="5081850" y="1981125"/>
            <a:chExt cx="168125" cy="299150"/>
          </a:xfrm>
        </p:grpSpPr>
        <p:sp>
          <p:nvSpPr>
            <p:cNvPr id="815" name="Google Shape;815;p24"/>
            <p:cNvSpPr/>
            <p:nvPr/>
          </p:nvSpPr>
          <p:spPr>
            <a:xfrm>
              <a:off x="5115175" y="1981125"/>
              <a:ext cx="90525" cy="43050"/>
            </a:xfrm>
            <a:custGeom>
              <a:avLst/>
              <a:gdLst/>
              <a:ahLst/>
              <a:cxnLst/>
              <a:rect l="l" t="t" r="r" b="b"/>
              <a:pathLst>
                <a:path w="3621" h="1722" extrusionOk="0">
                  <a:moveTo>
                    <a:pt x="2468" y="1"/>
                  </a:moveTo>
                  <a:cubicBezTo>
                    <a:pt x="2160" y="1"/>
                    <a:pt x="1887" y="335"/>
                    <a:pt x="1809" y="712"/>
                  </a:cubicBezTo>
                  <a:cubicBezTo>
                    <a:pt x="1731" y="334"/>
                    <a:pt x="1450" y="2"/>
                    <a:pt x="1145" y="2"/>
                  </a:cubicBezTo>
                  <a:cubicBezTo>
                    <a:pt x="1095" y="2"/>
                    <a:pt x="1045" y="11"/>
                    <a:pt x="994" y="30"/>
                  </a:cubicBezTo>
                  <a:cubicBezTo>
                    <a:pt x="639" y="162"/>
                    <a:pt x="1039" y="951"/>
                    <a:pt x="1057" y="983"/>
                  </a:cubicBezTo>
                  <a:cubicBezTo>
                    <a:pt x="1042" y="971"/>
                    <a:pt x="712" y="703"/>
                    <a:pt x="452" y="703"/>
                  </a:cubicBezTo>
                  <a:cubicBezTo>
                    <a:pt x="352" y="703"/>
                    <a:pt x="262" y="743"/>
                    <a:pt x="205" y="854"/>
                  </a:cubicBezTo>
                  <a:cubicBezTo>
                    <a:pt x="1" y="1250"/>
                    <a:pt x="1215" y="1722"/>
                    <a:pt x="1812" y="1722"/>
                  </a:cubicBezTo>
                  <a:cubicBezTo>
                    <a:pt x="2413" y="1722"/>
                    <a:pt x="3621" y="1244"/>
                    <a:pt x="3413" y="854"/>
                  </a:cubicBezTo>
                  <a:cubicBezTo>
                    <a:pt x="3357" y="747"/>
                    <a:pt x="3269" y="709"/>
                    <a:pt x="3170" y="709"/>
                  </a:cubicBezTo>
                  <a:cubicBezTo>
                    <a:pt x="2911" y="709"/>
                    <a:pt x="2579" y="971"/>
                    <a:pt x="2561" y="983"/>
                  </a:cubicBezTo>
                  <a:cubicBezTo>
                    <a:pt x="2580" y="958"/>
                    <a:pt x="2989" y="165"/>
                    <a:pt x="2624" y="30"/>
                  </a:cubicBezTo>
                  <a:cubicBezTo>
                    <a:pt x="2571" y="10"/>
                    <a:pt x="2519" y="1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5081850" y="2012125"/>
              <a:ext cx="155150" cy="169850"/>
            </a:xfrm>
            <a:custGeom>
              <a:avLst/>
              <a:gdLst/>
              <a:ahLst/>
              <a:cxnLst/>
              <a:rect l="l" t="t" r="r" b="b"/>
              <a:pathLst>
                <a:path w="6206" h="6794" extrusionOk="0">
                  <a:moveTo>
                    <a:pt x="3139" y="1"/>
                  </a:moveTo>
                  <a:cubicBezTo>
                    <a:pt x="2821" y="1"/>
                    <a:pt x="2500" y="42"/>
                    <a:pt x="2192" y="120"/>
                  </a:cubicBezTo>
                  <a:cubicBezTo>
                    <a:pt x="1305" y="353"/>
                    <a:pt x="286" y="1007"/>
                    <a:pt x="104" y="2712"/>
                  </a:cubicBezTo>
                  <a:cubicBezTo>
                    <a:pt x="0" y="3655"/>
                    <a:pt x="252" y="5492"/>
                    <a:pt x="972" y="6386"/>
                  </a:cubicBezTo>
                  <a:cubicBezTo>
                    <a:pt x="1670" y="6658"/>
                    <a:pt x="2405" y="6794"/>
                    <a:pt x="3141" y="6794"/>
                  </a:cubicBezTo>
                  <a:cubicBezTo>
                    <a:pt x="3876" y="6794"/>
                    <a:pt x="4611" y="6658"/>
                    <a:pt x="5309" y="6386"/>
                  </a:cubicBezTo>
                  <a:cubicBezTo>
                    <a:pt x="5643" y="5967"/>
                    <a:pt x="5878" y="5341"/>
                    <a:pt x="6020" y="4697"/>
                  </a:cubicBezTo>
                  <a:cubicBezTo>
                    <a:pt x="6095" y="4376"/>
                    <a:pt x="6146" y="4045"/>
                    <a:pt x="6174" y="3715"/>
                  </a:cubicBezTo>
                  <a:cubicBezTo>
                    <a:pt x="6206" y="3382"/>
                    <a:pt x="6206" y="3042"/>
                    <a:pt x="6174" y="2712"/>
                  </a:cubicBezTo>
                  <a:cubicBezTo>
                    <a:pt x="5919" y="315"/>
                    <a:pt x="4007" y="1"/>
                    <a:pt x="3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5096625" y="2172450"/>
              <a:ext cx="128750" cy="107825"/>
            </a:xfrm>
            <a:custGeom>
              <a:avLst/>
              <a:gdLst/>
              <a:ahLst/>
              <a:cxnLst/>
              <a:rect l="l" t="t" r="r" b="b"/>
              <a:pathLst>
                <a:path w="5150" h="4313" extrusionOk="0">
                  <a:moveTo>
                    <a:pt x="0" y="1"/>
                  </a:moveTo>
                  <a:lnTo>
                    <a:pt x="519" y="4313"/>
                  </a:lnTo>
                  <a:lnTo>
                    <a:pt x="4636" y="4313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5096625" y="2172450"/>
              <a:ext cx="128750" cy="24475"/>
            </a:xfrm>
            <a:custGeom>
              <a:avLst/>
              <a:gdLst/>
              <a:ahLst/>
              <a:cxnLst/>
              <a:rect l="l" t="t" r="r" b="b"/>
              <a:pathLst>
                <a:path w="5150" h="979" extrusionOk="0">
                  <a:moveTo>
                    <a:pt x="0" y="1"/>
                  </a:moveTo>
                  <a:lnTo>
                    <a:pt x="117" y="979"/>
                  </a:lnTo>
                  <a:lnTo>
                    <a:pt x="5064" y="737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19" name="Google Shape;819;p24"/>
            <p:cNvGrpSpPr/>
            <p:nvPr/>
          </p:nvGrpSpPr>
          <p:grpSpPr>
            <a:xfrm>
              <a:off x="5086475" y="2011175"/>
              <a:ext cx="163500" cy="170825"/>
              <a:chOff x="5086475" y="2011175"/>
              <a:chExt cx="163500" cy="170825"/>
            </a:xfrm>
          </p:grpSpPr>
          <p:sp>
            <p:nvSpPr>
              <p:cNvPr id="820" name="Google Shape;820;p24"/>
              <p:cNvSpPr/>
              <p:nvPr/>
            </p:nvSpPr>
            <p:spPr>
              <a:xfrm>
                <a:off x="5160475" y="2011975"/>
                <a:ext cx="3725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801" extrusionOk="0">
                    <a:moveTo>
                      <a:pt x="79" y="0"/>
                    </a:moveTo>
                    <a:cubicBezTo>
                      <a:pt x="76" y="567"/>
                      <a:pt x="73" y="1133"/>
                      <a:pt x="63" y="1702"/>
                    </a:cubicBezTo>
                    <a:lnTo>
                      <a:pt x="63" y="3404"/>
                    </a:lnTo>
                    <a:cubicBezTo>
                      <a:pt x="66" y="3970"/>
                      <a:pt x="60" y="4536"/>
                      <a:pt x="60" y="5102"/>
                    </a:cubicBezTo>
                    <a:cubicBezTo>
                      <a:pt x="60" y="5385"/>
                      <a:pt x="57" y="5668"/>
                      <a:pt x="47" y="5951"/>
                    </a:cubicBezTo>
                    <a:cubicBezTo>
                      <a:pt x="44" y="6093"/>
                      <a:pt x="44" y="6234"/>
                      <a:pt x="32" y="6376"/>
                    </a:cubicBezTo>
                    <a:lnTo>
                      <a:pt x="19" y="6587"/>
                    </a:lnTo>
                    <a:lnTo>
                      <a:pt x="0" y="6800"/>
                    </a:lnTo>
                    <a:cubicBezTo>
                      <a:pt x="91" y="6241"/>
                      <a:pt x="104" y="5671"/>
                      <a:pt x="120" y="5105"/>
                    </a:cubicBezTo>
                    <a:cubicBezTo>
                      <a:pt x="135" y="4539"/>
                      <a:pt x="148" y="3976"/>
                      <a:pt x="142" y="3407"/>
                    </a:cubicBezTo>
                    <a:cubicBezTo>
                      <a:pt x="139" y="2831"/>
                      <a:pt x="139" y="2265"/>
                      <a:pt x="126" y="1699"/>
                    </a:cubicBezTo>
                    <a:cubicBezTo>
                      <a:pt x="120" y="1133"/>
                      <a:pt x="104" y="567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1" name="Google Shape;821;p24"/>
              <p:cNvSpPr/>
              <p:nvPr/>
            </p:nvSpPr>
            <p:spPr>
              <a:xfrm>
                <a:off x="5139550" y="2012300"/>
                <a:ext cx="13250" cy="1682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728" extrusionOk="0">
                    <a:moveTo>
                      <a:pt x="529" y="0"/>
                    </a:moveTo>
                    <a:cubicBezTo>
                      <a:pt x="343" y="535"/>
                      <a:pt x="208" y="1088"/>
                      <a:pt x="136" y="1651"/>
                    </a:cubicBezTo>
                    <a:cubicBezTo>
                      <a:pt x="60" y="2214"/>
                      <a:pt x="13" y="2780"/>
                      <a:pt x="10" y="3347"/>
                    </a:cubicBezTo>
                    <a:lnTo>
                      <a:pt x="10" y="3771"/>
                    </a:lnTo>
                    <a:cubicBezTo>
                      <a:pt x="1" y="3913"/>
                      <a:pt x="13" y="4054"/>
                      <a:pt x="13" y="4196"/>
                    </a:cubicBezTo>
                    <a:cubicBezTo>
                      <a:pt x="19" y="4479"/>
                      <a:pt x="42" y="4762"/>
                      <a:pt x="64" y="5045"/>
                    </a:cubicBezTo>
                    <a:cubicBezTo>
                      <a:pt x="76" y="5186"/>
                      <a:pt x="92" y="5328"/>
                      <a:pt x="108" y="5470"/>
                    </a:cubicBezTo>
                    <a:lnTo>
                      <a:pt x="155" y="5891"/>
                    </a:lnTo>
                    <a:cubicBezTo>
                      <a:pt x="199" y="6168"/>
                      <a:pt x="240" y="6448"/>
                      <a:pt x="287" y="6728"/>
                    </a:cubicBezTo>
                    <a:lnTo>
                      <a:pt x="192" y="5885"/>
                    </a:lnTo>
                    <a:lnTo>
                      <a:pt x="155" y="5463"/>
                    </a:lnTo>
                    <a:cubicBezTo>
                      <a:pt x="142" y="5328"/>
                      <a:pt x="126" y="5186"/>
                      <a:pt x="123" y="5045"/>
                    </a:cubicBezTo>
                    <a:cubicBezTo>
                      <a:pt x="108" y="4765"/>
                      <a:pt x="82" y="4482"/>
                      <a:pt x="82" y="4199"/>
                    </a:cubicBezTo>
                    <a:cubicBezTo>
                      <a:pt x="79" y="4057"/>
                      <a:pt x="76" y="3916"/>
                      <a:pt x="98" y="3774"/>
                    </a:cubicBezTo>
                    <a:lnTo>
                      <a:pt x="98" y="3350"/>
                    </a:lnTo>
                    <a:cubicBezTo>
                      <a:pt x="82" y="2784"/>
                      <a:pt x="123" y="2221"/>
                      <a:pt x="189" y="1661"/>
                    </a:cubicBezTo>
                    <a:cubicBezTo>
                      <a:pt x="224" y="1378"/>
                      <a:pt x="268" y="1098"/>
                      <a:pt x="325" y="821"/>
                    </a:cubicBezTo>
                    <a:cubicBezTo>
                      <a:pt x="375" y="544"/>
                      <a:pt x="444" y="271"/>
                      <a:pt x="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2" name="Google Shape;822;p24"/>
              <p:cNvSpPr/>
              <p:nvPr/>
            </p:nvSpPr>
            <p:spPr>
              <a:xfrm>
                <a:off x="5115650" y="2014100"/>
                <a:ext cx="249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659" extrusionOk="0">
                    <a:moveTo>
                      <a:pt x="998" y="0"/>
                    </a:moveTo>
                    <a:cubicBezTo>
                      <a:pt x="812" y="224"/>
                      <a:pt x="655" y="466"/>
                      <a:pt x="526" y="730"/>
                    </a:cubicBezTo>
                    <a:cubicBezTo>
                      <a:pt x="494" y="793"/>
                      <a:pt x="463" y="859"/>
                      <a:pt x="435" y="928"/>
                    </a:cubicBezTo>
                    <a:lnTo>
                      <a:pt x="356" y="1133"/>
                    </a:lnTo>
                    <a:lnTo>
                      <a:pt x="315" y="1233"/>
                    </a:lnTo>
                    <a:cubicBezTo>
                      <a:pt x="306" y="1265"/>
                      <a:pt x="296" y="1299"/>
                      <a:pt x="284" y="1337"/>
                    </a:cubicBezTo>
                    <a:lnTo>
                      <a:pt x="221" y="1545"/>
                    </a:lnTo>
                    <a:cubicBezTo>
                      <a:pt x="73" y="2108"/>
                      <a:pt x="0" y="2690"/>
                      <a:pt x="7" y="3271"/>
                    </a:cubicBezTo>
                    <a:lnTo>
                      <a:pt x="16" y="3705"/>
                    </a:lnTo>
                    <a:lnTo>
                      <a:pt x="63" y="4139"/>
                    </a:lnTo>
                    <a:lnTo>
                      <a:pt x="89" y="4356"/>
                    </a:lnTo>
                    <a:cubicBezTo>
                      <a:pt x="101" y="4429"/>
                      <a:pt x="117" y="4501"/>
                      <a:pt x="126" y="4570"/>
                    </a:cubicBezTo>
                    <a:lnTo>
                      <a:pt x="211" y="5001"/>
                    </a:lnTo>
                    <a:cubicBezTo>
                      <a:pt x="221" y="5070"/>
                      <a:pt x="243" y="5143"/>
                      <a:pt x="262" y="5212"/>
                    </a:cubicBezTo>
                    <a:lnTo>
                      <a:pt x="315" y="5420"/>
                    </a:lnTo>
                    <a:lnTo>
                      <a:pt x="431" y="5841"/>
                    </a:lnTo>
                    <a:cubicBezTo>
                      <a:pt x="526" y="6118"/>
                      <a:pt x="623" y="6391"/>
                      <a:pt x="721" y="6659"/>
                    </a:cubicBezTo>
                    <a:lnTo>
                      <a:pt x="466" y="5828"/>
                    </a:lnTo>
                    <a:lnTo>
                      <a:pt x="362" y="5407"/>
                    </a:lnTo>
                    <a:lnTo>
                      <a:pt x="312" y="5199"/>
                    </a:lnTo>
                    <a:cubicBezTo>
                      <a:pt x="293" y="5130"/>
                      <a:pt x="277" y="5058"/>
                      <a:pt x="265" y="4989"/>
                    </a:cubicBezTo>
                    <a:lnTo>
                      <a:pt x="195" y="4564"/>
                    </a:lnTo>
                    <a:lnTo>
                      <a:pt x="158" y="4350"/>
                    </a:lnTo>
                    <a:lnTo>
                      <a:pt x="139" y="4136"/>
                    </a:lnTo>
                    <a:lnTo>
                      <a:pt x="95" y="3705"/>
                    </a:lnTo>
                    <a:lnTo>
                      <a:pt x="89" y="3275"/>
                    </a:lnTo>
                    <a:cubicBezTo>
                      <a:pt x="79" y="2696"/>
                      <a:pt x="148" y="2123"/>
                      <a:pt x="284" y="1564"/>
                    </a:cubicBezTo>
                    <a:lnTo>
                      <a:pt x="343" y="1356"/>
                    </a:lnTo>
                    <a:cubicBezTo>
                      <a:pt x="356" y="1325"/>
                      <a:pt x="362" y="1290"/>
                      <a:pt x="375" y="1252"/>
                    </a:cubicBezTo>
                    <a:lnTo>
                      <a:pt x="409" y="1152"/>
                    </a:lnTo>
                    <a:lnTo>
                      <a:pt x="482" y="947"/>
                    </a:lnTo>
                    <a:cubicBezTo>
                      <a:pt x="510" y="881"/>
                      <a:pt x="541" y="812"/>
                      <a:pt x="567" y="746"/>
                    </a:cubicBezTo>
                    <a:cubicBezTo>
                      <a:pt x="677" y="482"/>
                      <a:pt x="825" y="230"/>
                      <a:pt x="9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3" name="Google Shape;823;p24"/>
              <p:cNvSpPr/>
              <p:nvPr/>
            </p:nvSpPr>
            <p:spPr>
              <a:xfrm>
                <a:off x="5096000" y="2016525"/>
                <a:ext cx="35400" cy="1625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6503" extrusionOk="0">
                    <a:moveTo>
                      <a:pt x="1416" y="1"/>
                    </a:moveTo>
                    <a:cubicBezTo>
                      <a:pt x="1299" y="86"/>
                      <a:pt x="1189" y="186"/>
                      <a:pt x="1082" y="287"/>
                    </a:cubicBezTo>
                    <a:cubicBezTo>
                      <a:pt x="981" y="394"/>
                      <a:pt x="881" y="507"/>
                      <a:pt x="796" y="627"/>
                    </a:cubicBezTo>
                    <a:cubicBezTo>
                      <a:pt x="623" y="866"/>
                      <a:pt x="472" y="1121"/>
                      <a:pt x="356" y="1391"/>
                    </a:cubicBezTo>
                    <a:cubicBezTo>
                      <a:pt x="123" y="1938"/>
                      <a:pt x="6" y="2530"/>
                      <a:pt x="6" y="3121"/>
                    </a:cubicBezTo>
                    <a:cubicBezTo>
                      <a:pt x="0" y="3272"/>
                      <a:pt x="0" y="3420"/>
                      <a:pt x="22" y="3564"/>
                    </a:cubicBezTo>
                    <a:cubicBezTo>
                      <a:pt x="38" y="3712"/>
                      <a:pt x="44" y="3860"/>
                      <a:pt x="73" y="4008"/>
                    </a:cubicBezTo>
                    <a:lnTo>
                      <a:pt x="107" y="4228"/>
                    </a:lnTo>
                    <a:lnTo>
                      <a:pt x="154" y="4442"/>
                    </a:lnTo>
                    <a:cubicBezTo>
                      <a:pt x="183" y="4587"/>
                      <a:pt x="227" y="4731"/>
                      <a:pt x="264" y="4873"/>
                    </a:cubicBezTo>
                    <a:cubicBezTo>
                      <a:pt x="434" y="5439"/>
                      <a:pt x="658" y="5983"/>
                      <a:pt x="937" y="6502"/>
                    </a:cubicBezTo>
                    <a:lnTo>
                      <a:pt x="755" y="6103"/>
                    </a:lnTo>
                    <a:lnTo>
                      <a:pt x="591" y="5694"/>
                    </a:lnTo>
                    <a:lnTo>
                      <a:pt x="447" y="5282"/>
                    </a:lnTo>
                    <a:cubicBezTo>
                      <a:pt x="403" y="5140"/>
                      <a:pt x="356" y="5002"/>
                      <a:pt x="321" y="4860"/>
                    </a:cubicBezTo>
                    <a:lnTo>
                      <a:pt x="268" y="4646"/>
                    </a:lnTo>
                    <a:cubicBezTo>
                      <a:pt x="249" y="4577"/>
                      <a:pt x="233" y="4502"/>
                      <a:pt x="217" y="4432"/>
                    </a:cubicBezTo>
                    <a:lnTo>
                      <a:pt x="173" y="4215"/>
                    </a:lnTo>
                    <a:lnTo>
                      <a:pt x="142" y="3998"/>
                    </a:lnTo>
                    <a:cubicBezTo>
                      <a:pt x="120" y="3854"/>
                      <a:pt x="101" y="3709"/>
                      <a:pt x="95" y="3561"/>
                    </a:cubicBezTo>
                    <a:cubicBezTo>
                      <a:pt x="91" y="3417"/>
                      <a:pt x="79" y="3272"/>
                      <a:pt x="85" y="3127"/>
                    </a:cubicBezTo>
                    <a:cubicBezTo>
                      <a:pt x="85" y="2539"/>
                      <a:pt x="192" y="1963"/>
                      <a:pt x="415" y="1419"/>
                    </a:cubicBezTo>
                    <a:cubicBezTo>
                      <a:pt x="525" y="1149"/>
                      <a:pt x="661" y="894"/>
                      <a:pt x="831" y="652"/>
                    </a:cubicBezTo>
                    <a:cubicBezTo>
                      <a:pt x="997" y="410"/>
                      <a:pt x="1192" y="190"/>
                      <a:pt x="14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4" name="Google Shape;824;p24"/>
              <p:cNvSpPr/>
              <p:nvPr/>
            </p:nvSpPr>
            <p:spPr>
              <a:xfrm>
                <a:off x="5170600" y="2012375"/>
                <a:ext cx="14100" cy="16812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72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" y="274"/>
                      <a:pt x="155" y="544"/>
                      <a:pt x="205" y="824"/>
                    </a:cubicBezTo>
                    <a:cubicBezTo>
                      <a:pt x="262" y="1101"/>
                      <a:pt x="303" y="1381"/>
                      <a:pt x="341" y="1661"/>
                    </a:cubicBezTo>
                    <a:cubicBezTo>
                      <a:pt x="410" y="2218"/>
                      <a:pt x="444" y="2781"/>
                      <a:pt x="473" y="3347"/>
                    </a:cubicBezTo>
                    <a:lnTo>
                      <a:pt x="473" y="3771"/>
                    </a:lnTo>
                    <a:cubicBezTo>
                      <a:pt x="460" y="3913"/>
                      <a:pt x="448" y="4054"/>
                      <a:pt x="448" y="4196"/>
                    </a:cubicBezTo>
                    <a:cubicBezTo>
                      <a:pt x="444" y="4476"/>
                      <a:pt x="422" y="4759"/>
                      <a:pt x="410" y="5042"/>
                    </a:cubicBezTo>
                    <a:cubicBezTo>
                      <a:pt x="407" y="5180"/>
                      <a:pt x="391" y="5322"/>
                      <a:pt x="378" y="5463"/>
                    </a:cubicBezTo>
                    <a:lnTo>
                      <a:pt x="338" y="5882"/>
                    </a:lnTo>
                    <a:lnTo>
                      <a:pt x="243" y="6725"/>
                    </a:lnTo>
                    <a:cubicBezTo>
                      <a:pt x="287" y="6445"/>
                      <a:pt x="338" y="6165"/>
                      <a:pt x="378" y="5888"/>
                    </a:cubicBezTo>
                    <a:lnTo>
                      <a:pt x="426" y="5467"/>
                    </a:lnTo>
                    <a:cubicBezTo>
                      <a:pt x="441" y="5328"/>
                      <a:pt x="460" y="5187"/>
                      <a:pt x="470" y="5045"/>
                    </a:cubicBezTo>
                    <a:cubicBezTo>
                      <a:pt x="492" y="4762"/>
                      <a:pt x="517" y="4479"/>
                      <a:pt x="520" y="4196"/>
                    </a:cubicBezTo>
                    <a:cubicBezTo>
                      <a:pt x="523" y="4054"/>
                      <a:pt x="529" y="3913"/>
                      <a:pt x="564" y="3771"/>
                    </a:cubicBezTo>
                    <a:lnTo>
                      <a:pt x="564" y="3347"/>
                    </a:lnTo>
                    <a:cubicBezTo>
                      <a:pt x="517" y="2781"/>
                      <a:pt x="473" y="2214"/>
                      <a:pt x="394" y="1651"/>
                    </a:cubicBezTo>
                    <a:cubicBezTo>
                      <a:pt x="319" y="1092"/>
                      <a:pt x="190" y="53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5" name="Google Shape;825;p24"/>
              <p:cNvSpPr/>
              <p:nvPr/>
            </p:nvSpPr>
            <p:spPr>
              <a:xfrm>
                <a:off x="5182875" y="2014175"/>
                <a:ext cx="246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659" extrusionOk="0">
                    <a:moveTo>
                      <a:pt x="1" y="1"/>
                    </a:moveTo>
                    <a:cubicBezTo>
                      <a:pt x="170" y="233"/>
                      <a:pt x="312" y="485"/>
                      <a:pt x="416" y="752"/>
                    </a:cubicBezTo>
                    <a:cubicBezTo>
                      <a:pt x="447" y="815"/>
                      <a:pt x="479" y="881"/>
                      <a:pt x="504" y="947"/>
                    </a:cubicBezTo>
                    <a:lnTo>
                      <a:pt x="576" y="1152"/>
                    </a:lnTo>
                    <a:lnTo>
                      <a:pt x="611" y="1255"/>
                    </a:lnTo>
                    <a:cubicBezTo>
                      <a:pt x="623" y="1287"/>
                      <a:pt x="630" y="1322"/>
                      <a:pt x="642" y="1356"/>
                    </a:cubicBezTo>
                    <a:lnTo>
                      <a:pt x="702" y="1564"/>
                    </a:lnTo>
                    <a:cubicBezTo>
                      <a:pt x="840" y="2124"/>
                      <a:pt x="906" y="2702"/>
                      <a:pt x="897" y="3275"/>
                    </a:cubicBezTo>
                    <a:lnTo>
                      <a:pt x="891" y="3709"/>
                    </a:lnTo>
                    <a:lnTo>
                      <a:pt x="847" y="4136"/>
                    </a:lnTo>
                    <a:lnTo>
                      <a:pt x="828" y="4353"/>
                    </a:lnTo>
                    <a:cubicBezTo>
                      <a:pt x="818" y="4423"/>
                      <a:pt x="803" y="4495"/>
                      <a:pt x="793" y="4564"/>
                    </a:cubicBezTo>
                    <a:lnTo>
                      <a:pt x="721" y="4989"/>
                    </a:lnTo>
                    <a:cubicBezTo>
                      <a:pt x="708" y="5061"/>
                      <a:pt x="693" y="5130"/>
                      <a:pt x="674" y="5203"/>
                    </a:cubicBezTo>
                    <a:lnTo>
                      <a:pt x="623" y="5410"/>
                    </a:lnTo>
                    <a:lnTo>
                      <a:pt x="520" y="5832"/>
                    </a:lnTo>
                    <a:lnTo>
                      <a:pt x="265" y="6659"/>
                    </a:lnTo>
                    <a:cubicBezTo>
                      <a:pt x="362" y="6388"/>
                      <a:pt x="457" y="6109"/>
                      <a:pt x="557" y="5841"/>
                    </a:cubicBezTo>
                    <a:lnTo>
                      <a:pt x="671" y="5423"/>
                    </a:lnTo>
                    <a:lnTo>
                      <a:pt x="724" y="5212"/>
                    </a:lnTo>
                    <a:cubicBezTo>
                      <a:pt x="743" y="5143"/>
                      <a:pt x="765" y="5071"/>
                      <a:pt x="774" y="5001"/>
                    </a:cubicBezTo>
                    <a:lnTo>
                      <a:pt x="859" y="4574"/>
                    </a:lnTo>
                    <a:cubicBezTo>
                      <a:pt x="872" y="4501"/>
                      <a:pt x="884" y="4426"/>
                      <a:pt x="897" y="4357"/>
                    </a:cubicBezTo>
                    <a:lnTo>
                      <a:pt x="922" y="4140"/>
                    </a:lnTo>
                    <a:lnTo>
                      <a:pt x="969" y="3709"/>
                    </a:lnTo>
                    <a:lnTo>
                      <a:pt x="982" y="3272"/>
                    </a:lnTo>
                    <a:cubicBezTo>
                      <a:pt x="985" y="2690"/>
                      <a:pt x="913" y="2108"/>
                      <a:pt x="765" y="1545"/>
                    </a:cubicBezTo>
                    <a:lnTo>
                      <a:pt x="702" y="1337"/>
                    </a:lnTo>
                    <a:cubicBezTo>
                      <a:pt x="689" y="1306"/>
                      <a:pt x="683" y="1271"/>
                      <a:pt x="671" y="1233"/>
                    </a:cubicBezTo>
                    <a:lnTo>
                      <a:pt x="630" y="1133"/>
                    </a:lnTo>
                    <a:lnTo>
                      <a:pt x="551" y="928"/>
                    </a:lnTo>
                    <a:cubicBezTo>
                      <a:pt x="526" y="862"/>
                      <a:pt x="491" y="799"/>
                      <a:pt x="460" y="730"/>
                    </a:cubicBezTo>
                    <a:cubicBezTo>
                      <a:pt x="340" y="469"/>
                      <a:pt x="186" y="2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6" name="Google Shape;826;p24"/>
              <p:cNvSpPr/>
              <p:nvPr/>
            </p:nvSpPr>
            <p:spPr>
              <a:xfrm>
                <a:off x="5191850" y="2016625"/>
                <a:ext cx="35175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5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4" y="189"/>
                      <a:pt x="425" y="406"/>
                      <a:pt x="582" y="654"/>
                    </a:cubicBezTo>
                    <a:cubicBezTo>
                      <a:pt x="749" y="893"/>
                      <a:pt x="890" y="1148"/>
                      <a:pt x="1000" y="1419"/>
                    </a:cubicBezTo>
                    <a:cubicBezTo>
                      <a:pt x="1221" y="1963"/>
                      <a:pt x="1334" y="2541"/>
                      <a:pt x="1331" y="3126"/>
                    </a:cubicBezTo>
                    <a:cubicBezTo>
                      <a:pt x="1334" y="3271"/>
                      <a:pt x="1334" y="3416"/>
                      <a:pt x="1318" y="3564"/>
                    </a:cubicBezTo>
                    <a:cubicBezTo>
                      <a:pt x="1302" y="3708"/>
                      <a:pt x="1299" y="3853"/>
                      <a:pt x="1271" y="3998"/>
                    </a:cubicBezTo>
                    <a:lnTo>
                      <a:pt x="1239" y="4215"/>
                    </a:lnTo>
                    <a:lnTo>
                      <a:pt x="1195" y="4432"/>
                    </a:lnTo>
                    <a:cubicBezTo>
                      <a:pt x="1180" y="4501"/>
                      <a:pt x="1164" y="4573"/>
                      <a:pt x="1145" y="4642"/>
                    </a:cubicBezTo>
                    <a:lnTo>
                      <a:pt x="1092" y="4856"/>
                    </a:lnTo>
                    <a:cubicBezTo>
                      <a:pt x="1057" y="4998"/>
                      <a:pt x="1007" y="5136"/>
                      <a:pt x="966" y="5278"/>
                    </a:cubicBezTo>
                    <a:lnTo>
                      <a:pt x="821" y="5693"/>
                    </a:lnTo>
                    <a:lnTo>
                      <a:pt x="658" y="6102"/>
                    </a:lnTo>
                    <a:lnTo>
                      <a:pt x="475" y="6504"/>
                    </a:lnTo>
                    <a:cubicBezTo>
                      <a:pt x="755" y="5985"/>
                      <a:pt x="978" y="5438"/>
                      <a:pt x="1148" y="4872"/>
                    </a:cubicBezTo>
                    <a:cubicBezTo>
                      <a:pt x="1189" y="4730"/>
                      <a:pt x="1230" y="4589"/>
                      <a:pt x="1258" y="4444"/>
                    </a:cubicBezTo>
                    <a:lnTo>
                      <a:pt x="1305" y="4227"/>
                    </a:lnTo>
                    <a:lnTo>
                      <a:pt x="1340" y="4010"/>
                    </a:lnTo>
                    <a:cubicBezTo>
                      <a:pt x="1365" y="3865"/>
                      <a:pt x="1384" y="3718"/>
                      <a:pt x="1390" y="3570"/>
                    </a:cubicBezTo>
                    <a:cubicBezTo>
                      <a:pt x="1400" y="3422"/>
                      <a:pt x="1406" y="3274"/>
                      <a:pt x="1406" y="3126"/>
                    </a:cubicBezTo>
                    <a:cubicBezTo>
                      <a:pt x="1406" y="2532"/>
                      <a:pt x="1290" y="1944"/>
                      <a:pt x="1057" y="1396"/>
                    </a:cubicBezTo>
                    <a:cubicBezTo>
                      <a:pt x="944" y="1126"/>
                      <a:pt x="796" y="865"/>
                      <a:pt x="617" y="629"/>
                    </a:cubicBezTo>
                    <a:cubicBezTo>
                      <a:pt x="525" y="513"/>
                      <a:pt x="434" y="396"/>
                      <a:pt x="330" y="293"/>
                    </a:cubicBezTo>
                    <a:cubicBezTo>
                      <a:pt x="230" y="186"/>
                      <a:pt x="120" y="8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7" name="Google Shape;827;p24"/>
              <p:cNvSpPr/>
              <p:nvPr/>
            </p:nvSpPr>
            <p:spPr>
              <a:xfrm>
                <a:off x="5156850" y="2060575"/>
                <a:ext cx="121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10" extrusionOk="0">
                    <a:moveTo>
                      <a:pt x="485" y="0"/>
                    </a:moveTo>
                    <a:cubicBezTo>
                      <a:pt x="460" y="35"/>
                      <a:pt x="431" y="76"/>
                      <a:pt x="409" y="110"/>
                    </a:cubicBezTo>
                    <a:cubicBezTo>
                      <a:pt x="384" y="145"/>
                      <a:pt x="362" y="179"/>
                      <a:pt x="337" y="220"/>
                    </a:cubicBezTo>
                    <a:cubicBezTo>
                      <a:pt x="303" y="278"/>
                      <a:pt x="265" y="341"/>
                      <a:pt x="228" y="404"/>
                    </a:cubicBezTo>
                    <a:lnTo>
                      <a:pt x="228" y="404"/>
                    </a:lnTo>
                    <a:cubicBezTo>
                      <a:pt x="157" y="289"/>
                      <a:pt x="82" y="176"/>
                      <a:pt x="1" y="66"/>
                    </a:cubicBezTo>
                    <a:lnTo>
                      <a:pt x="1" y="66"/>
                    </a:lnTo>
                    <a:cubicBezTo>
                      <a:pt x="63" y="205"/>
                      <a:pt x="130" y="337"/>
                      <a:pt x="202" y="472"/>
                    </a:cubicBezTo>
                    <a:lnTo>
                      <a:pt x="224" y="510"/>
                    </a:lnTo>
                    <a:lnTo>
                      <a:pt x="249" y="472"/>
                    </a:lnTo>
                    <a:cubicBezTo>
                      <a:pt x="287" y="406"/>
                      <a:pt x="321" y="337"/>
                      <a:pt x="359" y="271"/>
                    </a:cubicBezTo>
                    <a:cubicBezTo>
                      <a:pt x="384" y="220"/>
                      <a:pt x="409" y="173"/>
                      <a:pt x="431" y="123"/>
                    </a:cubicBezTo>
                    <a:cubicBezTo>
                      <a:pt x="447" y="82"/>
                      <a:pt x="469" y="38"/>
                      <a:pt x="4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8" name="Google Shape;828;p24"/>
              <p:cNvSpPr/>
              <p:nvPr/>
            </p:nvSpPr>
            <p:spPr>
              <a:xfrm>
                <a:off x="5161400" y="2057725"/>
                <a:ext cx="18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86" extrusionOk="0">
                    <a:moveTo>
                      <a:pt x="26" y="1"/>
                    </a:moveTo>
                    <a:cubicBezTo>
                      <a:pt x="1" y="196"/>
                      <a:pt x="7" y="397"/>
                      <a:pt x="48" y="586"/>
                    </a:cubicBezTo>
                    <a:cubicBezTo>
                      <a:pt x="73" y="394"/>
                      <a:pt x="70" y="193"/>
                      <a:pt x="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9" name="Google Shape;829;p24"/>
              <p:cNvSpPr/>
              <p:nvPr/>
            </p:nvSpPr>
            <p:spPr>
              <a:xfrm>
                <a:off x="5204825" y="2012525"/>
                <a:ext cx="124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92" extrusionOk="0">
                    <a:moveTo>
                      <a:pt x="50" y="0"/>
                    </a:moveTo>
                    <a:cubicBezTo>
                      <a:pt x="25" y="145"/>
                      <a:pt x="6" y="299"/>
                      <a:pt x="0" y="444"/>
                    </a:cubicBezTo>
                    <a:lnTo>
                      <a:pt x="0" y="491"/>
                    </a:lnTo>
                    <a:lnTo>
                      <a:pt x="41" y="472"/>
                    </a:lnTo>
                    <a:cubicBezTo>
                      <a:pt x="120" y="431"/>
                      <a:pt x="198" y="387"/>
                      <a:pt x="271" y="343"/>
                    </a:cubicBezTo>
                    <a:lnTo>
                      <a:pt x="387" y="277"/>
                    </a:lnTo>
                    <a:cubicBezTo>
                      <a:pt x="422" y="255"/>
                      <a:pt x="459" y="230"/>
                      <a:pt x="497" y="208"/>
                    </a:cubicBezTo>
                    <a:lnTo>
                      <a:pt x="497" y="208"/>
                    </a:lnTo>
                    <a:cubicBezTo>
                      <a:pt x="456" y="224"/>
                      <a:pt x="418" y="236"/>
                      <a:pt x="374" y="255"/>
                    </a:cubicBezTo>
                    <a:cubicBezTo>
                      <a:pt x="330" y="274"/>
                      <a:pt x="293" y="290"/>
                      <a:pt x="252" y="309"/>
                    </a:cubicBezTo>
                    <a:lnTo>
                      <a:pt x="58" y="407"/>
                    </a:lnTo>
                    <a:lnTo>
                      <a:pt x="58" y="407"/>
                    </a:lnTo>
                    <a:cubicBezTo>
                      <a:pt x="63" y="272"/>
                      <a:pt x="62" y="134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0" name="Google Shape;830;p24"/>
              <p:cNvSpPr/>
              <p:nvPr/>
            </p:nvSpPr>
            <p:spPr>
              <a:xfrm>
                <a:off x="5205450" y="2011175"/>
                <a:ext cx="75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505" extrusionOk="0">
                    <a:moveTo>
                      <a:pt x="302" y="1"/>
                    </a:moveTo>
                    <a:lnTo>
                      <a:pt x="302" y="1"/>
                    </a:lnTo>
                    <a:cubicBezTo>
                      <a:pt x="173" y="149"/>
                      <a:pt x="70" y="322"/>
                      <a:pt x="0" y="504"/>
                    </a:cubicBezTo>
                    <a:cubicBezTo>
                      <a:pt x="66" y="432"/>
                      <a:pt x="120" y="353"/>
                      <a:pt x="173" y="265"/>
                    </a:cubicBezTo>
                    <a:cubicBezTo>
                      <a:pt x="224" y="183"/>
                      <a:pt x="268" y="95"/>
                      <a:pt x="3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1" name="Google Shape;831;p24"/>
              <p:cNvSpPr/>
              <p:nvPr/>
            </p:nvSpPr>
            <p:spPr>
              <a:xfrm>
                <a:off x="5194200" y="2046100"/>
                <a:ext cx="123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76" extrusionOk="0">
                    <a:moveTo>
                      <a:pt x="491" y="0"/>
                    </a:moveTo>
                    <a:cubicBezTo>
                      <a:pt x="460" y="32"/>
                      <a:pt x="428" y="67"/>
                      <a:pt x="403" y="98"/>
                    </a:cubicBezTo>
                    <a:cubicBezTo>
                      <a:pt x="375" y="136"/>
                      <a:pt x="347" y="167"/>
                      <a:pt x="318" y="202"/>
                    </a:cubicBezTo>
                    <a:cubicBezTo>
                      <a:pt x="275" y="256"/>
                      <a:pt x="229" y="314"/>
                      <a:pt x="186" y="371"/>
                    </a:cubicBezTo>
                    <a:lnTo>
                      <a:pt x="186" y="371"/>
                    </a:lnTo>
                    <a:cubicBezTo>
                      <a:pt x="131" y="249"/>
                      <a:pt x="68" y="126"/>
                      <a:pt x="1" y="10"/>
                    </a:cubicBezTo>
                    <a:lnTo>
                      <a:pt x="1" y="10"/>
                    </a:lnTo>
                    <a:cubicBezTo>
                      <a:pt x="45" y="155"/>
                      <a:pt x="98" y="296"/>
                      <a:pt x="155" y="438"/>
                    </a:cubicBezTo>
                    <a:lnTo>
                      <a:pt x="174" y="475"/>
                    </a:lnTo>
                    <a:lnTo>
                      <a:pt x="202" y="441"/>
                    </a:lnTo>
                    <a:cubicBezTo>
                      <a:pt x="255" y="372"/>
                      <a:pt x="302" y="296"/>
                      <a:pt x="356" y="224"/>
                    </a:cubicBezTo>
                    <a:cubicBezTo>
                      <a:pt x="378" y="189"/>
                      <a:pt x="403" y="155"/>
                      <a:pt x="425" y="114"/>
                    </a:cubicBezTo>
                    <a:cubicBezTo>
                      <a:pt x="450" y="76"/>
                      <a:pt x="472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2" name="Google Shape;832;p24"/>
              <p:cNvSpPr/>
              <p:nvPr/>
            </p:nvSpPr>
            <p:spPr>
              <a:xfrm>
                <a:off x="5198450" y="2042100"/>
                <a:ext cx="20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80" h="586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35" y="94"/>
                      <a:pt x="19" y="192"/>
                      <a:pt x="13" y="289"/>
                    </a:cubicBezTo>
                    <a:cubicBezTo>
                      <a:pt x="0" y="390"/>
                      <a:pt x="0" y="488"/>
                      <a:pt x="13" y="585"/>
                    </a:cubicBezTo>
                    <a:cubicBezTo>
                      <a:pt x="63" y="393"/>
                      <a:pt x="79" y="195"/>
                      <a:pt x="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3" name="Google Shape;833;p24"/>
              <p:cNvSpPr/>
              <p:nvPr/>
            </p:nvSpPr>
            <p:spPr>
              <a:xfrm>
                <a:off x="5123050" y="2029200"/>
                <a:ext cx="122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151"/>
                      <a:pt x="44" y="296"/>
                      <a:pt x="76" y="450"/>
                    </a:cubicBezTo>
                    <a:lnTo>
                      <a:pt x="88" y="491"/>
                    </a:lnTo>
                    <a:lnTo>
                      <a:pt x="123" y="459"/>
                    </a:lnTo>
                    <a:lnTo>
                      <a:pt x="305" y="277"/>
                    </a:lnTo>
                    <a:cubicBezTo>
                      <a:pt x="337" y="239"/>
                      <a:pt x="362" y="208"/>
                      <a:pt x="396" y="176"/>
                    </a:cubicBezTo>
                    <a:cubicBezTo>
                      <a:pt x="434" y="145"/>
                      <a:pt x="459" y="113"/>
                      <a:pt x="488" y="79"/>
                    </a:cubicBezTo>
                    <a:lnTo>
                      <a:pt x="488" y="79"/>
                    </a:lnTo>
                    <a:cubicBezTo>
                      <a:pt x="453" y="104"/>
                      <a:pt x="415" y="129"/>
                      <a:pt x="381" y="158"/>
                    </a:cubicBezTo>
                    <a:lnTo>
                      <a:pt x="280" y="239"/>
                    </a:lnTo>
                    <a:cubicBezTo>
                      <a:pt x="227" y="292"/>
                      <a:pt x="172" y="340"/>
                      <a:pt x="119" y="392"/>
                    </a:cubicBezTo>
                    <a:lnTo>
                      <a:pt x="119" y="392"/>
                    </a:lnTo>
                    <a:cubicBezTo>
                      <a:pt x="86" y="259"/>
                      <a:pt x="46" y="12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4" name="Google Shape;834;p24"/>
              <p:cNvSpPr/>
              <p:nvPr/>
            </p:nvSpPr>
            <p:spPr>
              <a:xfrm>
                <a:off x="5125625" y="2025975"/>
                <a:ext cx="38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567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70" y="176"/>
                      <a:pt x="20" y="368"/>
                      <a:pt x="1" y="566"/>
                    </a:cubicBezTo>
                    <a:cubicBezTo>
                      <a:pt x="86" y="390"/>
                      <a:pt x="136" y="195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5" name="Google Shape;835;p24"/>
              <p:cNvSpPr/>
              <p:nvPr/>
            </p:nvSpPr>
            <p:spPr>
              <a:xfrm>
                <a:off x="5236900" y="2069925"/>
                <a:ext cx="130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88" extrusionOk="0">
                    <a:moveTo>
                      <a:pt x="104" y="0"/>
                    </a:moveTo>
                    <a:lnTo>
                      <a:pt x="104" y="0"/>
                    </a:lnTo>
                    <a:cubicBezTo>
                      <a:pt x="60" y="148"/>
                      <a:pt x="26" y="299"/>
                      <a:pt x="7" y="450"/>
                    </a:cubicBezTo>
                    <a:lnTo>
                      <a:pt x="0" y="488"/>
                    </a:lnTo>
                    <a:lnTo>
                      <a:pt x="41" y="472"/>
                    </a:lnTo>
                    <a:cubicBezTo>
                      <a:pt x="126" y="441"/>
                      <a:pt x="205" y="409"/>
                      <a:pt x="287" y="372"/>
                    </a:cubicBezTo>
                    <a:cubicBezTo>
                      <a:pt x="324" y="353"/>
                      <a:pt x="365" y="337"/>
                      <a:pt x="403" y="318"/>
                    </a:cubicBezTo>
                    <a:lnTo>
                      <a:pt x="523" y="258"/>
                    </a:lnTo>
                    <a:lnTo>
                      <a:pt x="523" y="258"/>
                    </a:lnTo>
                    <a:cubicBezTo>
                      <a:pt x="478" y="268"/>
                      <a:pt x="441" y="277"/>
                      <a:pt x="397" y="290"/>
                    </a:cubicBezTo>
                    <a:lnTo>
                      <a:pt x="271" y="331"/>
                    </a:lnTo>
                    <a:cubicBezTo>
                      <a:pt x="203" y="352"/>
                      <a:pt x="133" y="377"/>
                      <a:pt x="64" y="403"/>
                    </a:cubicBezTo>
                    <a:lnTo>
                      <a:pt x="64" y="403"/>
                    </a:lnTo>
                    <a:cubicBezTo>
                      <a:pt x="85" y="269"/>
                      <a:pt x="99" y="134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6" name="Google Shape;836;p24"/>
              <p:cNvSpPr/>
              <p:nvPr/>
            </p:nvSpPr>
            <p:spPr>
              <a:xfrm>
                <a:off x="5237600" y="2069375"/>
                <a:ext cx="90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66" extrusionOk="0">
                    <a:moveTo>
                      <a:pt x="359" y="0"/>
                    </a:moveTo>
                    <a:cubicBezTo>
                      <a:pt x="215" y="133"/>
                      <a:pt x="92" y="293"/>
                      <a:pt x="1" y="466"/>
                    </a:cubicBezTo>
                    <a:cubicBezTo>
                      <a:pt x="76" y="403"/>
                      <a:pt x="145" y="328"/>
                      <a:pt x="202" y="249"/>
                    </a:cubicBezTo>
                    <a:cubicBezTo>
                      <a:pt x="262" y="173"/>
                      <a:pt x="315" y="89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7" name="Google Shape;837;p24"/>
              <p:cNvSpPr/>
              <p:nvPr/>
            </p:nvSpPr>
            <p:spPr>
              <a:xfrm>
                <a:off x="5135300" y="2109800"/>
                <a:ext cx="123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513" extrusionOk="0">
                    <a:moveTo>
                      <a:pt x="491" y="0"/>
                    </a:moveTo>
                    <a:cubicBezTo>
                      <a:pt x="466" y="35"/>
                      <a:pt x="441" y="72"/>
                      <a:pt x="419" y="107"/>
                    </a:cubicBezTo>
                    <a:cubicBezTo>
                      <a:pt x="394" y="142"/>
                      <a:pt x="372" y="176"/>
                      <a:pt x="347" y="217"/>
                    </a:cubicBezTo>
                    <a:cubicBezTo>
                      <a:pt x="312" y="281"/>
                      <a:pt x="274" y="342"/>
                      <a:pt x="236" y="407"/>
                    </a:cubicBezTo>
                    <a:lnTo>
                      <a:pt x="236" y="407"/>
                    </a:lnTo>
                    <a:cubicBezTo>
                      <a:pt x="164" y="291"/>
                      <a:pt x="86" y="178"/>
                      <a:pt x="1" y="72"/>
                    </a:cubicBezTo>
                    <a:lnTo>
                      <a:pt x="1" y="72"/>
                    </a:lnTo>
                    <a:cubicBezTo>
                      <a:pt x="61" y="208"/>
                      <a:pt x="133" y="343"/>
                      <a:pt x="215" y="472"/>
                    </a:cubicBezTo>
                    <a:lnTo>
                      <a:pt x="237" y="513"/>
                    </a:lnTo>
                    <a:lnTo>
                      <a:pt x="262" y="472"/>
                    </a:lnTo>
                    <a:cubicBezTo>
                      <a:pt x="300" y="409"/>
                      <a:pt x="334" y="343"/>
                      <a:pt x="366" y="277"/>
                    </a:cubicBezTo>
                    <a:cubicBezTo>
                      <a:pt x="391" y="223"/>
                      <a:pt x="419" y="173"/>
                      <a:pt x="441" y="123"/>
                    </a:cubicBezTo>
                    <a:cubicBezTo>
                      <a:pt x="457" y="82"/>
                      <a:pt x="476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8" name="Google Shape;838;p24"/>
              <p:cNvSpPr/>
              <p:nvPr/>
            </p:nvSpPr>
            <p:spPr>
              <a:xfrm>
                <a:off x="5095525" y="2130550"/>
                <a:ext cx="1072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0" extrusionOk="0">
                    <a:moveTo>
                      <a:pt x="428" y="0"/>
                    </a:moveTo>
                    <a:cubicBezTo>
                      <a:pt x="415" y="35"/>
                      <a:pt x="409" y="79"/>
                      <a:pt x="403" y="117"/>
                    </a:cubicBezTo>
                    <a:cubicBezTo>
                      <a:pt x="390" y="164"/>
                      <a:pt x="378" y="236"/>
                      <a:pt x="368" y="280"/>
                    </a:cubicBezTo>
                    <a:cubicBezTo>
                      <a:pt x="358" y="344"/>
                      <a:pt x="348" y="407"/>
                      <a:pt x="339" y="472"/>
                    </a:cubicBezTo>
                    <a:lnTo>
                      <a:pt x="339" y="472"/>
                    </a:lnTo>
                    <a:cubicBezTo>
                      <a:pt x="229" y="392"/>
                      <a:pt x="116" y="319"/>
                      <a:pt x="0" y="249"/>
                    </a:cubicBezTo>
                    <a:lnTo>
                      <a:pt x="0" y="249"/>
                    </a:lnTo>
                    <a:cubicBezTo>
                      <a:pt x="110" y="350"/>
                      <a:pt x="224" y="447"/>
                      <a:pt x="349" y="541"/>
                    </a:cubicBezTo>
                    <a:lnTo>
                      <a:pt x="387" y="570"/>
                    </a:lnTo>
                    <a:lnTo>
                      <a:pt x="393" y="523"/>
                    </a:lnTo>
                    <a:cubicBezTo>
                      <a:pt x="406" y="434"/>
                      <a:pt x="412" y="353"/>
                      <a:pt x="422" y="261"/>
                    </a:cubicBezTo>
                    <a:cubicBezTo>
                      <a:pt x="428" y="224"/>
                      <a:pt x="428" y="177"/>
                      <a:pt x="428" y="133"/>
                    </a:cubicBez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9" name="Google Shape;839;p24"/>
              <p:cNvSpPr/>
              <p:nvPr/>
            </p:nvSpPr>
            <p:spPr>
              <a:xfrm>
                <a:off x="5099050" y="2130150"/>
                <a:ext cx="61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3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98"/>
                      <a:pt x="57" y="193"/>
                      <a:pt x="98" y="284"/>
                    </a:cubicBezTo>
                    <a:cubicBezTo>
                      <a:pt x="139" y="375"/>
                      <a:pt x="186" y="460"/>
                      <a:pt x="246" y="539"/>
                    </a:cubicBezTo>
                    <a:cubicBezTo>
                      <a:pt x="199" y="347"/>
                      <a:pt x="114" y="16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0" name="Google Shape;840;p24"/>
              <p:cNvSpPr/>
              <p:nvPr/>
            </p:nvSpPr>
            <p:spPr>
              <a:xfrm>
                <a:off x="5086475" y="2029275"/>
                <a:ext cx="107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3" extrusionOk="0">
                    <a:moveTo>
                      <a:pt x="372" y="0"/>
                    </a:moveTo>
                    <a:cubicBezTo>
                      <a:pt x="365" y="44"/>
                      <a:pt x="365" y="95"/>
                      <a:pt x="340" y="136"/>
                    </a:cubicBezTo>
                    <a:lnTo>
                      <a:pt x="340" y="265"/>
                    </a:lnTo>
                    <a:cubicBezTo>
                      <a:pt x="361" y="339"/>
                      <a:pt x="369" y="406"/>
                      <a:pt x="374" y="478"/>
                    </a:cubicBezTo>
                    <a:lnTo>
                      <a:pt x="374" y="478"/>
                    </a:lnTo>
                    <a:cubicBezTo>
                      <a:pt x="253" y="418"/>
                      <a:pt x="127" y="366"/>
                      <a:pt x="1" y="321"/>
                    </a:cubicBezTo>
                    <a:lnTo>
                      <a:pt x="1" y="321"/>
                    </a:lnTo>
                    <a:cubicBezTo>
                      <a:pt x="126" y="403"/>
                      <a:pt x="255" y="478"/>
                      <a:pt x="394" y="551"/>
                    </a:cubicBezTo>
                    <a:lnTo>
                      <a:pt x="428" y="573"/>
                    </a:lnTo>
                    <a:lnTo>
                      <a:pt x="428" y="526"/>
                    </a:lnTo>
                    <a:cubicBezTo>
                      <a:pt x="425" y="434"/>
                      <a:pt x="422" y="353"/>
                      <a:pt x="409" y="261"/>
                    </a:cubicBezTo>
                    <a:cubicBezTo>
                      <a:pt x="406" y="221"/>
                      <a:pt x="403" y="170"/>
                      <a:pt x="394" y="132"/>
                    </a:cubicBezTo>
                    <a:cubicBezTo>
                      <a:pt x="387" y="92"/>
                      <a:pt x="378" y="44"/>
                      <a:pt x="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1" name="Google Shape;841;p24"/>
              <p:cNvSpPr/>
              <p:nvPr/>
            </p:nvSpPr>
            <p:spPr>
              <a:xfrm>
                <a:off x="5088050" y="2030300"/>
                <a:ext cx="86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344" h="4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" y="91"/>
                      <a:pt x="92" y="173"/>
                      <a:pt x="151" y="255"/>
                    </a:cubicBezTo>
                    <a:cubicBezTo>
                      <a:pt x="208" y="337"/>
                      <a:pt x="271" y="412"/>
                      <a:pt x="343" y="478"/>
                    </a:cubicBezTo>
                    <a:cubicBezTo>
                      <a:pt x="299" y="390"/>
                      <a:pt x="252" y="302"/>
                      <a:pt x="192" y="224"/>
                    </a:cubicBezTo>
                    <a:cubicBezTo>
                      <a:pt x="133" y="142"/>
                      <a:pt x="73" y="6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2" name="Google Shape;842;p24"/>
              <p:cNvSpPr/>
              <p:nvPr/>
            </p:nvSpPr>
            <p:spPr>
              <a:xfrm>
                <a:off x="5220075" y="2108450"/>
                <a:ext cx="122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79" extrusionOk="0">
                    <a:moveTo>
                      <a:pt x="491" y="1"/>
                    </a:moveTo>
                    <a:cubicBezTo>
                      <a:pt x="456" y="32"/>
                      <a:pt x="428" y="67"/>
                      <a:pt x="400" y="98"/>
                    </a:cubicBezTo>
                    <a:cubicBezTo>
                      <a:pt x="371" y="130"/>
                      <a:pt x="346" y="164"/>
                      <a:pt x="318" y="199"/>
                    </a:cubicBezTo>
                    <a:lnTo>
                      <a:pt x="193" y="373"/>
                    </a:lnTo>
                    <a:lnTo>
                      <a:pt x="193" y="373"/>
                    </a:lnTo>
                    <a:cubicBezTo>
                      <a:pt x="135" y="249"/>
                      <a:pt x="71" y="129"/>
                      <a:pt x="0" y="10"/>
                    </a:cubicBezTo>
                    <a:lnTo>
                      <a:pt x="0" y="10"/>
                    </a:lnTo>
                    <a:cubicBezTo>
                      <a:pt x="48" y="158"/>
                      <a:pt x="104" y="299"/>
                      <a:pt x="164" y="441"/>
                    </a:cubicBezTo>
                    <a:lnTo>
                      <a:pt x="183" y="479"/>
                    </a:lnTo>
                    <a:lnTo>
                      <a:pt x="211" y="444"/>
                    </a:lnTo>
                    <a:cubicBezTo>
                      <a:pt x="261" y="372"/>
                      <a:pt x="309" y="303"/>
                      <a:pt x="356" y="227"/>
                    </a:cubicBezTo>
                    <a:cubicBezTo>
                      <a:pt x="384" y="189"/>
                      <a:pt x="409" y="152"/>
                      <a:pt x="428" y="114"/>
                    </a:cubicBezTo>
                    <a:cubicBezTo>
                      <a:pt x="447" y="79"/>
                      <a:pt x="472" y="38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3" name="Google Shape;843;p24"/>
              <p:cNvSpPr/>
              <p:nvPr/>
            </p:nvSpPr>
            <p:spPr>
              <a:xfrm>
                <a:off x="5088275" y="2159175"/>
                <a:ext cx="145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5829" y="805"/>
                    </a:lnTo>
                    <a:lnTo>
                      <a:pt x="58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844" name="Google Shape;844;p24"/>
          <p:cNvGrpSpPr/>
          <p:nvPr/>
        </p:nvGrpSpPr>
        <p:grpSpPr>
          <a:xfrm>
            <a:off x="-440077" y="2576308"/>
            <a:ext cx="1110229" cy="1080133"/>
            <a:chOff x="-2137228" y="1713916"/>
            <a:chExt cx="886198" cy="862175"/>
          </a:xfrm>
        </p:grpSpPr>
        <p:sp>
          <p:nvSpPr>
            <p:cNvPr id="845" name="Google Shape;845;p24"/>
            <p:cNvSpPr/>
            <p:nvPr/>
          </p:nvSpPr>
          <p:spPr>
            <a:xfrm>
              <a:off x="-1995630" y="1713916"/>
              <a:ext cx="744600" cy="744161"/>
            </a:xfrm>
            <a:custGeom>
              <a:avLst/>
              <a:gdLst/>
              <a:ahLst/>
              <a:cxnLst/>
              <a:rect l="l" t="t" r="r" b="b"/>
              <a:pathLst>
                <a:path w="5653" h="5650" extrusionOk="0">
                  <a:moveTo>
                    <a:pt x="1" y="1"/>
                  </a:moveTo>
                  <a:lnTo>
                    <a:pt x="1" y="5649"/>
                  </a:lnTo>
                  <a:lnTo>
                    <a:pt x="5653" y="5649"/>
                  </a:lnTo>
                  <a:lnTo>
                    <a:pt x="56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-1959539" y="1749082"/>
              <a:ext cx="673736" cy="673828"/>
            </a:xfrm>
            <a:custGeom>
              <a:avLst/>
              <a:gdLst/>
              <a:ahLst/>
              <a:cxnLst/>
              <a:rect l="l" t="t" r="r" b="b"/>
              <a:pathLst>
                <a:path w="5115" h="5116" extrusionOk="0">
                  <a:moveTo>
                    <a:pt x="0" y="1"/>
                  </a:moveTo>
                  <a:lnTo>
                    <a:pt x="0" y="5115"/>
                  </a:lnTo>
                  <a:lnTo>
                    <a:pt x="5115" y="5115"/>
                  </a:lnTo>
                  <a:lnTo>
                    <a:pt x="51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-1853901" y="1865120"/>
              <a:ext cx="137250" cy="126442"/>
            </a:xfrm>
            <a:custGeom>
              <a:avLst/>
              <a:gdLst/>
              <a:ahLst/>
              <a:cxnLst/>
              <a:rect l="l" t="t" r="r" b="b"/>
              <a:pathLst>
                <a:path w="1042" h="960" extrusionOk="0">
                  <a:moveTo>
                    <a:pt x="519" y="1"/>
                  </a:moveTo>
                  <a:cubicBezTo>
                    <a:pt x="488" y="1"/>
                    <a:pt x="457" y="4"/>
                    <a:pt x="425" y="10"/>
                  </a:cubicBezTo>
                  <a:cubicBezTo>
                    <a:pt x="236" y="48"/>
                    <a:pt x="85" y="199"/>
                    <a:pt x="51" y="387"/>
                  </a:cubicBezTo>
                  <a:cubicBezTo>
                    <a:pt x="1" y="645"/>
                    <a:pt x="170" y="897"/>
                    <a:pt x="428" y="950"/>
                  </a:cubicBezTo>
                  <a:cubicBezTo>
                    <a:pt x="459" y="956"/>
                    <a:pt x="489" y="959"/>
                    <a:pt x="519" y="959"/>
                  </a:cubicBezTo>
                  <a:cubicBezTo>
                    <a:pt x="744" y="959"/>
                    <a:pt x="947" y="800"/>
                    <a:pt x="991" y="573"/>
                  </a:cubicBezTo>
                  <a:cubicBezTo>
                    <a:pt x="1042" y="312"/>
                    <a:pt x="872" y="60"/>
                    <a:pt x="614" y="10"/>
                  </a:cubicBezTo>
                  <a:cubicBezTo>
                    <a:pt x="582" y="4"/>
                    <a:pt x="551" y="1"/>
                    <a:pt x="51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-1769337" y="1974441"/>
              <a:ext cx="482746" cy="271586"/>
            </a:xfrm>
            <a:custGeom>
              <a:avLst/>
              <a:gdLst/>
              <a:ahLst/>
              <a:cxnLst/>
              <a:rect l="l" t="t" r="r" b="b"/>
              <a:pathLst>
                <a:path w="3665" h="2062" extrusionOk="0">
                  <a:moveTo>
                    <a:pt x="1831" y="1"/>
                  </a:moveTo>
                  <a:lnTo>
                    <a:pt x="0" y="2061"/>
                  </a:lnTo>
                  <a:lnTo>
                    <a:pt x="3664" y="2061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-1954929" y="2069405"/>
              <a:ext cx="398973" cy="176623"/>
            </a:xfrm>
            <a:custGeom>
              <a:avLst/>
              <a:gdLst/>
              <a:ahLst/>
              <a:cxnLst/>
              <a:rect l="l" t="t" r="r" b="b"/>
              <a:pathLst>
                <a:path w="3029" h="1341" extrusionOk="0">
                  <a:moveTo>
                    <a:pt x="1513" y="0"/>
                  </a:moveTo>
                  <a:lnTo>
                    <a:pt x="0" y="1340"/>
                  </a:lnTo>
                  <a:lnTo>
                    <a:pt x="3029" y="1340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-1959539" y="2245898"/>
              <a:ext cx="673736" cy="177413"/>
            </a:xfrm>
            <a:custGeom>
              <a:avLst/>
              <a:gdLst/>
              <a:ahLst/>
              <a:cxnLst/>
              <a:rect l="l" t="t" r="r" b="b"/>
              <a:pathLst>
                <a:path w="5115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5115" y="1346"/>
                  </a:lnTo>
                  <a:lnTo>
                    <a:pt x="511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-2137228" y="1831929"/>
              <a:ext cx="744073" cy="744161"/>
            </a:xfrm>
            <a:custGeom>
              <a:avLst/>
              <a:gdLst/>
              <a:ahLst/>
              <a:cxnLst/>
              <a:rect l="l" t="t" r="r" b="b"/>
              <a:pathLst>
                <a:path w="5649" h="5650" extrusionOk="0">
                  <a:moveTo>
                    <a:pt x="0" y="1"/>
                  </a:moveTo>
                  <a:lnTo>
                    <a:pt x="0" y="5650"/>
                  </a:lnTo>
                  <a:lnTo>
                    <a:pt x="5649" y="5650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-2101664" y="1868018"/>
              <a:ext cx="673736" cy="673696"/>
            </a:xfrm>
            <a:custGeom>
              <a:avLst/>
              <a:gdLst/>
              <a:ahLst/>
              <a:cxnLst/>
              <a:rect l="l" t="t" r="r" b="b"/>
              <a:pathLst>
                <a:path w="5115" h="5115" extrusionOk="0">
                  <a:moveTo>
                    <a:pt x="1" y="1"/>
                  </a:moveTo>
                  <a:lnTo>
                    <a:pt x="1" y="5115"/>
                  </a:lnTo>
                  <a:lnTo>
                    <a:pt x="5115" y="5115"/>
                  </a:lnTo>
                  <a:lnTo>
                    <a:pt x="51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-1996025" y="1983134"/>
              <a:ext cx="137250" cy="126442"/>
            </a:xfrm>
            <a:custGeom>
              <a:avLst/>
              <a:gdLst/>
              <a:ahLst/>
              <a:cxnLst/>
              <a:rect l="l" t="t" r="r" b="b"/>
              <a:pathLst>
                <a:path w="1042" h="960" extrusionOk="0">
                  <a:moveTo>
                    <a:pt x="520" y="1"/>
                  </a:moveTo>
                  <a:cubicBezTo>
                    <a:pt x="488" y="1"/>
                    <a:pt x="457" y="4"/>
                    <a:pt x="425" y="10"/>
                  </a:cubicBezTo>
                  <a:cubicBezTo>
                    <a:pt x="237" y="48"/>
                    <a:pt x="92" y="196"/>
                    <a:pt x="54" y="388"/>
                  </a:cubicBezTo>
                  <a:cubicBezTo>
                    <a:pt x="1" y="646"/>
                    <a:pt x="171" y="897"/>
                    <a:pt x="428" y="951"/>
                  </a:cubicBezTo>
                  <a:cubicBezTo>
                    <a:pt x="459" y="957"/>
                    <a:pt x="490" y="960"/>
                    <a:pt x="521" y="960"/>
                  </a:cubicBezTo>
                  <a:cubicBezTo>
                    <a:pt x="746" y="960"/>
                    <a:pt x="947" y="801"/>
                    <a:pt x="991" y="573"/>
                  </a:cubicBezTo>
                  <a:cubicBezTo>
                    <a:pt x="1042" y="312"/>
                    <a:pt x="875" y="61"/>
                    <a:pt x="614" y="10"/>
                  </a:cubicBezTo>
                  <a:cubicBezTo>
                    <a:pt x="583" y="4"/>
                    <a:pt x="551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-1911462" y="2092981"/>
              <a:ext cx="482746" cy="271059"/>
            </a:xfrm>
            <a:custGeom>
              <a:avLst/>
              <a:gdLst/>
              <a:ahLst/>
              <a:cxnLst/>
              <a:rect l="l" t="t" r="r" b="b"/>
              <a:pathLst>
                <a:path w="3665" h="2058" extrusionOk="0">
                  <a:moveTo>
                    <a:pt x="1834" y="0"/>
                  </a:moveTo>
                  <a:lnTo>
                    <a:pt x="0" y="2057"/>
                  </a:lnTo>
                  <a:lnTo>
                    <a:pt x="3665" y="2057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-2096658" y="2187418"/>
              <a:ext cx="398710" cy="176623"/>
            </a:xfrm>
            <a:custGeom>
              <a:avLst/>
              <a:gdLst/>
              <a:ahLst/>
              <a:cxnLst/>
              <a:rect l="l" t="t" r="r" b="b"/>
              <a:pathLst>
                <a:path w="3027" h="1341" extrusionOk="0">
                  <a:moveTo>
                    <a:pt x="1513" y="1"/>
                  </a:moveTo>
                  <a:lnTo>
                    <a:pt x="0" y="1340"/>
                  </a:lnTo>
                  <a:lnTo>
                    <a:pt x="3026" y="1340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-2096658" y="2187418"/>
              <a:ext cx="398710" cy="176623"/>
            </a:xfrm>
            <a:custGeom>
              <a:avLst/>
              <a:gdLst/>
              <a:ahLst/>
              <a:cxnLst/>
              <a:rect l="l" t="t" r="r" b="b"/>
              <a:pathLst>
                <a:path w="3027" h="1341" extrusionOk="0">
                  <a:moveTo>
                    <a:pt x="1513" y="1"/>
                  </a:moveTo>
                  <a:lnTo>
                    <a:pt x="0" y="1340"/>
                  </a:lnTo>
                  <a:lnTo>
                    <a:pt x="3026" y="1340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7" name="Google Shape;857;p24"/>
          <p:cNvGrpSpPr/>
          <p:nvPr/>
        </p:nvGrpSpPr>
        <p:grpSpPr>
          <a:xfrm>
            <a:off x="104843" y="3499311"/>
            <a:ext cx="1238421" cy="1679635"/>
            <a:chOff x="460250" y="1921475"/>
            <a:chExt cx="233075" cy="316125"/>
          </a:xfrm>
        </p:grpSpPr>
        <p:grpSp>
          <p:nvGrpSpPr>
            <p:cNvPr id="858" name="Google Shape;858;p24"/>
            <p:cNvGrpSpPr/>
            <p:nvPr/>
          </p:nvGrpSpPr>
          <p:grpSpPr>
            <a:xfrm>
              <a:off x="460250" y="1921475"/>
              <a:ext cx="233075" cy="185800"/>
              <a:chOff x="460250" y="1921475"/>
              <a:chExt cx="233075" cy="185800"/>
            </a:xfrm>
          </p:grpSpPr>
          <p:sp>
            <p:nvSpPr>
              <p:cNvPr id="859" name="Google Shape;859;p24"/>
              <p:cNvSpPr/>
              <p:nvPr/>
            </p:nvSpPr>
            <p:spPr>
              <a:xfrm>
                <a:off x="477550" y="1921475"/>
                <a:ext cx="97600" cy="1367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5470" extrusionOk="0">
                    <a:moveTo>
                      <a:pt x="1641" y="1"/>
                    </a:moveTo>
                    <a:cubicBezTo>
                      <a:pt x="1377" y="1"/>
                      <a:pt x="1116" y="49"/>
                      <a:pt x="897" y="161"/>
                    </a:cubicBezTo>
                    <a:cubicBezTo>
                      <a:pt x="491" y="371"/>
                      <a:pt x="246" y="780"/>
                      <a:pt x="135" y="1208"/>
                    </a:cubicBezTo>
                    <a:cubicBezTo>
                      <a:pt x="0" y="1711"/>
                      <a:pt x="25" y="2277"/>
                      <a:pt x="104" y="2787"/>
                    </a:cubicBezTo>
                    <a:cubicBezTo>
                      <a:pt x="183" y="3259"/>
                      <a:pt x="334" y="3731"/>
                      <a:pt x="642" y="4102"/>
                    </a:cubicBezTo>
                    <a:cubicBezTo>
                      <a:pt x="1290" y="4879"/>
                      <a:pt x="2369" y="4967"/>
                      <a:pt x="3208" y="5445"/>
                    </a:cubicBezTo>
                    <a:cubicBezTo>
                      <a:pt x="3210" y="5461"/>
                      <a:pt x="3247" y="5469"/>
                      <a:pt x="3272" y="5469"/>
                    </a:cubicBezTo>
                    <a:cubicBezTo>
                      <a:pt x="3289" y="5469"/>
                      <a:pt x="3300" y="5465"/>
                      <a:pt x="3287" y="5457"/>
                    </a:cubicBezTo>
                    <a:cubicBezTo>
                      <a:pt x="3256" y="5140"/>
                      <a:pt x="3384" y="4860"/>
                      <a:pt x="3510" y="4573"/>
                    </a:cubicBezTo>
                    <a:cubicBezTo>
                      <a:pt x="3611" y="4350"/>
                      <a:pt x="3693" y="4117"/>
                      <a:pt x="3752" y="3878"/>
                    </a:cubicBezTo>
                    <a:cubicBezTo>
                      <a:pt x="3878" y="3363"/>
                      <a:pt x="3903" y="2828"/>
                      <a:pt x="3831" y="2306"/>
                    </a:cubicBezTo>
                    <a:cubicBezTo>
                      <a:pt x="3696" y="1394"/>
                      <a:pt x="3234" y="381"/>
                      <a:pt x="2293" y="95"/>
                    </a:cubicBezTo>
                    <a:cubicBezTo>
                      <a:pt x="2091" y="35"/>
                      <a:pt x="1865" y="1"/>
                      <a:pt x="1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0" name="Google Shape;860;p24"/>
              <p:cNvSpPr/>
              <p:nvPr/>
            </p:nvSpPr>
            <p:spPr>
              <a:xfrm>
                <a:off x="571775" y="1935525"/>
                <a:ext cx="121550" cy="127975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5119" extrusionOk="0">
                    <a:moveTo>
                      <a:pt x="3497" y="1"/>
                    </a:moveTo>
                    <a:cubicBezTo>
                      <a:pt x="3134" y="1"/>
                      <a:pt x="2755" y="95"/>
                      <a:pt x="2430" y="206"/>
                    </a:cubicBezTo>
                    <a:cubicBezTo>
                      <a:pt x="1493" y="523"/>
                      <a:pt x="710" y="1225"/>
                      <a:pt x="367" y="2159"/>
                    </a:cubicBezTo>
                    <a:cubicBezTo>
                      <a:pt x="1" y="3171"/>
                      <a:pt x="1016" y="5119"/>
                      <a:pt x="1074" y="5119"/>
                    </a:cubicBezTo>
                    <a:cubicBezTo>
                      <a:pt x="1074" y="5119"/>
                      <a:pt x="1075" y="5119"/>
                      <a:pt x="1075" y="5119"/>
                    </a:cubicBezTo>
                    <a:cubicBezTo>
                      <a:pt x="1682" y="4942"/>
                      <a:pt x="2289" y="4779"/>
                      <a:pt x="2896" y="4596"/>
                    </a:cubicBezTo>
                    <a:cubicBezTo>
                      <a:pt x="3368" y="4458"/>
                      <a:pt x="3780" y="4260"/>
                      <a:pt x="4097" y="3873"/>
                    </a:cubicBezTo>
                    <a:cubicBezTo>
                      <a:pt x="4412" y="3480"/>
                      <a:pt x="4623" y="3008"/>
                      <a:pt x="4701" y="2508"/>
                    </a:cubicBezTo>
                    <a:cubicBezTo>
                      <a:pt x="4799" y="1983"/>
                      <a:pt x="4862" y="1360"/>
                      <a:pt x="4679" y="841"/>
                    </a:cubicBezTo>
                    <a:cubicBezTo>
                      <a:pt x="4547" y="457"/>
                      <a:pt x="4261" y="127"/>
                      <a:pt x="3855" y="36"/>
                    </a:cubicBezTo>
                    <a:cubicBezTo>
                      <a:pt x="3739" y="11"/>
                      <a:pt x="3619" y="1"/>
                      <a:pt x="34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1" name="Google Shape;861;p24"/>
              <p:cNvSpPr/>
              <p:nvPr/>
            </p:nvSpPr>
            <p:spPr>
              <a:xfrm>
                <a:off x="460250" y="2041750"/>
                <a:ext cx="104125" cy="640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562" extrusionOk="0">
                    <a:moveTo>
                      <a:pt x="744" y="1"/>
                    </a:moveTo>
                    <a:cubicBezTo>
                      <a:pt x="716" y="1"/>
                      <a:pt x="688" y="1"/>
                      <a:pt x="661" y="1"/>
                    </a:cubicBezTo>
                    <a:cubicBezTo>
                      <a:pt x="406" y="14"/>
                      <a:pt x="189" y="64"/>
                      <a:pt x="98" y="329"/>
                    </a:cubicBezTo>
                    <a:cubicBezTo>
                      <a:pt x="0" y="593"/>
                      <a:pt x="66" y="948"/>
                      <a:pt x="154" y="1216"/>
                    </a:cubicBezTo>
                    <a:cubicBezTo>
                      <a:pt x="334" y="1779"/>
                      <a:pt x="755" y="2562"/>
                      <a:pt x="1425" y="2562"/>
                    </a:cubicBezTo>
                    <a:cubicBezTo>
                      <a:pt x="1438" y="2562"/>
                      <a:pt x="1451" y="2562"/>
                      <a:pt x="1464" y="2562"/>
                    </a:cubicBezTo>
                    <a:cubicBezTo>
                      <a:pt x="1882" y="2562"/>
                      <a:pt x="2306" y="2514"/>
                      <a:pt x="2727" y="2511"/>
                    </a:cubicBezTo>
                    <a:cubicBezTo>
                      <a:pt x="2898" y="2508"/>
                      <a:pt x="3068" y="2506"/>
                      <a:pt x="3239" y="2506"/>
                    </a:cubicBezTo>
                    <a:cubicBezTo>
                      <a:pt x="3535" y="2506"/>
                      <a:pt x="3831" y="2512"/>
                      <a:pt x="4124" y="2530"/>
                    </a:cubicBezTo>
                    <a:cubicBezTo>
                      <a:pt x="4165" y="2530"/>
                      <a:pt x="4070" y="1137"/>
                      <a:pt x="2954" y="458"/>
                    </a:cubicBezTo>
                    <a:cubicBezTo>
                      <a:pt x="2639" y="269"/>
                      <a:pt x="2255" y="206"/>
                      <a:pt x="1903" y="130"/>
                    </a:cubicBezTo>
                    <a:cubicBezTo>
                      <a:pt x="1524" y="42"/>
                      <a:pt x="1132" y="1"/>
                      <a:pt x="7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2" name="Google Shape;862;p24"/>
              <p:cNvSpPr/>
              <p:nvPr/>
            </p:nvSpPr>
            <p:spPr>
              <a:xfrm>
                <a:off x="610400" y="2055325"/>
                <a:ext cx="81600" cy="519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78" extrusionOk="0">
                    <a:moveTo>
                      <a:pt x="2442" y="0"/>
                    </a:moveTo>
                    <a:cubicBezTo>
                      <a:pt x="2107" y="0"/>
                      <a:pt x="1724" y="157"/>
                      <a:pt x="1480" y="276"/>
                    </a:cubicBezTo>
                    <a:cubicBezTo>
                      <a:pt x="829" y="594"/>
                      <a:pt x="304" y="1135"/>
                      <a:pt x="5" y="1795"/>
                    </a:cubicBezTo>
                    <a:cubicBezTo>
                      <a:pt x="1" y="1808"/>
                      <a:pt x="12" y="1820"/>
                      <a:pt x="23" y="1820"/>
                    </a:cubicBezTo>
                    <a:cubicBezTo>
                      <a:pt x="28" y="1820"/>
                      <a:pt x="33" y="1817"/>
                      <a:pt x="36" y="1811"/>
                    </a:cubicBezTo>
                    <a:cubicBezTo>
                      <a:pt x="43" y="1817"/>
                      <a:pt x="49" y="1821"/>
                      <a:pt x="52" y="1821"/>
                    </a:cubicBezTo>
                    <a:cubicBezTo>
                      <a:pt x="502" y="1927"/>
                      <a:pt x="958" y="2009"/>
                      <a:pt x="1417" y="2056"/>
                    </a:cubicBezTo>
                    <a:cubicBezTo>
                      <a:pt x="1542" y="2067"/>
                      <a:pt x="1673" y="2077"/>
                      <a:pt x="1805" y="2077"/>
                    </a:cubicBezTo>
                    <a:cubicBezTo>
                      <a:pt x="2062" y="2077"/>
                      <a:pt x="2321" y="2039"/>
                      <a:pt x="2537" y="1896"/>
                    </a:cubicBezTo>
                    <a:cubicBezTo>
                      <a:pt x="2974" y="1607"/>
                      <a:pt x="3263" y="827"/>
                      <a:pt x="3027" y="336"/>
                    </a:cubicBezTo>
                    <a:cubicBezTo>
                      <a:pt x="2910" y="86"/>
                      <a:pt x="2689" y="0"/>
                      <a:pt x="2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63" name="Google Shape;863;p24"/>
            <p:cNvGrpSpPr/>
            <p:nvPr/>
          </p:nvGrpSpPr>
          <p:grpSpPr>
            <a:xfrm>
              <a:off x="470000" y="1944350"/>
              <a:ext cx="211300" cy="231925"/>
              <a:chOff x="470000" y="1944350"/>
              <a:chExt cx="211300" cy="231925"/>
            </a:xfrm>
          </p:grpSpPr>
          <p:sp>
            <p:nvSpPr>
              <p:cNvPr id="864" name="Google Shape;864;p24"/>
              <p:cNvSpPr/>
              <p:nvPr/>
            </p:nvSpPr>
            <p:spPr>
              <a:xfrm>
                <a:off x="496150" y="1944350"/>
                <a:ext cx="95650" cy="218100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8724" extrusionOk="0">
                    <a:moveTo>
                      <a:pt x="1187" y="1"/>
                    </a:moveTo>
                    <a:cubicBezTo>
                      <a:pt x="1178" y="1"/>
                      <a:pt x="1172" y="7"/>
                      <a:pt x="1172" y="13"/>
                    </a:cubicBezTo>
                    <a:cubicBezTo>
                      <a:pt x="1099" y="362"/>
                      <a:pt x="1074" y="721"/>
                      <a:pt x="1090" y="1079"/>
                    </a:cubicBezTo>
                    <a:cubicBezTo>
                      <a:pt x="907" y="721"/>
                      <a:pt x="719" y="369"/>
                      <a:pt x="514" y="23"/>
                    </a:cubicBezTo>
                    <a:cubicBezTo>
                      <a:pt x="509" y="13"/>
                      <a:pt x="501" y="10"/>
                      <a:pt x="493" y="10"/>
                    </a:cubicBezTo>
                    <a:cubicBezTo>
                      <a:pt x="475" y="10"/>
                      <a:pt x="457" y="32"/>
                      <a:pt x="470" y="54"/>
                    </a:cubicBezTo>
                    <a:cubicBezTo>
                      <a:pt x="791" y="658"/>
                      <a:pt x="1084" y="1287"/>
                      <a:pt x="1360" y="1916"/>
                    </a:cubicBezTo>
                    <a:cubicBezTo>
                      <a:pt x="970" y="1576"/>
                      <a:pt x="524" y="1318"/>
                      <a:pt x="36" y="1149"/>
                    </a:cubicBezTo>
                    <a:cubicBezTo>
                      <a:pt x="34" y="1148"/>
                      <a:pt x="32" y="1148"/>
                      <a:pt x="30" y="1148"/>
                    </a:cubicBezTo>
                    <a:cubicBezTo>
                      <a:pt x="12" y="1148"/>
                      <a:pt x="0" y="1174"/>
                      <a:pt x="21" y="1180"/>
                    </a:cubicBezTo>
                    <a:cubicBezTo>
                      <a:pt x="546" y="1410"/>
                      <a:pt x="1030" y="1727"/>
                      <a:pt x="1445" y="2124"/>
                    </a:cubicBezTo>
                    <a:cubicBezTo>
                      <a:pt x="1647" y="2586"/>
                      <a:pt x="1832" y="3048"/>
                      <a:pt x="2011" y="3520"/>
                    </a:cubicBezTo>
                    <a:cubicBezTo>
                      <a:pt x="1486" y="3004"/>
                      <a:pt x="766" y="2665"/>
                      <a:pt x="71" y="2482"/>
                    </a:cubicBezTo>
                    <a:cubicBezTo>
                      <a:pt x="68" y="2481"/>
                      <a:pt x="66" y="2481"/>
                      <a:pt x="64" y="2481"/>
                    </a:cubicBezTo>
                    <a:cubicBezTo>
                      <a:pt x="45" y="2481"/>
                      <a:pt x="42" y="2514"/>
                      <a:pt x="61" y="2517"/>
                    </a:cubicBezTo>
                    <a:cubicBezTo>
                      <a:pt x="870" y="2762"/>
                      <a:pt x="1499" y="3218"/>
                      <a:pt x="2106" y="3769"/>
                    </a:cubicBezTo>
                    <a:cubicBezTo>
                      <a:pt x="2178" y="3957"/>
                      <a:pt x="2247" y="4149"/>
                      <a:pt x="2317" y="4338"/>
                    </a:cubicBezTo>
                    <a:cubicBezTo>
                      <a:pt x="2574" y="5058"/>
                      <a:pt x="2823" y="5781"/>
                      <a:pt x="3059" y="6511"/>
                    </a:cubicBezTo>
                    <a:cubicBezTo>
                      <a:pt x="3172" y="6860"/>
                      <a:pt x="3282" y="7213"/>
                      <a:pt x="3392" y="7562"/>
                    </a:cubicBezTo>
                    <a:cubicBezTo>
                      <a:pt x="3512" y="7939"/>
                      <a:pt x="3600" y="8335"/>
                      <a:pt x="3751" y="8700"/>
                    </a:cubicBezTo>
                    <a:cubicBezTo>
                      <a:pt x="3757" y="8716"/>
                      <a:pt x="3773" y="8724"/>
                      <a:pt x="3787" y="8724"/>
                    </a:cubicBezTo>
                    <a:cubicBezTo>
                      <a:pt x="3807" y="8724"/>
                      <a:pt x="3825" y="8710"/>
                      <a:pt x="3820" y="8685"/>
                    </a:cubicBezTo>
                    <a:cubicBezTo>
                      <a:pt x="3735" y="8326"/>
                      <a:pt x="3638" y="7967"/>
                      <a:pt x="3518" y="7618"/>
                    </a:cubicBezTo>
                    <a:cubicBezTo>
                      <a:pt x="3405" y="7235"/>
                      <a:pt x="3292" y="6851"/>
                      <a:pt x="3172" y="6470"/>
                    </a:cubicBezTo>
                    <a:cubicBezTo>
                      <a:pt x="2939" y="5722"/>
                      <a:pt x="2700" y="4976"/>
                      <a:pt x="2436" y="4240"/>
                    </a:cubicBezTo>
                    <a:cubicBezTo>
                      <a:pt x="2279" y="3800"/>
                      <a:pt x="2112" y="3363"/>
                      <a:pt x="1933" y="2932"/>
                    </a:cubicBezTo>
                    <a:cubicBezTo>
                      <a:pt x="1955" y="2658"/>
                      <a:pt x="1989" y="2388"/>
                      <a:pt x="2037" y="2117"/>
                    </a:cubicBezTo>
                    <a:cubicBezTo>
                      <a:pt x="2106" y="1790"/>
                      <a:pt x="2210" y="1476"/>
                      <a:pt x="2304" y="1158"/>
                    </a:cubicBezTo>
                    <a:cubicBezTo>
                      <a:pt x="2308" y="1146"/>
                      <a:pt x="2295" y="1136"/>
                      <a:pt x="2283" y="1136"/>
                    </a:cubicBezTo>
                    <a:cubicBezTo>
                      <a:pt x="2277" y="1136"/>
                      <a:pt x="2272" y="1139"/>
                      <a:pt x="2269" y="1145"/>
                    </a:cubicBezTo>
                    <a:cubicBezTo>
                      <a:pt x="2081" y="1586"/>
                      <a:pt x="1832" y="2149"/>
                      <a:pt x="1829" y="2671"/>
                    </a:cubicBezTo>
                    <a:cubicBezTo>
                      <a:pt x="1625" y="2180"/>
                      <a:pt x="1404" y="1699"/>
                      <a:pt x="1169" y="1224"/>
                    </a:cubicBezTo>
                    <a:cubicBezTo>
                      <a:pt x="1140" y="825"/>
                      <a:pt x="1153" y="419"/>
                      <a:pt x="1200" y="16"/>
                    </a:cubicBezTo>
                    <a:cubicBezTo>
                      <a:pt x="1200" y="10"/>
                      <a:pt x="1194" y="1"/>
                      <a:pt x="118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5" name="Google Shape;865;p24"/>
              <p:cNvSpPr/>
              <p:nvPr/>
            </p:nvSpPr>
            <p:spPr>
              <a:xfrm>
                <a:off x="541625" y="1960425"/>
                <a:ext cx="8800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779" extrusionOk="0">
                    <a:moveTo>
                      <a:pt x="325" y="0"/>
                    </a:moveTo>
                    <a:cubicBezTo>
                      <a:pt x="317" y="0"/>
                      <a:pt x="308" y="5"/>
                      <a:pt x="303" y="15"/>
                    </a:cubicBezTo>
                    <a:cubicBezTo>
                      <a:pt x="155" y="245"/>
                      <a:pt x="51" y="502"/>
                      <a:pt x="1" y="770"/>
                    </a:cubicBezTo>
                    <a:cubicBezTo>
                      <a:pt x="1" y="775"/>
                      <a:pt x="5" y="779"/>
                      <a:pt x="8" y="779"/>
                    </a:cubicBezTo>
                    <a:cubicBezTo>
                      <a:pt x="11" y="779"/>
                      <a:pt x="13" y="777"/>
                      <a:pt x="13" y="773"/>
                    </a:cubicBezTo>
                    <a:cubicBezTo>
                      <a:pt x="108" y="518"/>
                      <a:pt x="218" y="276"/>
                      <a:pt x="343" y="34"/>
                    </a:cubicBezTo>
                    <a:cubicBezTo>
                      <a:pt x="351" y="14"/>
                      <a:pt x="339" y="0"/>
                      <a:pt x="32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6" name="Google Shape;866;p24"/>
              <p:cNvSpPr/>
              <p:nvPr/>
            </p:nvSpPr>
            <p:spPr>
              <a:xfrm>
                <a:off x="492475" y="1998050"/>
                <a:ext cx="1952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94" extrusionOk="0">
                    <a:moveTo>
                      <a:pt x="13" y="1"/>
                    </a:moveTo>
                    <a:cubicBezTo>
                      <a:pt x="4" y="1"/>
                      <a:pt x="1" y="7"/>
                      <a:pt x="13" y="13"/>
                    </a:cubicBezTo>
                    <a:cubicBezTo>
                      <a:pt x="136" y="64"/>
                      <a:pt x="262" y="98"/>
                      <a:pt x="388" y="145"/>
                    </a:cubicBezTo>
                    <a:cubicBezTo>
                      <a:pt x="507" y="193"/>
                      <a:pt x="630" y="252"/>
                      <a:pt x="756" y="293"/>
                    </a:cubicBezTo>
                    <a:cubicBezTo>
                      <a:pt x="768" y="293"/>
                      <a:pt x="781" y="287"/>
                      <a:pt x="781" y="274"/>
                    </a:cubicBezTo>
                    <a:cubicBezTo>
                      <a:pt x="781" y="268"/>
                      <a:pt x="775" y="265"/>
                      <a:pt x="768" y="256"/>
                    </a:cubicBezTo>
                    <a:cubicBezTo>
                      <a:pt x="532" y="127"/>
                      <a:pt x="278" y="38"/>
                      <a:pt x="1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7" name="Google Shape;867;p24"/>
              <p:cNvSpPr/>
              <p:nvPr/>
            </p:nvSpPr>
            <p:spPr>
              <a:xfrm>
                <a:off x="494675" y="1947975"/>
                <a:ext cx="6825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81" extrusionOk="0">
                    <a:moveTo>
                      <a:pt x="10" y="1"/>
                    </a:moveTo>
                    <a:cubicBezTo>
                      <a:pt x="5" y="1"/>
                      <a:pt x="3" y="5"/>
                      <a:pt x="1" y="10"/>
                    </a:cubicBezTo>
                    <a:cubicBezTo>
                      <a:pt x="1" y="13"/>
                      <a:pt x="1" y="22"/>
                      <a:pt x="4" y="22"/>
                    </a:cubicBezTo>
                    <a:cubicBezTo>
                      <a:pt x="80" y="82"/>
                      <a:pt x="158" y="132"/>
                      <a:pt x="243" y="180"/>
                    </a:cubicBezTo>
                    <a:cubicBezTo>
                      <a:pt x="245" y="180"/>
                      <a:pt x="246" y="181"/>
                      <a:pt x="248" y="181"/>
                    </a:cubicBezTo>
                    <a:cubicBezTo>
                      <a:pt x="260" y="181"/>
                      <a:pt x="273" y="162"/>
                      <a:pt x="259" y="151"/>
                    </a:cubicBezTo>
                    <a:cubicBezTo>
                      <a:pt x="183" y="91"/>
                      <a:pt x="102" y="41"/>
                      <a:pt x="17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" name="Google Shape;868;p24"/>
              <p:cNvSpPr/>
              <p:nvPr/>
            </p:nvSpPr>
            <p:spPr>
              <a:xfrm>
                <a:off x="576300" y="1965800"/>
                <a:ext cx="90300" cy="202750"/>
              </a:xfrm>
              <a:custGeom>
                <a:avLst/>
                <a:gdLst/>
                <a:ahLst/>
                <a:cxnLst/>
                <a:rect l="l" t="t" r="r" b="b"/>
                <a:pathLst>
                  <a:path w="3612" h="8110" extrusionOk="0">
                    <a:moveTo>
                      <a:pt x="3532" y="1"/>
                    </a:moveTo>
                    <a:cubicBezTo>
                      <a:pt x="3529" y="1"/>
                      <a:pt x="3526" y="2"/>
                      <a:pt x="3523" y="4"/>
                    </a:cubicBezTo>
                    <a:cubicBezTo>
                      <a:pt x="3202" y="234"/>
                      <a:pt x="2844" y="369"/>
                      <a:pt x="2485" y="523"/>
                    </a:cubicBezTo>
                    <a:cubicBezTo>
                      <a:pt x="2570" y="375"/>
                      <a:pt x="2649" y="225"/>
                      <a:pt x="2731" y="77"/>
                    </a:cubicBezTo>
                    <a:cubicBezTo>
                      <a:pt x="2746" y="47"/>
                      <a:pt x="2722" y="16"/>
                      <a:pt x="2696" y="16"/>
                    </a:cubicBezTo>
                    <a:cubicBezTo>
                      <a:pt x="2686" y="16"/>
                      <a:pt x="2676" y="21"/>
                      <a:pt x="2668" y="33"/>
                    </a:cubicBezTo>
                    <a:cubicBezTo>
                      <a:pt x="2347" y="495"/>
                      <a:pt x="2061" y="979"/>
                      <a:pt x="1806" y="1479"/>
                    </a:cubicBezTo>
                    <a:cubicBezTo>
                      <a:pt x="1740" y="1039"/>
                      <a:pt x="1721" y="599"/>
                      <a:pt x="1743" y="155"/>
                    </a:cubicBezTo>
                    <a:cubicBezTo>
                      <a:pt x="1743" y="149"/>
                      <a:pt x="1743" y="146"/>
                      <a:pt x="1740" y="143"/>
                    </a:cubicBezTo>
                    <a:cubicBezTo>
                      <a:pt x="1734" y="143"/>
                      <a:pt x="1730" y="143"/>
                      <a:pt x="1727" y="146"/>
                    </a:cubicBezTo>
                    <a:lnTo>
                      <a:pt x="1727" y="149"/>
                    </a:lnTo>
                    <a:cubicBezTo>
                      <a:pt x="1652" y="633"/>
                      <a:pt x="1655" y="1124"/>
                      <a:pt x="1743" y="1605"/>
                    </a:cubicBezTo>
                    <a:cubicBezTo>
                      <a:pt x="1529" y="2030"/>
                      <a:pt x="1337" y="2461"/>
                      <a:pt x="1164" y="2901"/>
                    </a:cubicBezTo>
                    <a:cubicBezTo>
                      <a:pt x="1095" y="2640"/>
                      <a:pt x="1007" y="2379"/>
                      <a:pt x="944" y="2112"/>
                    </a:cubicBezTo>
                    <a:cubicBezTo>
                      <a:pt x="850" y="1731"/>
                      <a:pt x="822" y="1338"/>
                      <a:pt x="853" y="945"/>
                    </a:cubicBezTo>
                    <a:cubicBezTo>
                      <a:pt x="853" y="942"/>
                      <a:pt x="850" y="935"/>
                      <a:pt x="847" y="935"/>
                    </a:cubicBezTo>
                    <a:cubicBezTo>
                      <a:pt x="844" y="935"/>
                      <a:pt x="837" y="942"/>
                      <a:pt x="837" y="945"/>
                    </a:cubicBezTo>
                    <a:cubicBezTo>
                      <a:pt x="733" y="1668"/>
                      <a:pt x="818" y="2407"/>
                      <a:pt x="1095" y="3087"/>
                    </a:cubicBezTo>
                    <a:cubicBezTo>
                      <a:pt x="991" y="3351"/>
                      <a:pt x="897" y="3618"/>
                      <a:pt x="806" y="3886"/>
                    </a:cubicBezTo>
                    <a:cubicBezTo>
                      <a:pt x="350" y="5241"/>
                      <a:pt x="79" y="6656"/>
                      <a:pt x="1" y="8088"/>
                    </a:cubicBezTo>
                    <a:cubicBezTo>
                      <a:pt x="1" y="8103"/>
                      <a:pt x="13" y="8110"/>
                      <a:pt x="29" y="8110"/>
                    </a:cubicBezTo>
                    <a:cubicBezTo>
                      <a:pt x="42" y="8110"/>
                      <a:pt x="48" y="8103"/>
                      <a:pt x="51" y="8091"/>
                    </a:cubicBezTo>
                    <a:cubicBezTo>
                      <a:pt x="208" y="6682"/>
                      <a:pt x="513" y="5288"/>
                      <a:pt x="957" y="3936"/>
                    </a:cubicBezTo>
                    <a:cubicBezTo>
                      <a:pt x="1136" y="3407"/>
                      <a:pt x="1334" y="2895"/>
                      <a:pt x="1554" y="2392"/>
                    </a:cubicBezTo>
                    <a:cubicBezTo>
                      <a:pt x="1913" y="2285"/>
                      <a:pt x="2275" y="2143"/>
                      <a:pt x="2621" y="2020"/>
                    </a:cubicBezTo>
                    <a:cubicBezTo>
                      <a:pt x="2970" y="1898"/>
                      <a:pt x="3316" y="1766"/>
                      <a:pt x="3605" y="1542"/>
                    </a:cubicBezTo>
                    <a:cubicBezTo>
                      <a:pt x="3611" y="1536"/>
                      <a:pt x="3611" y="1530"/>
                      <a:pt x="3605" y="1520"/>
                    </a:cubicBezTo>
                    <a:lnTo>
                      <a:pt x="3596" y="1523"/>
                    </a:lnTo>
                    <a:cubicBezTo>
                      <a:pt x="3215" y="1706"/>
                      <a:pt x="2816" y="1863"/>
                      <a:pt x="2407" y="1989"/>
                    </a:cubicBezTo>
                    <a:cubicBezTo>
                      <a:pt x="2136" y="2064"/>
                      <a:pt x="1869" y="2159"/>
                      <a:pt x="1614" y="2278"/>
                    </a:cubicBezTo>
                    <a:cubicBezTo>
                      <a:pt x="1869" y="1706"/>
                      <a:pt x="2152" y="1149"/>
                      <a:pt x="2448" y="596"/>
                    </a:cubicBezTo>
                    <a:cubicBezTo>
                      <a:pt x="2838" y="479"/>
                      <a:pt x="3250" y="303"/>
                      <a:pt x="3545" y="30"/>
                    </a:cubicBezTo>
                    <a:cubicBezTo>
                      <a:pt x="3552" y="20"/>
                      <a:pt x="3552" y="7"/>
                      <a:pt x="3545" y="4"/>
                    </a:cubicBezTo>
                    <a:cubicBezTo>
                      <a:pt x="3542" y="3"/>
                      <a:pt x="3537" y="1"/>
                      <a:pt x="35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" name="Google Shape;869;p24"/>
              <p:cNvSpPr/>
              <p:nvPr/>
            </p:nvSpPr>
            <p:spPr>
              <a:xfrm>
                <a:off x="652575" y="1989550"/>
                <a:ext cx="28325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83" extrusionOk="0">
                    <a:moveTo>
                      <a:pt x="1114" y="1"/>
                    </a:moveTo>
                    <a:cubicBezTo>
                      <a:pt x="1113" y="1"/>
                      <a:pt x="1112" y="1"/>
                      <a:pt x="1111" y="1"/>
                    </a:cubicBezTo>
                    <a:cubicBezTo>
                      <a:pt x="740" y="136"/>
                      <a:pt x="390" y="322"/>
                      <a:pt x="16" y="451"/>
                    </a:cubicBezTo>
                    <a:cubicBezTo>
                      <a:pt x="0" y="457"/>
                      <a:pt x="10" y="482"/>
                      <a:pt x="29" y="482"/>
                    </a:cubicBezTo>
                    <a:cubicBezTo>
                      <a:pt x="419" y="397"/>
                      <a:pt x="809" y="281"/>
                      <a:pt x="1126" y="20"/>
                    </a:cubicBezTo>
                    <a:cubicBezTo>
                      <a:pt x="1132" y="14"/>
                      <a:pt x="1125" y="1"/>
                      <a:pt x="11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" name="Google Shape;870;p24"/>
              <p:cNvSpPr/>
              <p:nvPr/>
            </p:nvSpPr>
            <p:spPr>
              <a:xfrm>
                <a:off x="599425" y="1969200"/>
                <a:ext cx="51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075" extrusionOk="0">
                    <a:moveTo>
                      <a:pt x="186" y="1"/>
                    </a:moveTo>
                    <a:cubicBezTo>
                      <a:pt x="181" y="1"/>
                      <a:pt x="177" y="3"/>
                      <a:pt x="173" y="10"/>
                    </a:cubicBezTo>
                    <a:cubicBezTo>
                      <a:pt x="73" y="353"/>
                      <a:pt x="0" y="714"/>
                      <a:pt x="104" y="1064"/>
                    </a:cubicBezTo>
                    <a:cubicBezTo>
                      <a:pt x="106" y="1070"/>
                      <a:pt x="112" y="1074"/>
                      <a:pt x="118" y="1074"/>
                    </a:cubicBezTo>
                    <a:cubicBezTo>
                      <a:pt x="123" y="1074"/>
                      <a:pt x="128" y="1071"/>
                      <a:pt x="129" y="1064"/>
                    </a:cubicBezTo>
                    <a:cubicBezTo>
                      <a:pt x="151" y="705"/>
                      <a:pt x="129" y="365"/>
                      <a:pt x="205" y="22"/>
                    </a:cubicBezTo>
                    <a:cubicBezTo>
                      <a:pt x="205" y="10"/>
                      <a:pt x="195" y="1"/>
                      <a:pt x="18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" name="Google Shape;871;p24"/>
              <p:cNvSpPr/>
              <p:nvPr/>
            </p:nvSpPr>
            <p:spPr>
              <a:xfrm>
                <a:off x="638425" y="1949700"/>
                <a:ext cx="5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604" extrusionOk="0">
                    <a:moveTo>
                      <a:pt x="202" y="0"/>
                    </a:moveTo>
                    <a:cubicBezTo>
                      <a:pt x="195" y="0"/>
                      <a:pt x="186" y="4"/>
                      <a:pt x="180" y="7"/>
                    </a:cubicBezTo>
                    <a:cubicBezTo>
                      <a:pt x="60" y="177"/>
                      <a:pt x="0" y="381"/>
                      <a:pt x="16" y="589"/>
                    </a:cubicBezTo>
                    <a:cubicBezTo>
                      <a:pt x="16" y="596"/>
                      <a:pt x="25" y="603"/>
                      <a:pt x="32" y="603"/>
                    </a:cubicBezTo>
                    <a:cubicBezTo>
                      <a:pt x="36" y="603"/>
                      <a:pt x="40" y="601"/>
                      <a:pt x="41" y="595"/>
                    </a:cubicBezTo>
                    <a:cubicBezTo>
                      <a:pt x="88" y="397"/>
                      <a:pt x="164" y="221"/>
                      <a:pt x="221" y="32"/>
                    </a:cubicBezTo>
                    <a:cubicBezTo>
                      <a:pt x="227" y="19"/>
                      <a:pt x="217" y="4"/>
                      <a:pt x="2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" name="Google Shape;872;p24"/>
              <p:cNvSpPr/>
              <p:nvPr/>
            </p:nvSpPr>
            <p:spPr>
              <a:xfrm>
                <a:off x="474875" y="2047750"/>
                <a:ext cx="116400" cy="124925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997" extrusionOk="0">
                    <a:moveTo>
                      <a:pt x="281" y="0"/>
                    </a:moveTo>
                    <a:cubicBezTo>
                      <a:pt x="272" y="0"/>
                      <a:pt x="262" y="17"/>
                      <a:pt x="274" y="26"/>
                    </a:cubicBezTo>
                    <a:cubicBezTo>
                      <a:pt x="393" y="111"/>
                      <a:pt x="526" y="186"/>
                      <a:pt x="642" y="284"/>
                    </a:cubicBezTo>
                    <a:cubicBezTo>
                      <a:pt x="721" y="356"/>
                      <a:pt x="796" y="425"/>
                      <a:pt x="865" y="504"/>
                    </a:cubicBezTo>
                    <a:cubicBezTo>
                      <a:pt x="595" y="419"/>
                      <a:pt x="315" y="340"/>
                      <a:pt x="47" y="268"/>
                    </a:cubicBezTo>
                    <a:cubicBezTo>
                      <a:pt x="42" y="267"/>
                      <a:pt x="38" y="266"/>
                      <a:pt x="34" y="266"/>
                    </a:cubicBezTo>
                    <a:cubicBezTo>
                      <a:pt x="1" y="266"/>
                      <a:pt x="7" y="297"/>
                      <a:pt x="57" y="299"/>
                    </a:cubicBezTo>
                    <a:cubicBezTo>
                      <a:pt x="566" y="497"/>
                      <a:pt x="1082" y="658"/>
                      <a:pt x="1592" y="856"/>
                    </a:cubicBezTo>
                    <a:cubicBezTo>
                      <a:pt x="1256" y="872"/>
                      <a:pt x="924" y="955"/>
                      <a:pt x="589" y="955"/>
                    </a:cubicBezTo>
                    <a:cubicBezTo>
                      <a:pt x="460" y="955"/>
                      <a:pt x="330" y="943"/>
                      <a:pt x="198" y="909"/>
                    </a:cubicBezTo>
                    <a:cubicBezTo>
                      <a:pt x="196" y="909"/>
                      <a:pt x="194" y="908"/>
                      <a:pt x="192" y="908"/>
                    </a:cubicBezTo>
                    <a:cubicBezTo>
                      <a:pt x="186" y="908"/>
                      <a:pt x="183" y="912"/>
                      <a:pt x="183" y="919"/>
                    </a:cubicBezTo>
                    <a:cubicBezTo>
                      <a:pt x="176" y="925"/>
                      <a:pt x="183" y="935"/>
                      <a:pt x="189" y="935"/>
                    </a:cubicBezTo>
                    <a:cubicBezTo>
                      <a:pt x="366" y="993"/>
                      <a:pt x="547" y="1014"/>
                      <a:pt x="730" y="1014"/>
                    </a:cubicBezTo>
                    <a:cubicBezTo>
                      <a:pt x="1058" y="1014"/>
                      <a:pt x="1391" y="947"/>
                      <a:pt x="1714" y="906"/>
                    </a:cubicBezTo>
                    <a:lnTo>
                      <a:pt x="1787" y="938"/>
                    </a:lnTo>
                    <a:cubicBezTo>
                      <a:pt x="2215" y="1104"/>
                      <a:pt x="2608" y="1356"/>
                      <a:pt x="2947" y="1677"/>
                    </a:cubicBezTo>
                    <a:cubicBezTo>
                      <a:pt x="2787" y="1643"/>
                      <a:pt x="2625" y="1631"/>
                      <a:pt x="2462" y="1631"/>
                    </a:cubicBezTo>
                    <a:cubicBezTo>
                      <a:pt x="2070" y="1631"/>
                      <a:pt x="1674" y="1700"/>
                      <a:pt x="1280" y="1700"/>
                    </a:cubicBezTo>
                    <a:cubicBezTo>
                      <a:pt x="1035" y="1700"/>
                      <a:pt x="791" y="1673"/>
                      <a:pt x="551" y="1586"/>
                    </a:cubicBezTo>
                    <a:cubicBezTo>
                      <a:pt x="550" y="1586"/>
                      <a:pt x="550" y="1585"/>
                      <a:pt x="549" y="1585"/>
                    </a:cubicBezTo>
                    <a:cubicBezTo>
                      <a:pt x="540" y="1585"/>
                      <a:pt x="526" y="1608"/>
                      <a:pt x="541" y="1617"/>
                    </a:cubicBezTo>
                    <a:cubicBezTo>
                      <a:pt x="790" y="1755"/>
                      <a:pt x="1079" y="1794"/>
                      <a:pt x="1363" y="1794"/>
                    </a:cubicBezTo>
                    <a:cubicBezTo>
                      <a:pt x="1482" y="1794"/>
                      <a:pt x="1600" y="1787"/>
                      <a:pt x="1714" y="1778"/>
                    </a:cubicBezTo>
                    <a:cubicBezTo>
                      <a:pt x="1957" y="1759"/>
                      <a:pt x="2192" y="1724"/>
                      <a:pt x="2428" y="1724"/>
                    </a:cubicBezTo>
                    <a:cubicBezTo>
                      <a:pt x="2633" y="1724"/>
                      <a:pt x="2831" y="1740"/>
                      <a:pt x="3035" y="1765"/>
                    </a:cubicBezTo>
                    <a:cubicBezTo>
                      <a:pt x="3092" y="1825"/>
                      <a:pt x="3145" y="1885"/>
                      <a:pt x="3199" y="1947"/>
                    </a:cubicBezTo>
                    <a:cubicBezTo>
                      <a:pt x="3932" y="2812"/>
                      <a:pt x="4419" y="3863"/>
                      <a:pt x="4608" y="4979"/>
                    </a:cubicBezTo>
                    <a:cubicBezTo>
                      <a:pt x="4611" y="4991"/>
                      <a:pt x="4619" y="4996"/>
                      <a:pt x="4629" y="4996"/>
                    </a:cubicBezTo>
                    <a:cubicBezTo>
                      <a:pt x="4641" y="4996"/>
                      <a:pt x="4655" y="4986"/>
                      <a:pt x="4655" y="4970"/>
                    </a:cubicBezTo>
                    <a:cubicBezTo>
                      <a:pt x="4652" y="3831"/>
                      <a:pt x="4070" y="2715"/>
                      <a:pt x="3331" y="1872"/>
                    </a:cubicBezTo>
                    <a:cubicBezTo>
                      <a:pt x="3142" y="1661"/>
                      <a:pt x="2928" y="1466"/>
                      <a:pt x="2699" y="1299"/>
                    </a:cubicBezTo>
                    <a:cubicBezTo>
                      <a:pt x="2554" y="878"/>
                      <a:pt x="2233" y="532"/>
                      <a:pt x="1825" y="356"/>
                    </a:cubicBezTo>
                    <a:cubicBezTo>
                      <a:pt x="1822" y="352"/>
                      <a:pt x="1818" y="350"/>
                      <a:pt x="1814" y="350"/>
                    </a:cubicBezTo>
                    <a:cubicBezTo>
                      <a:pt x="1809" y="350"/>
                      <a:pt x="1804" y="354"/>
                      <a:pt x="1802" y="359"/>
                    </a:cubicBezTo>
                    <a:cubicBezTo>
                      <a:pt x="1793" y="369"/>
                      <a:pt x="1799" y="378"/>
                      <a:pt x="1806" y="384"/>
                    </a:cubicBezTo>
                    <a:cubicBezTo>
                      <a:pt x="1997" y="519"/>
                      <a:pt x="2199" y="626"/>
                      <a:pt x="2350" y="818"/>
                    </a:cubicBezTo>
                    <a:cubicBezTo>
                      <a:pt x="2438" y="950"/>
                      <a:pt x="2513" y="1082"/>
                      <a:pt x="2579" y="1224"/>
                    </a:cubicBezTo>
                    <a:cubicBezTo>
                      <a:pt x="2375" y="1092"/>
                      <a:pt x="2164" y="976"/>
                      <a:pt x="1941" y="887"/>
                    </a:cubicBezTo>
                    <a:cubicBezTo>
                      <a:pt x="1617" y="755"/>
                      <a:pt x="1280" y="633"/>
                      <a:pt x="941" y="523"/>
                    </a:cubicBezTo>
                    <a:cubicBezTo>
                      <a:pt x="777" y="293"/>
                      <a:pt x="548" y="111"/>
                      <a:pt x="283" y="1"/>
                    </a:cubicBezTo>
                    <a:cubicBezTo>
                      <a:pt x="283" y="0"/>
                      <a:pt x="282" y="0"/>
                      <a:pt x="28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" name="Google Shape;873;p24"/>
              <p:cNvSpPr/>
              <p:nvPr/>
            </p:nvSpPr>
            <p:spPr>
              <a:xfrm>
                <a:off x="470000" y="2066850"/>
                <a:ext cx="18975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759" h="93" extrusionOk="0">
                    <a:moveTo>
                      <a:pt x="19" y="1"/>
                    </a:moveTo>
                    <a:cubicBezTo>
                      <a:pt x="7" y="1"/>
                      <a:pt x="0" y="17"/>
                      <a:pt x="13" y="20"/>
                    </a:cubicBezTo>
                    <a:cubicBezTo>
                      <a:pt x="164" y="67"/>
                      <a:pt x="321" y="93"/>
                      <a:pt x="478" y="93"/>
                    </a:cubicBezTo>
                    <a:cubicBezTo>
                      <a:pt x="569" y="93"/>
                      <a:pt x="661" y="84"/>
                      <a:pt x="752" y="67"/>
                    </a:cubicBezTo>
                    <a:cubicBezTo>
                      <a:pt x="758" y="64"/>
                      <a:pt x="755" y="54"/>
                      <a:pt x="752" y="54"/>
                    </a:cubicBezTo>
                    <a:cubicBezTo>
                      <a:pt x="507" y="51"/>
                      <a:pt x="264" y="32"/>
                      <a:pt x="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" name="Google Shape;874;p24"/>
              <p:cNvSpPr/>
              <p:nvPr/>
            </p:nvSpPr>
            <p:spPr>
              <a:xfrm>
                <a:off x="510975" y="2054750"/>
                <a:ext cx="101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280" extrusionOk="0">
                    <a:moveTo>
                      <a:pt x="32" y="0"/>
                    </a:moveTo>
                    <a:cubicBezTo>
                      <a:pt x="14" y="0"/>
                      <a:pt x="0" y="26"/>
                      <a:pt x="3" y="32"/>
                    </a:cubicBezTo>
                    <a:cubicBezTo>
                      <a:pt x="63" y="76"/>
                      <a:pt x="123" y="111"/>
                      <a:pt x="186" y="145"/>
                    </a:cubicBezTo>
                    <a:cubicBezTo>
                      <a:pt x="248" y="186"/>
                      <a:pt x="311" y="233"/>
                      <a:pt x="374" y="277"/>
                    </a:cubicBezTo>
                    <a:cubicBezTo>
                      <a:pt x="377" y="279"/>
                      <a:pt x="380" y="280"/>
                      <a:pt x="383" y="280"/>
                    </a:cubicBezTo>
                    <a:cubicBezTo>
                      <a:pt x="397" y="280"/>
                      <a:pt x="404" y="263"/>
                      <a:pt x="393" y="252"/>
                    </a:cubicBezTo>
                    <a:cubicBezTo>
                      <a:pt x="292" y="145"/>
                      <a:pt x="170" y="63"/>
                      <a:pt x="35" y="0"/>
                    </a:cubicBezTo>
                    <a:cubicBezTo>
                      <a:pt x="34" y="0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568125" y="2064025"/>
                <a:ext cx="107750" cy="112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90" extrusionOk="0">
                    <a:moveTo>
                      <a:pt x="3904" y="1"/>
                    </a:moveTo>
                    <a:cubicBezTo>
                      <a:pt x="3668" y="126"/>
                      <a:pt x="3479" y="318"/>
                      <a:pt x="3353" y="551"/>
                    </a:cubicBezTo>
                    <a:cubicBezTo>
                      <a:pt x="3001" y="680"/>
                      <a:pt x="2661" y="834"/>
                      <a:pt x="2331" y="1013"/>
                    </a:cubicBezTo>
                    <a:cubicBezTo>
                      <a:pt x="2526" y="740"/>
                      <a:pt x="2762" y="491"/>
                      <a:pt x="3023" y="284"/>
                    </a:cubicBezTo>
                    <a:cubicBezTo>
                      <a:pt x="3036" y="273"/>
                      <a:pt x="3028" y="252"/>
                      <a:pt x="3015" y="252"/>
                    </a:cubicBezTo>
                    <a:cubicBezTo>
                      <a:pt x="3013" y="252"/>
                      <a:pt x="3010" y="253"/>
                      <a:pt x="3007" y="255"/>
                    </a:cubicBezTo>
                    <a:cubicBezTo>
                      <a:pt x="2677" y="472"/>
                      <a:pt x="2394" y="759"/>
                      <a:pt x="2180" y="1095"/>
                    </a:cubicBezTo>
                    <a:cubicBezTo>
                      <a:pt x="1885" y="1268"/>
                      <a:pt x="1614" y="1479"/>
                      <a:pt x="1366" y="1718"/>
                    </a:cubicBezTo>
                    <a:cubicBezTo>
                      <a:pt x="658" y="2416"/>
                      <a:pt x="170" y="3495"/>
                      <a:pt x="7" y="4467"/>
                    </a:cubicBezTo>
                    <a:cubicBezTo>
                      <a:pt x="1" y="4476"/>
                      <a:pt x="10" y="4486"/>
                      <a:pt x="16" y="4489"/>
                    </a:cubicBezTo>
                    <a:cubicBezTo>
                      <a:pt x="18" y="4489"/>
                      <a:pt x="21" y="4490"/>
                      <a:pt x="23" y="4490"/>
                    </a:cubicBezTo>
                    <a:cubicBezTo>
                      <a:pt x="32" y="4490"/>
                      <a:pt x="39" y="4484"/>
                      <a:pt x="41" y="4476"/>
                    </a:cubicBezTo>
                    <a:cubicBezTo>
                      <a:pt x="233" y="3982"/>
                      <a:pt x="359" y="3476"/>
                      <a:pt x="595" y="2995"/>
                    </a:cubicBezTo>
                    <a:cubicBezTo>
                      <a:pt x="809" y="2551"/>
                      <a:pt x="1095" y="2146"/>
                      <a:pt x="1444" y="1797"/>
                    </a:cubicBezTo>
                    <a:cubicBezTo>
                      <a:pt x="1627" y="1624"/>
                      <a:pt x="1822" y="1463"/>
                      <a:pt x="2032" y="1322"/>
                    </a:cubicBezTo>
                    <a:cubicBezTo>
                      <a:pt x="2102" y="1313"/>
                      <a:pt x="2171" y="1309"/>
                      <a:pt x="2240" y="1309"/>
                    </a:cubicBezTo>
                    <a:cubicBezTo>
                      <a:pt x="2632" y="1309"/>
                      <a:pt x="3016" y="1433"/>
                      <a:pt x="3411" y="1433"/>
                    </a:cubicBezTo>
                    <a:cubicBezTo>
                      <a:pt x="3503" y="1433"/>
                      <a:pt x="3596" y="1426"/>
                      <a:pt x="3690" y="1410"/>
                    </a:cubicBezTo>
                    <a:cubicBezTo>
                      <a:pt x="3706" y="1406"/>
                      <a:pt x="3702" y="1388"/>
                      <a:pt x="3690" y="1388"/>
                    </a:cubicBezTo>
                    <a:cubicBezTo>
                      <a:pt x="3360" y="1388"/>
                      <a:pt x="3033" y="1353"/>
                      <a:pt x="2715" y="1278"/>
                    </a:cubicBezTo>
                    <a:cubicBezTo>
                      <a:pt x="2579" y="1245"/>
                      <a:pt x="2439" y="1228"/>
                      <a:pt x="2301" y="1228"/>
                    </a:cubicBezTo>
                    <a:cubicBezTo>
                      <a:pt x="2254" y="1228"/>
                      <a:pt x="2207" y="1230"/>
                      <a:pt x="2161" y="1234"/>
                    </a:cubicBezTo>
                    <a:cubicBezTo>
                      <a:pt x="2385" y="1092"/>
                      <a:pt x="2611" y="963"/>
                      <a:pt x="2847" y="850"/>
                    </a:cubicBezTo>
                    <a:cubicBezTo>
                      <a:pt x="3072" y="909"/>
                      <a:pt x="3301" y="938"/>
                      <a:pt x="3529" y="938"/>
                    </a:cubicBezTo>
                    <a:cubicBezTo>
                      <a:pt x="3787" y="938"/>
                      <a:pt x="4044" y="901"/>
                      <a:pt x="4294" y="828"/>
                    </a:cubicBezTo>
                    <a:cubicBezTo>
                      <a:pt x="4309" y="825"/>
                      <a:pt x="4303" y="809"/>
                      <a:pt x="4291" y="809"/>
                    </a:cubicBezTo>
                    <a:cubicBezTo>
                      <a:pt x="4064" y="845"/>
                      <a:pt x="3836" y="863"/>
                      <a:pt x="3608" y="863"/>
                    </a:cubicBezTo>
                    <a:cubicBezTo>
                      <a:pt x="3380" y="863"/>
                      <a:pt x="3152" y="845"/>
                      <a:pt x="2926" y="809"/>
                    </a:cubicBezTo>
                    <a:cubicBezTo>
                      <a:pt x="3297" y="633"/>
                      <a:pt x="3677" y="479"/>
                      <a:pt x="4052" y="334"/>
                    </a:cubicBezTo>
                    <a:cubicBezTo>
                      <a:pt x="4069" y="331"/>
                      <a:pt x="4065" y="305"/>
                      <a:pt x="4050" y="305"/>
                    </a:cubicBezTo>
                    <a:cubicBezTo>
                      <a:pt x="4049" y="305"/>
                      <a:pt x="4047" y="305"/>
                      <a:pt x="4045" y="306"/>
                    </a:cubicBezTo>
                    <a:cubicBezTo>
                      <a:pt x="3831" y="378"/>
                      <a:pt x="3624" y="447"/>
                      <a:pt x="3416" y="526"/>
                    </a:cubicBezTo>
                    <a:cubicBezTo>
                      <a:pt x="3548" y="331"/>
                      <a:pt x="3718" y="152"/>
                      <a:pt x="3910" y="7"/>
                    </a:cubicBezTo>
                    <a:cubicBezTo>
                      <a:pt x="3913" y="4"/>
                      <a:pt x="3907" y="1"/>
                      <a:pt x="39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" name="Google Shape;876;p24"/>
              <p:cNvSpPr/>
              <p:nvPr/>
            </p:nvSpPr>
            <p:spPr>
              <a:xfrm>
                <a:off x="644950" y="2065750"/>
                <a:ext cx="797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15" extrusionOk="0">
                    <a:moveTo>
                      <a:pt x="309" y="1"/>
                    </a:moveTo>
                    <a:cubicBezTo>
                      <a:pt x="249" y="32"/>
                      <a:pt x="192" y="76"/>
                      <a:pt x="145" y="127"/>
                    </a:cubicBezTo>
                    <a:cubicBezTo>
                      <a:pt x="85" y="177"/>
                      <a:pt x="35" y="240"/>
                      <a:pt x="0" y="309"/>
                    </a:cubicBezTo>
                    <a:lnTo>
                      <a:pt x="0" y="312"/>
                    </a:lnTo>
                    <a:cubicBezTo>
                      <a:pt x="2" y="314"/>
                      <a:pt x="4" y="315"/>
                      <a:pt x="5" y="315"/>
                    </a:cubicBezTo>
                    <a:cubicBezTo>
                      <a:pt x="7" y="315"/>
                      <a:pt x="8" y="314"/>
                      <a:pt x="10" y="312"/>
                    </a:cubicBezTo>
                    <a:cubicBezTo>
                      <a:pt x="63" y="259"/>
                      <a:pt x="101" y="202"/>
                      <a:pt x="151" y="152"/>
                    </a:cubicBezTo>
                    <a:cubicBezTo>
                      <a:pt x="205" y="98"/>
                      <a:pt x="268" y="61"/>
                      <a:pt x="315" y="10"/>
                    </a:cubicBezTo>
                    <a:cubicBezTo>
                      <a:pt x="318" y="4"/>
                      <a:pt x="318" y="1"/>
                      <a:pt x="3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" name="Google Shape;877;p24"/>
              <p:cNvSpPr/>
              <p:nvPr/>
            </p:nvSpPr>
            <p:spPr>
              <a:xfrm>
                <a:off x="667825" y="2078225"/>
                <a:ext cx="1347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140" extrusionOk="0">
                    <a:moveTo>
                      <a:pt x="528" y="1"/>
                    </a:moveTo>
                    <a:cubicBezTo>
                      <a:pt x="526" y="1"/>
                      <a:pt x="525" y="1"/>
                      <a:pt x="523" y="2"/>
                    </a:cubicBezTo>
                    <a:cubicBezTo>
                      <a:pt x="441" y="30"/>
                      <a:pt x="359" y="55"/>
                      <a:pt x="271" y="77"/>
                    </a:cubicBezTo>
                    <a:cubicBezTo>
                      <a:pt x="189" y="93"/>
                      <a:pt x="98" y="93"/>
                      <a:pt x="16" y="112"/>
                    </a:cubicBezTo>
                    <a:cubicBezTo>
                      <a:pt x="15" y="111"/>
                      <a:pt x="14" y="111"/>
                      <a:pt x="13" y="111"/>
                    </a:cubicBezTo>
                    <a:cubicBezTo>
                      <a:pt x="7" y="111"/>
                      <a:pt x="1" y="117"/>
                      <a:pt x="1" y="125"/>
                    </a:cubicBezTo>
                    <a:cubicBezTo>
                      <a:pt x="1" y="131"/>
                      <a:pt x="10" y="134"/>
                      <a:pt x="16" y="134"/>
                    </a:cubicBezTo>
                    <a:cubicBezTo>
                      <a:pt x="47" y="138"/>
                      <a:pt x="78" y="140"/>
                      <a:pt x="109" y="140"/>
                    </a:cubicBezTo>
                    <a:cubicBezTo>
                      <a:pt x="259" y="140"/>
                      <a:pt x="404" y="96"/>
                      <a:pt x="532" y="18"/>
                    </a:cubicBezTo>
                    <a:cubicBezTo>
                      <a:pt x="535" y="18"/>
                      <a:pt x="538" y="8"/>
                      <a:pt x="535" y="5"/>
                    </a:cubicBezTo>
                    <a:cubicBezTo>
                      <a:pt x="535" y="3"/>
                      <a:pt x="532" y="1"/>
                      <a:pt x="5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878" name="Google Shape;878;p24"/>
            <p:cNvSpPr/>
            <p:nvPr/>
          </p:nvSpPr>
          <p:spPr>
            <a:xfrm>
              <a:off x="544150" y="2145650"/>
              <a:ext cx="74000" cy="91950"/>
            </a:xfrm>
            <a:custGeom>
              <a:avLst/>
              <a:gdLst/>
              <a:ahLst/>
              <a:cxnLst/>
              <a:rect l="l" t="t" r="r" b="b"/>
              <a:pathLst>
                <a:path w="2960" h="3678" extrusionOk="0">
                  <a:moveTo>
                    <a:pt x="0" y="0"/>
                  </a:moveTo>
                  <a:lnTo>
                    <a:pt x="76" y="840"/>
                  </a:lnTo>
                  <a:lnTo>
                    <a:pt x="327" y="3677"/>
                  </a:lnTo>
                  <a:lnTo>
                    <a:pt x="2554" y="3677"/>
                  </a:lnTo>
                  <a:lnTo>
                    <a:pt x="2866" y="840"/>
                  </a:lnTo>
                  <a:lnTo>
                    <a:pt x="29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545625" y="2145650"/>
              <a:ext cx="71050" cy="20225"/>
            </a:xfrm>
            <a:custGeom>
              <a:avLst/>
              <a:gdLst/>
              <a:ahLst/>
              <a:cxnLst/>
              <a:rect l="l" t="t" r="r" b="b"/>
              <a:pathLst>
                <a:path w="2842" h="809" extrusionOk="0">
                  <a:moveTo>
                    <a:pt x="1" y="0"/>
                  </a:moveTo>
                  <a:lnTo>
                    <a:pt x="73" y="809"/>
                  </a:lnTo>
                  <a:lnTo>
                    <a:pt x="2750" y="809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538000" y="2138875"/>
              <a:ext cx="85275" cy="18050"/>
            </a:xfrm>
            <a:custGeom>
              <a:avLst/>
              <a:gdLst/>
              <a:ahLst/>
              <a:cxnLst/>
              <a:rect l="l" t="t" r="r" b="b"/>
              <a:pathLst>
                <a:path w="3411" h="722" extrusionOk="0">
                  <a:moveTo>
                    <a:pt x="1" y="1"/>
                  </a:moveTo>
                  <a:lnTo>
                    <a:pt x="1" y="721"/>
                  </a:lnTo>
                  <a:lnTo>
                    <a:pt x="3410" y="721"/>
                  </a:lnTo>
                  <a:lnTo>
                    <a:pt x="34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4050" y="552150"/>
            <a:ext cx="7695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24050" y="1152475"/>
            <a:ext cx="7695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28"/>
          <p:cNvGrpSpPr/>
          <p:nvPr/>
        </p:nvGrpSpPr>
        <p:grpSpPr>
          <a:xfrm>
            <a:off x="3844800" y="4756477"/>
            <a:ext cx="1458875" cy="23926"/>
            <a:chOff x="-2278825" y="1262800"/>
            <a:chExt cx="1458875" cy="45049"/>
          </a:xfrm>
        </p:grpSpPr>
        <p:sp>
          <p:nvSpPr>
            <p:cNvPr id="894" name="Google Shape;894;p28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5" name="Google Shape;895;p28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6" name="Google Shape;896;p28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28"/>
            <p:cNvSpPr/>
            <p:nvPr/>
          </p:nvSpPr>
          <p:spPr>
            <a:xfrm>
              <a:off x="-1105354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0" y="1"/>
                  </a:moveTo>
                  <a:lnTo>
                    <a:pt x="0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8" name="Google Shape;898;p28"/>
          <p:cNvGrpSpPr/>
          <p:nvPr/>
        </p:nvGrpSpPr>
        <p:grpSpPr>
          <a:xfrm>
            <a:off x="8141589" y="4152935"/>
            <a:ext cx="556729" cy="990605"/>
            <a:chOff x="5081850" y="1981125"/>
            <a:chExt cx="168125" cy="299150"/>
          </a:xfrm>
        </p:grpSpPr>
        <p:sp>
          <p:nvSpPr>
            <p:cNvPr id="899" name="Google Shape;899;p28"/>
            <p:cNvSpPr/>
            <p:nvPr/>
          </p:nvSpPr>
          <p:spPr>
            <a:xfrm>
              <a:off x="5115175" y="1981125"/>
              <a:ext cx="90525" cy="43050"/>
            </a:xfrm>
            <a:custGeom>
              <a:avLst/>
              <a:gdLst/>
              <a:ahLst/>
              <a:cxnLst/>
              <a:rect l="l" t="t" r="r" b="b"/>
              <a:pathLst>
                <a:path w="3621" h="1722" extrusionOk="0">
                  <a:moveTo>
                    <a:pt x="2468" y="1"/>
                  </a:moveTo>
                  <a:cubicBezTo>
                    <a:pt x="2160" y="1"/>
                    <a:pt x="1887" y="335"/>
                    <a:pt x="1809" y="712"/>
                  </a:cubicBezTo>
                  <a:cubicBezTo>
                    <a:pt x="1731" y="334"/>
                    <a:pt x="1450" y="2"/>
                    <a:pt x="1145" y="2"/>
                  </a:cubicBezTo>
                  <a:cubicBezTo>
                    <a:pt x="1095" y="2"/>
                    <a:pt x="1045" y="11"/>
                    <a:pt x="994" y="30"/>
                  </a:cubicBezTo>
                  <a:cubicBezTo>
                    <a:pt x="639" y="162"/>
                    <a:pt x="1039" y="951"/>
                    <a:pt x="1057" y="983"/>
                  </a:cubicBezTo>
                  <a:cubicBezTo>
                    <a:pt x="1042" y="971"/>
                    <a:pt x="712" y="703"/>
                    <a:pt x="452" y="703"/>
                  </a:cubicBezTo>
                  <a:cubicBezTo>
                    <a:pt x="352" y="703"/>
                    <a:pt x="262" y="743"/>
                    <a:pt x="205" y="854"/>
                  </a:cubicBezTo>
                  <a:cubicBezTo>
                    <a:pt x="1" y="1250"/>
                    <a:pt x="1215" y="1722"/>
                    <a:pt x="1812" y="1722"/>
                  </a:cubicBezTo>
                  <a:cubicBezTo>
                    <a:pt x="2413" y="1722"/>
                    <a:pt x="3621" y="1244"/>
                    <a:pt x="3413" y="854"/>
                  </a:cubicBezTo>
                  <a:cubicBezTo>
                    <a:pt x="3357" y="747"/>
                    <a:pt x="3269" y="709"/>
                    <a:pt x="3170" y="709"/>
                  </a:cubicBezTo>
                  <a:cubicBezTo>
                    <a:pt x="2911" y="709"/>
                    <a:pt x="2579" y="971"/>
                    <a:pt x="2561" y="983"/>
                  </a:cubicBezTo>
                  <a:cubicBezTo>
                    <a:pt x="2580" y="958"/>
                    <a:pt x="2989" y="165"/>
                    <a:pt x="2624" y="30"/>
                  </a:cubicBezTo>
                  <a:cubicBezTo>
                    <a:pt x="2571" y="10"/>
                    <a:pt x="2519" y="1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900;p28"/>
            <p:cNvSpPr/>
            <p:nvPr/>
          </p:nvSpPr>
          <p:spPr>
            <a:xfrm>
              <a:off x="5081850" y="2012125"/>
              <a:ext cx="155150" cy="169850"/>
            </a:xfrm>
            <a:custGeom>
              <a:avLst/>
              <a:gdLst/>
              <a:ahLst/>
              <a:cxnLst/>
              <a:rect l="l" t="t" r="r" b="b"/>
              <a:pathLst>
                <a:path w="6206" h="6794" extrusionOk="0">
                  <a:moveTo>
                    <a:pt x="3139" y="1"/>
                  </a:moveTo>
                  <a:cubicBezTo>
                    <a:pt x="2821" y="1"/>
                    <a:pt x="2500" y="42"/>
                    <a:pt x="2192" y="120"/>
                  </a:cubicBezTo>
                  <a:cubicBezTo>
                    <a:pt x="1305" y="353"/>
                    <a:pt x="286" y="1007"/>
                    <a:pt x="104" y="2712"/>
                  </a:cubicBezTo>
                  <a:cubicBezTo>
                    <a:pt x="0" y="3655"/>
                    <a:pt x="252" y="5492"/>
                    <a:pt x="972" y="6386"/>
                  </a:cubicBezTo>
                  <a:cubicBezTo>
                    <a:pt x="1670" y="6658"/>
                    <a:pt x="2405" y="6794"/>
                    <a:pt x="3141" y="6794"/>
                  </a:cubicBezTo>
                  <a:cubicBezTo>
                    <a:pt x="3876" y="6794"/>
                    <a:pt x="4611" y="6658"/>
                    <a:pt x="5309" y="6386"/>
                  </a:cubicBezTo>
                  <a:cubicBezTo>
                    <a:pt x="5643" y="5967"/>
                    <a:pt x="5878" y="5341"/>
                    <a:pt x="6020" y="4697"/>
                  </a:cubicBezTo>
                  <a:cubicBezTo>
                    <a:pt x="6095" y="4376"/>
                    <a:pt x="6146" y="4045"/>
                    <a:pt x="6174" y="3715"/>
                  </a:cubicBezTo>
                  <a:cubicBezTo>
                    <a:pt x="6206" y="3382"/>
                    <a:pt x="6206" y="3042"/>
                    <a:pt x="6174" y="2712"/>
                  </a:cubicBezTo>
                  <a:cubicBezTo>
                    <a:pt x="5919" y="315"/>
                    <a:pt x="4007" y="1"/>
                    <a:pt x="3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5096625" y="2172450"/>
              <a:ext cx="128750" cy="107825"/>
            </a:xfrm>
            <a:custGeom>
              <a:avLst/>
              <a:gdLst/>
              <a:ahLst/>
              <a:cxnLst/>
              <a:rect l="l" t="t" r="r" b="b"/>
              <a:pathLst>
                <a:path w="5150" h="4313" extrusionOk="0">
                  <a:moveTo>
                    <a:pt x="0" y="1"/>
                  </a:moveTo>
                  <a:lnTo>
                    <a:pt x="519" y="4313"/>
                  </a:lnTo>
                  <a:lnTo>
                    <a:pt x="4636" y="4313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28"/>
            <p:cNvSpPr/>
            <p:nvPr/>
          </p:nvSpPr>
          <p:spPr>
            <a:xfrm>
              <a:off x="5096625" y="2172450"/>
              <a:ext cx="128750" cy="24475"/>
            </a:xfrm>
            <a:custGeom>
              <a:avLst/>
              <a:gdLst/>
              <a:ahLst/>
              <a:cxnLst/>
              <a:rect l="l" t="t" r="r" b="b"/>
              <a:pathLst>
                <a:path w="5150" h="979" extrusionOk="0">
                  <a:moveTo>
                    <a:pt x="0" y="1"/>
                  </a:moveTo>
                  <a:lnTo>
                    <a:pt x="117" y="979"/>
                  </a:lnTo>
                  <a:lnTo>
                    <a:pt x="5064" y="737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903" name="Google Shape;903;p28"/>
            <p:cNvGrpSpPr/>
            <p:nvPr/>
          </p:nvGrpSpPr>
          <p:grpSpPr>
            <a:xfrm>
              <a:off x="5086475" y="2011175"/>
              <a:ext cx="163500" cy="170825"/>
              <a:chOff x="5086475" y="2011175"/>
              <a:chExt cx="163500" cy="170825"/>
            </a:xfrm>
          </p:grpSpPr>
          <p:sp>
            <p:nvSpPr>
              <p:cNvPr id="904" name="Google Shape;904;p28"/>
              <p:cNvSpPr/>
              <p:nvPr/>
            </p:nvSpPr>
            <p:spPr>
              <a:xfrm>
                <a:off x="5160475" y="2011975"/>
                <a:ext cx="3725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801" extrusionOk="0">
                    <a:moveTo>
                      <a:pt x="79" y="0"/>
                    </a:moveTo>
                    <a:cubicBezTo>
                      <a:pt x="76" y="567"/>
                      <a:pt x="73" y="1133"/>
                      <a:pt x="63" y="1702"/>
                    </a:cubicBezTo>
                    <a:lnTo>
                      <a:pt x="63" y="3404"/>
                    </a:lnTo>
                    <a:cubicBezTo>
                      <a:pt x="66" y="3970"/>
                      <a:pt x="60" y="4536"/>
                      <a:pt x="60" y="5102"/>
                    </a:cubicBezTo>
                    <a:cubicBezTo>
                      <a:pt x="60" y="5385"/>
                      <a:pt x="57" y="5668"/>
                      <a:pt x="47" y="5951"/>
                    </a:cubicBezTo>
                    <a:cubicBezTo>
                      <a:pt x="44" y="6093"/>
                      <a:pt x="44" y="6234"/>
                      <a:pt x="32" y="6376"/>
                    </a:cubicBezTo>
                    <a:lnTo>
                      <a:pt x="19" y="6587"/>
                    </a:lnTo>
                    <a:lnTo>
                      <a:pt x="0" y="6800"/>
                    </a:lnTo>
                    <a:cubicBezTo>
                      <a:pt x="91" y="6241"/>
                      <a:pt x="104" y="5671"/>
                      <a:pt x="120" y="5105"/>
                    </a:cubicBezTo>
                    <a:cubicBezTo>
                      <a:pt x="135" y="4539"/>
                      <a:pt x="148" y="3976"/>
                      <a:pt x="142" y="3407"/>
                    </a:cubicBezTo>
                    <a:cubicBezTo>
                      <a:pt x="139" y="2831"/>
                      <a:pt x="139" y="2265"/>
                      <a:pt x="126" y="1699"/>
                    </a:cubicBezTo>
                    <a:cubicBezTo>
                      <a:pt x="120" y="1133"/>
                      <a:pt x="104" y="567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5" name="Google Shape;905;p28"/>
              <p:cNvSpPr/>
              <p:nvPr/>
            </p:nvSpPr>
            <p:spPr>
              <a:xfrm>
                <a:off x="5139550" y="2012300"/>
                <a:ext cx="13250" cy="1682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728" extrusionOk="0">
                    <a:moveTo>
                      <a:pt x="529" y="0"/>
                    </a:moveTo>
                    <a:cubicBezTo>
                      <a:pt x="343" y="535"/>
                      <a:pt x="208" y="1088"/>
                      <a:pt x="136" y="1651"/>
                    </a:cubicBezTo>
                    <a:cubicBezTo>
                      <a:pt x="60" y="2214"/>
                      <a:pt x="13" y="2780"/>
                      <a:pt x="10" y="3347"/>
                    </a:cubicBezTo>
                    <a:lnTo>
                      <a:pt x="10" y="3771"/>
                    </a:lnTo>
                    <a:cubicBezTo>
                      <a:pt x="1" y="3913"/>
                      <a:pt x="13" y="4054"/>
                      <a:pt x="13" y="4196"/>
                    </a:cubicBezTo>
                    <a:cubicBezTo>
                      <a:pt x="19" y="4479"/>
                      <a:pt x="42" y="4762"/>
                      <a:pt x="64" y="5045"/>
                    </a:cubicBezTo>
                    <a:cubicBezTo>
                      <a:pt x="76" y="5186"/>
                      <a:pt x="92" y="5328"/>
                      <a:pt x="108" y="5470"/>
                    </a:cubicBezTo>
                    <a:lnTo>
                      <a:pt x="155" y="5891"/>
                    </a:lnTo>
                    <a:cubicBezTo>
                      <a:pt x="199" y="6168"/>
                      <a:pt x="240" y="6448"/>
                      <a:pt x="287" y="6728"/>
                    </a:cubicBezTo>
                    <a:lnTo>
                      <a:pt x="192" y="5885"/>
                    </a:lnTo>
                    <a:lnTo>
                      <a:pt x="155" y="5463"/>
                    </a:lnTo>
                    <a:cubicBezTo>
                      <a:pt x="142" y="5328"/>
                      <a:pt x="126" y="5186"/>
                      <a:pt x="123" y="5045"/>
                    </a:cubicBezTo>
                    <a:cubicBezTo>
                      <a:pt x="108" y="4765"/>
                      <a:pt x="82" y="4482"/>
                      <a:pt x="82" y="4199"/>
                    </a:cubicBezTo>
                    <a:cubicBezTo>
                      <a:pt x="79" y="4057"/>
                      <a:pt x="76" y="3916"/>
                      <a:pt x="98" y="3774"/>
                    </a:cubicBezTo>
                    <a:lnTo>
                      <a:pt x="98" y="3350"/>
                    </a:lnTo>
                    <a:cubicBezTo>
                      <a:pt x="82" y="2784"/>
                      <a:pt x="123" y="2221"/>
                      <a:pt x="189" y="1661"/>
                    </a:cubicBezTo>
                    <a:cubicBezTo>
                      <a:pt x="224" y="1378"/>
                      <a:pt x="268" y="1098"/>
                      <a:pt x="325" y="821"/>
                    </a:cubicBezTo>
                    <a:cubicBezTo>
                      <a:pt x="375" y="544"/>
                      <a:pt x="444" y="271"/>
                      <a:pt x="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6" name="Google Shape;906;p28"/>
              <p:cNvSpPr/>
              <p:nvPr/>
            </p:nvSpPr>
            <p:spPr>
              <a:xfrm>
                <a:off x="5115650" y="2014100"/>
                <a:ext cx="249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659" extrusionOk="0">
                    <a:moveTo>
                      <a:pt x="998" y="0"/>
                    </a:moveTo>
                    <a:cubicBezTo>
                      <a:pt x="812" y="224"/>
                      <a:pt x="655" y="466"/>
                      <a:pt x="526" y="730"/>
                    </a:cubicBezTo>
                    <a:cubicBezTo>
                      <a:pt x="494" y="793"/>
                      <a:pt x="463" y="859"/>
                      <a:pt x="435" y="928"/>
                    </a:cubicBezTo>
                    <a:lnTo>
                      <a:pt x="356" y="1133"/>
                    </a:lnTo>
                    <a:lnTo>
                      <a:pt x="315" y="1233"/>
                    </a:lnTo>
                    <a:cubicBezTo>
                      <a:pt x="306" y="1265"/>
                      <a:pt x="296" y="1299"/>
                      <a:pt x="284" y="1337"/>
                    </a:cubicBezTo>
                    <a:lnTo>
                      <a:pt x="221" y="1545"/>
                    </a:lnTo>
                    <a:cubicBezTo>
                      <a:pt x="73" y="2108"/>
                      <a:pt x="0" y="2690"/>
                      <a:pt x="7" y="3271"/>
                    </a:cubicBezTo>
                    <a:lnTo>
                      <a:pt x="16" y="3705"/>
                    </a:lnTo>
                    <a:lnTo>
                      <a:pt x="63" y="4139"/>
                    </a:lnTo>
                    <a:lnTo>
                      <a:pt x="89" y="4356"/>
                    </a:lnTo>
                    <a:cubicBezTo>
                      <a:pt x="101" y="4429"/>
                      <a:pt x="117" y="4501"/>
                      <a:pt x="126" y="4570"/>
                    </a:cubicBezTo>
                    <a:lnTo>
                      <a:pt x="211" y="5001"/>
                    </a:lnTo>
                    <a:cubicBezTo>
                      <a:pt x="221" y="5070"/>
                      <a:pt x="243" y="5143"/>
                      <a:pt x="262" y="5212"/>
                    </a:cubicBezTo>
                    <a:lnTo>
                      <a:pt x="315" y="5420"/>
                    </a:lnTo>
                    <a:lnTo>
                      <a:pt x="431" y="5841"/>
                    </a:lnTo>
                    <a:cubicBezTo>
                      <a:pt x="526" y="6118"/>
                      <a:pt x="623" y="6391"/>
                      <a:pt x="721" y="6659"/>
                    </a:cubicBezTo>
                    <a:lnTo>
                      <a:pt x="466" y="5828"/>
                    </a:lnTo>
                    <a:lnTo>
                      <a:pt x="362" y="5407"/>
                    </a:lnTo>
                    <a:lnTo>
                      <a:pt x="312" y="5199"/>
                    </a:lnTo>
                    <a:cubicBezTo>
                      <a:pt x="293" y="5130"/>
                      <a:pt x="277" y="5058"/>
                      <a:pt x="265" y="4989"/>
                    </a:cubicBezTo>
                    <a:lnTo>
                      <a:pt x="195" y="4564"/>
                    </a:lnTo>
                    <a:lnTo>
                      <a:pt x="158" y="4350"/>
                    </a:lnTo>
                    <a:lnTo>
                      <a:pt x="139" y="4136"/>
                    </a:lnTo>
                    <a:lnTo>
                      <a:pt x="95" y="3705"/>
                    </a:lnTo>
                    <a:lnTo>
                      <a:pt x="89" y="3275"/>
                    </a:lnTo>
                    <a:cubicBezTo>
                      <a:pt x="79" y="2696"/>
                      <a:pt x="148" y="2123"/>
                      <a:pt x="284" y="1564"/>
                    </a:cubicBezTo>
                    <a:lnTo>
                      <a:pt x="343" y="1356"/>
                    </a:lnTo>
                    <a:cubicBezTo>
                      <a:pt x="356" y="1325"/>
                      <a:pt x="362" y="1290"/>
                      <a:pt x="375" y="1252"/>
                    </a:cubicBezTo>
                    <a:lnTo>
                      <a:pt x="409" y="1152"/>
                    </a:lnTo>
                    <a:lnTo>
                      <a:pt x="482" y="947"/>
                    </a:lnTo>
                    <a:cubicBezTo>
                      <a:pt x="510" y="881"/>
                      <a:pt x="541" y="812"/>
                      <a:pt x="567" y="746"/>
                    </a:cubicBezTo>
                    <a:cubicBezTo>
                      <a:pt x="677" y="482"/>
                      <a:pt x="825" y="230"/>
                      <a:pt x="9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7" name="Google Shape;907;p28"/>
              <p:cNvSpPr/>
              <p:nvPr/>
            </p:nvSpPr>
            <p:spPr>
              <a:xfrm>
                <a:off x="5096000" y="2016525"/>
                <a:ext cx="35400" cy="1625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6503" extrusionOk="0">
                    <a:moveTo>
                      <a:pt x="1416" y="1"/>
                    </a:moveTo>
                    <a:cubicBezTo>
                      <a:pt x="1299" y="86"/>
                      <a:pt x="1189" y="186"/>
                      <a:pt x="1082" y="287"/>
                    </a:cubicBezTo>
                    <a:cubicBezTo>
                      <a:pt x="981" y="394"/>
                      <a:pt x="881" y="507"/>
                      <a:pt x="796" y="627"/>
                    </a:cubicBezTo>
                    <a:cubicBezTo>
                      <a:pt x="623" y="866"/>
                      <a:pt x="472" y="1121"/>
                      <a:pt x="356" y="1391"/>
                    </a:cubicBezTo>
                    <a:cubicBezTo>
                      <a:pt x="123" y="1938"/>
                      <a:pt x="6" y="2530"/>
                      <a:pt x="6" y="3121"/>
                    </a:cubicBezTo>
                    <a:cubicBezTo>
                      <a:pt x="0" y="3272"/>
                      <a:pt x="0" y="3420"/>
                      <a:pt x="22" y="3564"/>
                    </a:cubicBezTo>
                    <a:cubicBezTo>
                      <a:pt x="38" y="3712"/>
                      <a:pt x="44" y="3860"/>
                      <a:pt x="73" y="4008"/>
                    </a:cubicBezTo>
                    <a:lnTo>
                      <a:pt x="107" y="4228"/>
                    </a:lnTo>
                    <a:lnTo>
                      <a:pt x="154" y="4442"/>
                    </a:lnTo>
                    <a:cubicBezTo>
                      <a:pt x="183" y="4587"/>
                      <a:pt x="227" y="4731"/>
                      <a:pt x="264" y="4873"/>
                    </a:cubicBezTo>
                    <a:cubicBezTo>
                      <a:pt x="434" y="5439"/>
                      <a:pt x="658" y="5983"/>
                      <a:pt x="937" y="6502"/>
                    </a:cubicBezTo>
                    <a:lnTo>
                      <a:pt x="755" y="6103"/>
                    </a:lnTo>
                    <a:lnTo>
                      <a:pt x="591" y="5694"/>
                    </a:lnTo>
                    <a:lnTo>
                      <a:pt x="447" y="5282"/>
                    </a:lnTo>
                    <a:cubicBezTo>
                      <a:pt x="403" y="5140"/>
                      <a:pt x="356" y="5002"/>
                      <a:pt x="321" y="4860"/>
                    </a:cubicBezTo>
                    <a:lnTo>
                      <a:pt x="268" y="4646"/>
                    </a:lnTo>
                    <a:cubicBezTo>
                      <a:pt x="249" y="4577"/>
                      <a:pt x="233" y="4502"/>
                      <a:pt x="217" y="4432"/>
                    </a:cubicBezTo>
                    <a:lnTo>
                      <a:pt x="173" y="4215"/>
                    </a:lnTo>
                    <a:lnTo>
                      <a:pt x="142" y="3998"/>
                    </a:lnTo>
                    <a:cubicBezTo>
                      <a:pt x="120" y="3854"/>
                      <a:pt x="101" y="3709"/>
                      <a:pt x="95" y="3561"/>
                    </a:cubicBezTo>
                    <a:cubicBezTo>
                      <a:pt x="91" y="3417"/>
                      <a:pt x="79" y="3272"/>
                      <a:pt x="85" y="3127"/>
                    </a:cubicBezTo>
                    <a:cubicBezTo>
                      <a:pt x="85" y="2539"/>
                      <a:pt x="192" y="1963"/>
                      <a:pt x="415" y="1419"/>
                    </a:cubicBezTo>
                    <a:cubicBezTo>
                      <a:pt x="525" y="1149"/>
                      <a:pt x="661" y="894"/>
                      <a:pt x="831" y="652"/>
                    </a:cubicBezTo>
                    <a:cubicBezTo>
                      <a:pt x="997" y="410"/>
                      <a:pt x="1192" y="190"/>
                      <a:pt x="14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8" name="Google Shape;908;p28"/>
              <p:cNvSpPr/>
              <p:nvPr/>
            </p:nvSpPr>
            <p:spPr>
              <a:xfrm>
                <a:off x="5170600" y="2012375"/>
                <a:ext cx="14100" cy="16812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72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" y="274"/>
                      <a:pt x="155" y="544"/>
                      <a:pt x="205" y="824"/>
                    </a:cubicBezTo>
                    <a:cubicBezTo>
                      <a:pt x="262" y="1101"/>
                      <a:pt x="303" y="1381"/>
                      <a:pt x="341" y="1661"/>
                    </a:cubicBezTo>
                    <a:cubicBezTo>
                      <a:pt x="410" y="2218"/>
                      <a:pt x="444" y="2781"/>
                      <a:pt x="473" y="3347"/>
                    </a:cubicBezTo>
                    <a:lnTo>
                      <a:pt x="473" y="3771"/>
                    </a:lnTo>
                    <a:cubicBezTo>
                      <a:pt x="460" y="3913"/>
                      <a:pt x="448" y="4054"/>
                      <a:pt x="448" y="4196"/>
                    </a:cubicBezTo>
                    <a:cubicBezTo>
                      <a:pt x="444" y="4476"/>
                      <a:pt x="422" y="4759"/>
                      <a:pt x="410" y="5042"/>
                    </a:cubicBezTo>
                    <a:cubicBezTo>
                      <a:pt x="407" y="5180"/>
                      <a:pt x="391" y="5322"/>
                      <a:pt x="378" y="5463"/>
                    </a:cubicBezTo>
                    <a:lnTo>
                      <a:pt x="338" y="5882"/>
                    </a:lnTo>
                    <a:lnTo>
                      <a:pt x="243" y="6725"/>
                    </a:lnTo>
                    <a:cubicBezTo>
                      <a:pt x="287" y="6445"/>
                      <a:pt x="338" y="6165"/>
                      <a:pt x="378" y="5888"/>
                    </a:cubicBezTo>
                    <a:lnTo>
                      <a:pt x="426" y="5467"/>
                    </a:lnTo>
                    <a:cubicBezTo>
                      <a:pt x="441" y="5328"/>
                      <a:pt x="460" y="5187"/>
                      <a:pt x="470" y="5045"/>
                    </a:cubicBezTo>
                    <a:cubicBezTo>
                      <a:pt x="492" y="4762"/>
                      <a:pt x="517" y="4479"/>
                      <a:pt x="520" y="4196"/>
                    </a:cubicBezTo>
                    <a:cubicBezTo>
                      <a:pt x="523" y="4054"/>
                      <a:pt x="529" y="3913"/>
                      <a:pt x="564" y="3771"/>
                    </a:cubicBezTo>
                    <a:lnTo>
                      <a:pt x="564" y="3347"/>
                    </a:lnTo>
                    <a:cubicBezTo>
                      <a:pt x="517" y="2781"/>
                      <a:pt x="473" y="2214"/>
                      <a:pt x="394" y="1651"/>
                    </a:cubicBezTo>
                    <a:cubicBezTo>
                      <a:pt x="319" y="1092"/>
                      <a:pt x="190" y="53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9" name="Google Shape;909;p28"/>
              <p:cNvSpPr/>
              <p:nvPr/>
            </p:nvSpPr>
            <p:spPr>
              <a:xfrm>
                <a:off x="5182875" y="2014175"/>
                <a:ext cx="246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659" extrusionOk="0">
                    <a:moveTo>
                      <a:pt x="1" y="1"/>
                    </a:moveTo>
                    <a:cubicBezTo>
                      <a:pt x="170" y="233"/>
                      <a:pt x="312" y="485"/>
                      <a:pt x="416" y="752"/>
                    </a:cubicBezTo>
                    <a:cubicBezTo>
                      <a:pt x="447" y="815"/>
                      <a:pt x="479" y="881"/>
                      <a:pt x="504" y="947"/>
                    </a:cubicBezTo>
                    <a:lnTo>
                      <a:pt x="576" y="1152"/>
                    </a:lnTo>
                    <a:lnTo>
                      <a:pt x="611" y="1255"/>
                    </a:lnTo>
                    <a:cubicBezTo>
                      <a:pt x="623" y="1287"/>
                      <a:pt x="630" y="1322"/>
                      <a:pt x="642" y="1356"/>
                    </a:cubicBezTo>
                    <a:lnTo>
                      <a:pt x="702" y="1564"/>
                    </a:lnTo>
                    <a:cubicBezTo>
                      <a:pt x="840" y="2124"/>
                      <a:pt x="906" y="2702"/>
                      <a:pt x="897" y="3275"/>
                    </a:cubicBezTo>
                    <a:lnTo>
                      <a:pt x="891" y="3709"/>
                    </a:lnTo>
                    <a:lnTo>
                      <a:pt x="847" y="4136"/>
                    </a:lnTo>
                    <a:lnTo>
                      <a:pt x="828" y="4353"/>
                    </a:lnTo>
                    <a:cubicBezTo>
                      <a:pt x="818" y="4423"/>
                      <a:pt x="803" y="4495"/>
                      <a:pt x="793" y="4564"/>
                    </a:cubicBezTo>
                    <a:lnTo>
                      <a:pt x="721" y="4989"/>
                    </a:lnTo>
                    <a:cubicBezTo>
                      <a:pt x="708" y="5061"/>
                      <a:pt x="693" y="5130"/>
                      <a:pt x="674" y="5203"/>
                    </a:cubicBezTo>
                    <a:lnTo>
                      <a:pt x="623" y="5410"/>
                    </a:lnTo>
                    <a:lnTo>
                      <a:pt x="520" y="5832"/>
                    </a:lnTo>
                    <a:lnTo>
                      <a:pt x="265" y="6659"/>
                    </a:lnTo>
                    <a:cubicBezTo>
                      <a:pt x="362" y="6388"/>
                      <a:pt x="457" y="6109"/>
                      <a:pt x="557" y="5841"/>
                    </a:cubicBezTo>
                    <a:lnTo>
                      <a:pt x="671" y="5423"/>
                    </a:lnTo>
                    <a:lnTo>
                      <a:pt x="724" y="5212"/>
                    </a:lnTo>
                    <a:cubicBezTo>
                      <a:pt x="743" y="5143"/>
                      <a:pt x="765" y="5071"/>
                      <a:pt x="774" y="5001"/>
                    </a:cubicBezTo>
                    <a:lnTo>
                      <a:pt x="859" y="4574"/>
                    </a:lnTo>
                    <a:cubicBezTo>
                      <a:pt x="872" y="4501"/>
                      <a:pt x="884" y="4426"/>
                      <a:pt x="897" y="4357"/>
                    </a:cubicBezTo>
                    <a:lnTo>
                      <a:pt x="922" y="4140"/>
                    </a:lnTo>
                    <a:lnTo>
                      <a:pt x="969" y="3709"/>
                    </a:lnTo>
                    <a:lnTo>
                      <a:pt x="982" y="3272"/>
                    </a:lnTo>
                    <a:cubicBezTo>
                      <a:pt x="985" y="2690"/>
                      <a:pt x="913" y="2108"/>
                      <a:pt x="765" y="1545"/>
                    </a:cubicBezTo>
                    <a:lnTo>
                      <a:pt x="702" y="1337"/>
                    </a:lnTo>
                    <a:cubicBezTo>
                      <a:pt x="689" y="1306"/>
                      <a:pt x="683" y="1271"/>
                      <a:pt x="671" y="1233"/>
                    </a:cubicBezTo>
                    <a:lnTo>
                      <a:pt x="630" y="1133"/>
                    </a:lnTo>
                    <a:lnTo>
                      <a:pt x="551" y="928"/>
                    </a:lnTo>
                    <a:cubicBezTo>
                      <a:pt x="526" y="862"/>
                      <a:pt x="491" y="799"/>
                      <a:pt x="460" y="730"/>
                    </a:cubicBezTo>
                    <a:cubicBezTo>
                      <a:pt x="340" y="469"/>
                      <a:pt x="186" y="2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0" name="Google Shape;910;p28"/>
              <p:cNvSpPr/>
              <p:nvPr/>
            </p:nvSpPr>
            <p:spPr>
              <a:xfrm>
                <a:off x="5191850" y="2016625"/>
                <a:ext cx="35175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5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4" y="189"/>
                      <a:pt x="425" y="406"/>
                      <a:pt x="582" y="654"/>
                    </a:cubicBezTo>
                    <a:cubicBezTo>
                      <a:pt x="749" y="893"/>
                      <a:pt x="890" y="1148"/>
                      <a:pt x="1000" y="1419"/>
                    </a:cubicBezTo>
                    <a:cubicBezTo>
                      <a:pt x="1221" y="1963"/>
                      <a:pt x="1334" y="2541"/>
                      <a:pt x="1331" y="3126"/>
                    </a:cubicBezTo>
                    <a:cubicBezTo>
                      <a:pt x="1334" y="3271"/>
                      <a:pt x="1334" y="3416"/>
                      <a:pt x="1318" y="3564"/>
                    </a:cubicBezTo>
                    <a:cubicBezTo>
                      <a:pt x="1302" y="3708"/>
                      <a:pt x="1299" y="3853"/>
                      <a:pt x="1271" y="3998"/>
                    </a:cubicBezTo>
                    <a:lnTo>
                      <a:pt x="1239" y="4215"/>
                    </a:lnTo>
                    <a:lnTo>
                      <a:pt x="1195" y="4432"/>
                    </a:lnTo>
                    <a:cubicBezTo>
                      <a:pt x="1180" y="4501"/>
                      <a:pt x="1164" y="4573"/>
                      <a:pt x="1145" y="4642"/>
                    </a:cubicBezTo>
                    <a:lnTo>
                      <a:pt x="1092" y="4856"/>
                    </a:lnTo>
                    <a:cubicBezTo>
                      <a:pt x="1057" y="4998"/>
                      <a:pt x="1007" y="5136"/>
                      <a:pt x="966" y="5278"/>
                    </a:cubicBezTo>
                    <a:lnTo>
                      <a:pt x="821" y="5693"/>
                    </a:lnTo>
                    <a:lnTo>
                      <a:pt x="658" y="6102"/>
                    </a:lnTo>
                    <a:lnTo>
                      <a:pt x="475" y="6504"/>
                    </a:lnTo>
                    <a:cubicBezTo>
                      <a:pt x="755" y="5985"/>
                      <a:pt x="978" y="5438"/>
                      <a:pt x="1148" y="4872"/>
                    </a:cubicBezTo>
                    <a:cubicBezTo>
                      <a:pt x="1189" y="4730"/>
                      <a:pt x="1230" y="4589"/>
                      <a:pt x="1258" y="4444"/>
                    </a:cubicBezTo>
                    <a:lnTo>
                      <a:pt x="1305" y="4227"/>
                    </a:lnTo>
                    <a:lnTo>
                      <a:pt x="1340" y="4010"/>
                    </a:lnTo>
                    <a:cubicBezTo>
                      <a:pt x="1365" y="3865"/>
                      <a:pt x="1384" y="3718"/>
                      <a:pt x="1390" y="3570"/>
                    </a:cubicBezTo>
                    <a:cubicBezTo>
                      <a:pt x="1400" y="3422"/>
                      <a:pt x="1406" y="3274"/>
                      <a:pt x="1406" y="3126"/>
                    </a:cubicBezTo>
                    <a:cubicBezTo>
                      <a:pt x="1406" y="2532"/>
                      <a:pt x="1290" y="1944"/>
                      <a:pt x="1057" y="1396"/>
                    </a:cubicBezTo>
                    <a:cubicBezTo>
                      <a:pt x="944" y="1126"/>
                      <a:pt x="796" y="865"/>
                      <a:pt x="617" y="629"/>
                    </a:cubicBezTo>
                    <a:cubicBezTo>
                      <a:pt x="525" y="513"/>
                      <a:pt x="434" y="396"/>
                      <a:pt x="330" y="293"/>
                    </a:cubicBezTo>
                    <a:cubicBezTo>
                      <a:pt x="230" y="186"/>
                      <a:pt x="120" y="8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1" name="Google Shape;911;p28"/>
              <p:cNvSpPr/>
              <p:nvPr/>
            </p:nvSpPr>
            <p:spPr>
              <a:xfrm>
                <a:off x="5156850" y="2060575"/>
                <a:ext cx="121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10" extrusionOk="0">
                    <a:moveTo>
                      <a:pt x="485" y="0"/>
                    </a:moveTo>
                    <a:cubicBezTo>
                      <a:pt x="460" y="35"/>
                      <a:pt x="431" y="76"/>
                      <a:pt x="409" y="110"/>
                    </a:cubicBezTo>
                    <a:cubicBezTo>
                      <a:pt x="384" y="145"/>
                      <a:pt x="362" y="179"/>
                      <a:pt x="337" y="220"/>
                    </a:cubicBezTo>
                    <a:cubicBezTo>
                      <a:pt x="303" y="278"/>
                      <a:pt x="265" y="341"/>
                      <a:pt x="228" y="404"/>
                    </a:cubicBezTo>
                    <a:lnTo>
                      <a:pt x="228" y="404"/>
                    </a:lnTo>
                    <a:cubicBezTo>
                      <a:pt x="157" y="289"/>
                      <a:pt x="82" y="176"/>
                      <a:pt x="1" y="66"/>
                    </a:cubicBezTo>
                    <a:lnTo>
                      <a:pt x="1" y="66"/>
                    </a:lnTo>
                    <a:cubicBezTo>
                      <a:pt x="63" y="205"/>
                      <a:pt x="130" y="337"/>
                      <a:pt x="202" y="472"/>
                    </a:cubicBezTo>
                    <a:lnTo>
                      <a:pt x="224" y="510"/>
                    </a:lnTo>
                    <a:lnTo>
                      <a:pt x="249" y="472"/>
                    </a:lnTo>
                    <a:cubicBezTo>
                      <a:pt x="287" y="406"/>
                      <a:pt x="321" y="337"/>
                      <a:pt x="359" y="271"/>
                    </a:cubicBezTo>
                    <a:cubicBezTo>
                      <a:pt x="384" y="220"/>
                      <a:pt x="409" y="173"/>
                      <a:pt x="431" y="123"/>
                    </a:cubicBezTo>
                    <a:cubicBezTo>
                      <a:pt x="447" y="82"/>
                      <a:pt x="469" y="38"/>
                      <a:pt x="4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2" name="Google Shape;912;p28"/>
              <p:cNvSpPr/>
              <p:nvPr/>
            </p:nvSpPr>
            <p:spPr>
              <a:xfrm>
                <a:off x="5161400" y="2057725"/>
                <a:ext cx="18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86" extrusionOk="0">
                    <a:moveTo>
                      <a:pt x="26" y="1"/>
                    </a:moveTo>
                    <a:cubicBezTo>
                      <a:pt x="1" y="196"/>
                      <a:pt x="7" y="397"/>
                      <a:pt x="48" y="586"/>
                    </a:cubicBezTo>
                    <a:cubicBezTo>
                      <a:pt x="73" y="394"/>
                      <a:pt x="70" y="193"/>
                      <a:pt x="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3" name="Google Shape;913;p28"/>
              <p:cNvSpPr/>
              <p:nvPr/>
            </p:nvSpPr>
            <p:spPr>
              <a:xfrm>
                <a:off x="5204825" y="2012525"/>
                <a:ext cx="124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92" extrusionOk="0">
                    <a:moveTo>
                      <a:pt x="50" y="0"/>
                    </a:moveTo>
                    <a:cubicBezTo>
                      <a:pt x="25" y="145"/>
                      <a:pt x="6" y="299"/>
                      <a:pt x="0" y="444"/>
                    </a:cubicBezTo>
                    <a:lnTo>
                      <a:pt x="0" y="491"/>
                    </a:lnTo>
                    <a:lnTo>
                      <a:pt x="41" y="472"/>
                    </a:lnTo>
                    <a:cubicBezTo>
                      <a:pt x="120" y="431"/>
                      <a:pt x="198" y="387"/>
                      <a:pt x="271" y="343"/>
                    </a:cubicBezTo>
                    <a:lnTo>
                      <a:pt x="387" y="277"/>
                    </a:lnTo>
                    <a:cubicBezTo>
                      <a:pt x="422" y="255"/>
                      <a:pt x="459" y="230"/>
                      <a:pt x="497" y="208"/>
                    </a:cubicBezTo>
                    <a:lnTo>
                      <a:pt x="497" y="208"/>
                    </a:lnTo>
                    <a:cubicBezTo>
                      <a:pt x="456" y="224"/>
                      <a:pt x="418" y="236"/>
                      <a:pt x="374" y="255"/>
                    </a:cubicBezTo>
                    <a:cubicBezTo>
                      <a:pt x="330" y="274"/>
                      <a:pt x="293" y="290"/>
                      <a:pt x="252" y="309"/>
                    </a:cubicBezTo>
                    <a:lnTo>
                      <a:pt x="58" y="407"/>
                    </a:lnTo>
                    <a:lnTo>
                      <a:pt x="58" y="407"/>
                    </a:lnTo>
                    <a:cubicBezTo>
                      <a:pt x="63" y="272"/>
                      <a:pt x="62" y="134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4" name="Google Shape;914;p28"/>
              <p:cNvSpPr/>
              <p:nvPr/>
            </p:nvSpPr>
            <p:spPr>
              <a:xfrm>
                <a:off x="5205450" y="2011175"/>
                <a:ext cx="75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505" extrusionOk="0">
                    <a:moveTo>
                      <a:pt x="302" y="1"/>
                    </a:moveTo>
                    <a:lnTo>
                      <a:pt x="302" y="1"/>
                    </a:lnTo>
                    <a:cubicBezTo>
                      <a:pt x="173" y="149"/>
                      <a:pt x="70" y="322"/>
                      <a:pt x="0" y="504"/>
                    </a:cubicBezTo>
                    <a:cubicBezTo>
                      <a:pt x="66" y="432"/>
                      <a:pt x="120" y="353"/>
                      <a:pt x="173" y="265"/>
                    </a:cubicBezTo>
                    <a:cubicBezTo>
                      <a:pt x="224" y="183"/>
                      <a:pt x="268" y="95"/>
                      <a:pt x="3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5" name="Google Shape;915;p28"/>
              <p:cNvSpPr/>
              <p:nvPr/>
            </p:nvSpPr>
            <p:spPr>
              <a:xfrm>
                <a:off x="5194200" y="2046100"/>
                <a:ext cx="123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76" extrusionOk="0">
                    <a:moveTo>
                      <a:pt x="491" y="0"/>
                    </a:moveTo>
                    <a:cubicBezTo>
                      <a:pt x="460" y="32"/>
                      <a:pt x="428" y="67"/>
                      <a:pt x="403" y="98"/>
                    </a:cubicBezTo>
                    <a:cubicBezTo>
                      <a:pt x="375" y="136"/>
                      <a:pt x="347" y="167"/>
                      <a:pt x="318" y="202"/>
                    </a:cubicBezTo>
                    <a:cubicBezTo>
                      <a:pt x="275" y="256"/>
                      <a:pt x="229" y="314"/>
                      <a:pt x="186" y="371"/>
                    </a:cubicBezTo>
                    <a:lnTo>
                      <a:pt x="186" y="371"/>
                    </a:lnTo>
                    <a:cubicBezTo>
                      <a:pt x="131" y="249"/>
                      <a:pt x="68" y="126"/>
                      <a:pt x="1" y="10"/>
                    </a:cubicBezTo>
                    <a:lnTo>
                      <a:pt x="1" y="10"/>
                    </a:lnTo>
                    <a:cubicBezTo>
                      <a:pt x="45" y="155"/>
                      <a:pt x="98" y="296"/>
                      <a:pt x="155" y="438"/>
                    </a:cubicBezTo>
                    <a:lnTo>
                      <a:pt x="174" y="475"/>
                    </a:lnTo>
                    <a:lnTo>
                      <a:pt x="202" y="441"/>
                    </a:lnTo>
                    <a:cubicBezTo>
                      <a:pt x="255" y="372"/>
                      <a:pt x="302" y="296"/>
                      <a:pt x="356" y="224"/>
                    </a:cubicBezTo>
                    <a:cubicBezTo>
                      <a:pt x="378" y="189"/>
                      <a:pt x="403" y="155"/>
                      <a:pt x="425" y="114"/>
                    </a:cubicBezTo>
                    <a:cubicBezTo>
                      <a:pt x="450" y="76"/>
                      <a:pt x="472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6" name="Google Shape;916;p28"/>
              <p:cNvSpPr/>
              <p:nvPr/>
            </p:nvSpPr>
            <p:spPr>
              <a:xfrm>
                <a:off x="5198450" y="2042100"/>
                <a:ext cx="20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80" h="586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35" y="94"/>
                      <a:pt x="19" y="192"/>
                      <a:pt x="13" y="289"/>
                    </a:cubicBezTo>
                    <a:cubicBezTo>
                      <a:pt x="0" y="390"/>
                      <a:pt x="0" y="488"/>
                      <a:pt x="13" y="585"/>
                    </a:cubicBezTo>
                    <a:cubicBezTo>
                      <a:pt x="63" y="393"/>
                      <a:pt x="79" y="195"/>
                      <a:pt x="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7" name="Google Shape;917;p28"/>
              <p:cNvSpPr/>
              <p:nvPr/>
            </p:nvSpPr>
            <p:spPr>
              <a:xfrm>
                <a:off x="5123050" y="2029200"/>
                <a:ext cx="122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151"/>
                      <a:pt x="44" y="296"/>
                      <a:pt x="76" y="450"/>
                    </a:cubicBezTo>
                    <a:lnTo>
                      <a:pt x="88" y="491"/>
                    </a:lnTo>
                    <a:lnTo>
                      <a:pt x="123" y="459"/>
                    </a:lnTo>
                    <a:lnTo>
                      <a:pt x="305" y="277"/>
                    </a:lnTo>
                    <a:cubicBezTo>
                      <a:pt x="337" y="239"/>
                      <a:pt x="362" y="208"/>
                      <a:pt x="396" y="176"/>
                    </a:cubicBezTo>
                    <a:cubicBezTo>
                      <a:pt x="434" y="145"/>
                      <a:pt x="459" y="113"/>
                      <a:pt x="488" y="79"/>
                    </a:cubicBezTo>
                    <a:lnTo>
                      <a:pt x="488" y="79"/>
                    </a:lnTo>
                    <a:cubicBezTo>
                      <a:pt x="453" y="104"/>
                      <a:pt x="415" y="129"/>
                      <a:pt x="381" y="158"/>
                    </a:cubicBezTo>
                    <a:lnTo>
                      <a:pt x="280" y="239"/>
                    </a:lnTo>
                    <a:cubicBezTo>
                      <a:pt x="227" y="292"/>
                      <a:pt x="172" y="340"/>
                      <a:pt x="119" y="392"/>
                    </a:cubicBezTo>
                    <a:lnTo>
                      <a:pt x="119" y="392"/>
                    </a:lnTo>
                    <a:cubicBezTo>
                      <a:pt x="86" y="259"/>
                      <a:pt x="46" y="12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8" name="Google Shape;918;p28"/>
              <p:cNvSpPr/>
              <p:nvPr/>
            </p:nvSpPr>
            <p:spPr>
              <a:xfrm>
                <a:off x="5125625" y="2025975"/>
                <a:ext cx="38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567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70" y="176"/>
                      <a:pt x="20" y="368"/>
                      <a:pt x="1" y="566"/>
                    </a:cubicBezTo>
                    <a:cubicBezTo>
                      <a:pt x="86" y="390"/>
                      <a:pt x="136" y="195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9" name="Google Shape;919;p28"/>
              <p:cNvSpPr/>
              <p:nvPr/>
            </p:nvSpPr>
            <p:spPr>
              <a:xfrm>
                <a:off x="5236900" y="2069925"/>
                <a:ext cx="130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88" extrusionOk="0">
                    <a:moveTo>
                      <a:pt x="104" y="0"/>
                    </a:moveTo>
                    <a:lnTo>
                      <a:pt x="104" y="0"/>
                    </a:lnTo>
                    <a:cubicBezTo>
                      <a:pt x="60" y="148"/>
                      <a:pt x="26" y="299"/>
                      <a:pt x="7" y="450"/>
                    </a:cubicBezTo>
                    <a:lnTo>
                      <a:pt x="0" y="488"/>
                    </a:lnTo>
                    <a:lnTo>
                      <a:pt x="41" y="472"/>
                    </a:lnTo>
                    <a:cubicBezTo>
                      <a:pt x="126" y="441"/>
                      <a:pt x="205" y="409"/>
                      <a:pt x="287" y="372"/>
                    </a:cubicBezTo>
                    <a:cubicBezTo>
                      <a:pt x="324" y="353"/>
                      <a:pt x="365" y="337"/>
                      <a:pt x="403" y="318"/>
                    </a:cubicBezTo>
                    <a:lnTo>
                      <a:pt x="523" y="258"/>
                    </a:lnTo>
                    <a:lnTo>
                      <a:pt x="523" y="258"/>
                    </a:lnTo>
                    <a:cubicBezTo>
                      <a:pt x="478" y="268"/>
                      <a:pt x="441" y="277"/>
                      <a:pt x="397" y="290"/>
                    </a:cubicBezTo>
                    <a:lnTo>
                      <a:pt x="271" y="331"/>
                    </a:lnTo>
                    <a:cubicBezTo>
                      <a:pt x="203" y="352"/>
                      <a:pt x="133" y="377"/>
                      <a:pt x="64" y="403"/>
                    </a:cubicBezTo>
                    <a:lnTo>
                      <a:pt x="64" y="403"/>
                    </a:lnTo>
                    <a:cubicBezTo>
                      <a:pt x="85" y="269"/>
                      <a:pt x="99" y="134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0" name="Google Shape;920;p28"/>
              <p:cNvSpPr/>
              <p:nvPr/>
            </p:nvSpPr>
            <p:spPr>
              <a:xfrm>
                <a:off x="5237600" y="2069375"/>
                <a:ext cx="90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66" extrusionOk="0">
                    <a:moveTo>
                      <a:pt x="359" y="0"/>
                    </a:moveTo>
                    <a:cubicBezTo>
                      <a:pt x="215" y="133"/>
                      <a:pt x="92" y="293"/>
                      <a:pt x="1" y="466"/>
                    </a:cubicBezTo>
                    <a:cubicBezTo>
                      <a:pt x="76" y="403"/>
                      <a:pt x="145" y="328"/>
                      <a:pt x="202" y="249"/>
                    </a:cubicBezTo>
                    <a:cubicBezTo>
                      <a:pt x="262" y="173"/>
                      <a:pt x="315" y="89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1" name="Google Shape;921;p28"/>
              <p:cNvSpPr/>
              <p:nvPr/>
            </p:nvSpPr>
            <p:spPr>
              <a:xfrm>
                <a:off x="5135300" y="2109800"/>
                <a:ext cx="123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513" extrusionOk="0">
                    <a:moveTo>
                      <a:pt x="491" y="0"/>
                    </a:moveTo>
                    <a:cubicBezTo>
                      <a:pt x="466" y="35"/>
                      <a:pt x="441" y="72"/>
                      <a:pt x="419" y="107"/>
                    </a:cubicBezTo>
                    <a:cubicBezTo>
                      <a:pt x="394" y="142"/>
                      <a:pt x="372" y="176"/>
                      <a:pt x="347" y="217"/>
                    </a:cubicBezTo>
                    <a:cubicBezTo>
                      <a:pt x="312" y="281"/>
                      <a:pt x="274" y="342"/>
                      <a:pt x="236" y="407"/>
                    </a:cubicBezTo>
                    <a:lnTo>
                      <a:pt x="236" y="407"/>
                    </a:lnTo>
                    <a:cubicBezTo>
                      <a:pt x="164" y="291"/>
                      <a:pt x="86" y="178"/>
                      <a:pt x="1" y="72"/>
                    </a:cubicBezTo>
                    <a:lnTo>
                      <a:pt x="1" y="72"/>
                    </a:lnTo>
                    <a:cubicBezTo>
                      <a:pt x="61" y="208"/>
                      <a:pt x="133" y="343"/>
                      <a:pt x="215" y="472"/>
                    </a:cubicBezTo>
                    <a:lnTo>
                      <a:pt x="237" y="513"/>
                    </a:lnTo>
                    <a:lnTo>
                      <a:pt x="262" y="472"/>
                    </a:lnTo>
                    <a:cubicBezTo>
                      <a:pt x="300" y="409"/>
                      <a:pt x="334" y="343"/>
                      <a:pt x="366" y="277"/>
                    </a:cubicBezTo>
                    <a:cubicBezTo>
                      <a:pt x="391" y="223"/>
                      <a:pt x="419" y="173"/>
                      <a:pt x="441" y="123"/>
                    </a:cubicBezTo>
                    <a:cubicBezTo>
                      <a:pt x="457" y="82"/>
                      <a:pt x="476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2" name="Google Shape;922;p28"/>
              <p:cNvSpPr/>
              <p:nvPr/>
            </p:nvSpPr>
            <p:spPr>
              <a:xfrm>
                <a:off x="5095525" y="2130550"/>
                <a:ext cx="1072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0" extrusionOk="0">
                    <a:moveTo>
                      <a:pt x="428" y="0"/>
                    </a:moveTo>
                    <a:cubicBezTo>
                      <a:pt x="415" y="35"/>
                      <a:pt x="409" y="79"/>
                      <a:pt x="403" y="117"/>
                    </a:cubicBezTo>
                    <a:cubicBezTo>
                      <a:pt x="390" y="164"/>
                      <a:pt x="378" y="236"/>
                      <a:pt x="368" y="280"/>
                    </a:cubicBezTo>
                    <a:cubicBezTo>
                      <a:pt x="358" y="344"/>
                      <a:pt x="348" y="407"/>
                      <a:pt x="339" y="472"/>
                    </a:cubicBezTo>
                    <a:lnTo>
                      <a:pt x="339" y="472"/>
                    </a:lnTo>
                    <a:cubicBezTo>
                      <a:pt x="229" y="392"/>
                      <a:pt x="116" y="319"/>
                      <a:pt x="0" y="249"/>
                    </a:cubicBezTo>
                    <a:lnTo>
                      <a:pt x="0" y="249"/>
                    </a:lnTo>
                    <a:cubicBezTo>
                      <a:pt x="110" y="350"/>
                      <a:pt x="224" y="447"/>
                      <a:pt x="349" y="541"/>
                    </a:cubicBezTo>
                    <a:lnTo>
                      <a:pt x="387" y="570"/>
                    </a:lnTo>
                    <a:lnTo>
                      <a:pt x="393" y="523"/>
                    </a:lnTo>
                    <a:cubicBezTo>
                      <a:pt x="406" y="434"/>
                      <a:pt x="412" y="353"/>
                      <a:pt x="422" y="261"/>
                    </a:cubicBezTo>
                    <a:cubicBezTo>
                      <a:pt x="428" y="224"/>
                      <a:pt x="428" y="177"/>
                      <a:pt x="428" y="133"/>
                    </a:cubicBez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3" name="Google Shape;923;p28"/>
              <p:cNvSpPr/>
              <p:nvPr/>
            </p:nvSpPr>
            <p:spPr>
              <a:xfrm>
                <a:off x="5099050" y="2130150"/>
                <a:ext cx="61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3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98"/>
                      <a:pt x="57" y="193"/>
                      <a:pt x="98" y="284"/>
                    </a:cubicBezTo>
                    <a:cubicBezTo>
                      <a:pt x="139" y="375"/>
                      <a:pt x="186" y="460"/>
                      <a:pt x="246" y="539"/>
                    </a:cubicBezTo>
                    <a:cubicBezTo>
                      <a:pt x="199" y="347"/>
                      <a:pt x="114" y="16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4" name="Google Shape;924;p28"/>
              <p:cNvSpPr/>
              <p:nvPr/>
            </p:nvSpPr>
            <p:spPr>
              <a:xfrm>
                <a:off x="5086475" y="2029275"/>
                <a:ext cx="107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3" extrusionOk="0">
                    <a:moveTo>
                      <a:pt x="372" y="0"/>
                    </a:moveTo>
                    <a:cubicBezTo>
                      <a:pt x="365" y="44"/>
                      <a:pt x="365" y="95"/>
                      <a:pt x="340" y="136"/>
                    </a:cubicBezTo>
                    <a:lnTo>
                      <a:pt x="340" y="265"/>
                    </a:lnTo>
                    <a:cubicBezTo>
                      <a:pt x="361" y="339"/>
                      <a:pt x="369" y="406"/>
                      <a:pt x="374" y="478"/>
                    </a:cubicBezTo>
                    <a:lnTo>
                      <a:pt x="374" y="478"/>
                    </a:lnTo>
                    <a:cubicBezTo>
                      <a:pt x="253" y="418"/>
                      <a:pt x="127" y="366"/>
                      <a:pt x="1" y="321"/>
                    </a:cubicBezTo>
                    <a:lnTo>
                      <a:pt x="1" y="321"/>
                    </a:lnTo>
                    <a:cubicBezTo>
                      <a:pt x="126" y="403"/>
                      <a:pt x="255" y="478"/>
                      <a:pt x="394" y="551"/>
                    </a:cubicBezTo>
                    <a:lnTo>
                      <a:pt x="428" y="573"/>
                    </a:lnTo>
                    <a:lnTo>
                      <a:pt x="428" y="526"/>
                    </a:lnTo>
                    <a:cubicBezTo>
                      <a:pt x="425" y="434"/>
                      <a:pt x="422" y="353"/>
                      <a:pt x="409" y="261"/>
                    </a:cubicBezTo>
                    <a:cubicBezTo>
                      <a:pt x="406" y="221"/>
                      <a:pt x="403" y="170"/>
                      <a:pt x="394" y="132"/>
                    </a:cubicBezTo>
                    <a:cubicBezTo>
                      <a:pt x="387" y="92"/>
                      <a:pt x="378" y="44"/>
                      <a:pt x="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5" name="Google Shape;925;p28"/>
              <p:cNvSpPr/>
              <p:nvPr/>
            </p:nvSpPr>
            <p:spPr>
              <a:xfrm>
                <a:off x="5088050" y="2030300"/>
                <a:ext cx="86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344" h="4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" y="91"/>
                      <a:pt x="92" y="173"/>
                      <a:pt x="151" y="255"/>
                    </a:cubicBezTo>
                    <a:cubicBezTo>
                      <a:pt x="208" y="337"/>
                      <a:pt x="271" y="412"/>
                      <a:pt x="343" y="478"/>
                    </a:cubicBezTo>
                    <a:cubicBezTo>
                      <a:pt x="299" y="390"/>
                      <a:pt x="252" y="302"/>
                      <a:pt x="192" y="224"/>
                    </a:cubicBezTo>
                    <a:cubicBezTo>
                      <a:pt x="133" y="142"/>
                      <a:pt x="73" y="6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6" name="Google Shape;926;p28"/>
              <p:cNvSpPr/>
              <p:nvPr/>
            </p:nvSpPr>
            <p:spPr>
              <a:xfrm>
                <a:off x="5220075" y="2108450"/>
                <a:ext cx="122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79" extrusionOk="0">
                    <a:moveTo>
                      <a:pt x="491" y="1"/>
                    </a:moveTo>
                    <a:cubicBezTo>
                      <a:pt x="456" y="32"/>
                      <a:pt x="428" y="67"/>
                      <a:pt x="400" y="98"/>
                    </a:cubicBezTo>
                    <a:cubicBezTo>
                      <a:pt x="371" y="130"/>
                      <a:pt x="346" y="164"/>
                      <a:pt x="318" y="199"/>
                    </a:cubicBezTo>
                    <a:lnTo>
                      <a:pt x="193" y="373"/>
                    </a:lnTo>
                    <a:lnTo>
                      <a:pt x="193" y="373"/>
                    </a:lnTo>
                    <a:cubicBezTo>
                      <a:pt x="135" y="249"/>
                      <a:pt x="71" y="129"/>
                      <a:pt x="0" y="10"/>
                    </a:cubicBezTo>
                    <a:lnTo>
                      <a:pt x="0" y="10"/>
                    </a:lnTo>
                    <a:cubicBezTo>
                      <a:pt x="48" y="158"/>
                      <a:pt x="104" y="299"/>
                      <a:pt x="164" y="441"/>
                    </a:cubicBezTo>
                    <a:lnTo>
                      <a:pt x="183" y="479"/>
                    </a:lnTo>
                    <a:lnTo>
                      <a:pt x="211" y="444"/>
                    </a:lnTo>
                    <a:cubicBezTo>
                      <a:pt x="261" y="372"/>
                      <a:pt x="309" y="303"/>
                      <a:pt x="356" y="227"/>
                    </a:cubicBezTo>
                    <a:cubicBezTo>
                      <a:pt x="384" y="189"/>
                      <a:pt x="409" y="152"/>
                      <a:pt x="428" y="114"/>
                    </a:cubicBezTo>
                    <a:cubicBezTo>
                      <a:pt x="447" y="79"/>
                      <a:pt x="472" y="38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7" name="Google Shape;927;p28"/>
              <p:cNvSpPr/>
              <p:nvPr/>
            </p:nvSpPr>
            <p:spPr>
              <a:xfrm>
                <a:off x="5088275" y="2159175"/>
                <a:ext cx="145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5829" y="805"/>
                    </a:lnTo>
                    <a:lnTo>
                      <a:pt x="58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928" name="Google Shape;928;p28"/>
          <p:cNvGrpSpPr/>
          <p:nvPr/>
        </p:nvGrpSpPr>
        <p:grpSpPr>
          <a:xfrm>
            <a:off x="7637504" y="848679"/>
            <a:ext cx="1365469" cy="935075"/>
            <a:chOff x="4354825" y="2560575"/>
            <a:chExt cx="284900" cy="195100"/>
          </a:xfrm>
        </p:grpSpPr>
        <p:sp>
          <p:nvSpPr>
            <p:cNvPr id="929" name="Google Shape;929;p28"/>
            <p:cNvSpPr/>
            <p:nvPr/>
          </p:nvSpPr>
          <p:spPr>
            <a:xfrm>
              <a:off x="4354825" y="2560575"/>
              <a:ext cx="284900" cy="195100"/>
            </a:xfrm>
            <a:custGeom>
              <a:avLst/>
              <a:gdLst/>
              <a:ahLst/>
              <a:cxnLst/>
              <a:rect l="l" t="t" r="r" b="b"/>
              <a:pathLst>
                <a:path w="11396" h="7804" extrusionOk="0">
                  <a:moveTo>
                    <a:pt x="11304" y="89"/>
                  </a:moveTo>
                  <a:lnTo>
                    <a:pt x="11304" y="7713"/>
                  </a:lnTo>
                  <a:lnTo>
                    <a:pt x="91" y="7713"/>
                  </a:lnTo>
                  <a:lnTo>
                    <a:pt x="91" y="89"/>
                  </a:lnTo>
                  <a:close/>
                  <a:moveTo>
                    <a:pt x="0" y="1"/>
                  </a:moveTo>
                  <a:lnTo>
                    <a:pt x="0" y="7804"/>
                  </a:lnTo>
                  <a:lnTo>
                    <a:pt x="11395" y="7804"/>
                  </a:lnTo>
                  <a:lnTo>
                    <a:pt x="11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28"/>
            <p:cNvSpPr/>
            <p:nvPr/>
          </p:nvSpPr>
          <p:spPr>
            <a:xfrm>
              <a:off x="4366850" y="2568525"/>
              <a:ext cx="11275" cy="11175"/>
            </a:xfrm>
            <a:custGeom>
              <a:avLst/>
              <a:gdLst/>
              <a:ahLst/>
              <a:cxnLst/>
              <a:rect l="l" t="t" r="r" b="b"/>
              <a:pathLst>
                <a:path w="451" h="447" extrusionOk="0">
                  <a:moveTo>
                    <a:pt x="224" y="0"/>
                  </a:moveTo>
                  <a:cubicBezTo>
                    <a:pt x="101" y="0"/>
                    <a:pt x="0" y="101"/>
                    <a:pt x="0" y="224"/>
                  </a:cubicBezTo>
                  <a:cubicBezTo>
                    <a:pt x="0" y="346"/>
                    <a:pt x="98" y="447"/>
                    <a:pt x="224" y="447"/>
                  </a:cubicBezTo>
                  <a:cubicBezTo>
                    <a:pt x="350" y="447"/>
                    <a:pt x="450" y="349"/>
                    <a:pt x="450" y="224"/>
                  </a:cubicBezTo>
                  <a:cubicBezTo>
                    <a:pt x="450" y="101"/>
                    <a:pt x="350" y="0"/>
                    <a:pt x="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4389800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30" y="0"/>
                  </a:moveTo>
                  <a:cubicBezTo>
                    <a:pt x="105" y="0"/>
                    <a:pt x="1" y="101"/>
                    <a:pt x="1" y="224"/>
                  </a:cubicBezTo>
                  <a:cubicBezTo>
                    <a:pt x="1" y="346"/>
                    <a:pt x="105" y="447"/>
                    <a:pt x="230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6" y="0"/>
                    <a:pt x="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4412925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27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6"/>
                    <a:pt x="101" y="447"/>
                    <a:pt x="227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3" y="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4357100" y="2585200"/>
              <a:ext cx="282625" cy="2300"/>
            </a:xfrm>
            <a:custGeom>
              <a:avLst/>
              <a:gdLst/>
              <a:ahLst/>
              <a:cxnLst/>
              <a:rect l="l" t="t" r="r" b="b"/>
              <a:pathLst>
                <a:path w="11305" h="92" extrusionOk="0">
                  <a:moveTo>
                    <a:pt x="0" y="0"/>
                  </a:moveTo>
                  <a:lnTo>
                    <a:pt x="0" y="91"/>
                  </a:lnTo>
                  <a:lnTo>
                    <a:pt x="11304" y="91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4" name="Google Shape;934;p28"/>
          <p:cNvGrpSpPr/>
          <p:nvPr/>
        </p:nvGrpSpPr>
        <p:grpSpPr>
          <a:xfrm>
            <a:off x="16418" y="951663"/>
            <a:ext cx="3701910" cy="4287421"/>
            <a:chOff x="362493" y="973253"/>
            <a:chExt cx="3701910" cy="4287421"/>
          </a:xfrm>
        </p:grpSpPr>
        <p:grpSp>
          <p:nvGrpSpPr>
            <p:cNvPr id="935" name="Google Shape;935;p28"/>
            <p:cNvGrpSpPr/>
            <p:nvPr/>
          </p:nvGrpSpPr>
          <p:grpSpPr>
            <a:xfrm>
              <a:off x="2300748" y="973253"/>
              <a:ext cx="810096" cy="810508"/>
              <a:chOff x="4205500" y="2990700"/>
              <a:chExt cx="443499" cy="443725"/>
            </a:xfrm>
          </p:grpSpPr>
          <p:sp>
            <p:nvSpPr>
              <p:cNvPr id="936" name="Google Shape;936;p28"/>
              <p:cNvSpPr/>
              <p:nvPr/>
            </p:nvSpPr>
            <p:spPr>
              <a:xfrm>
                <a:off x="4246413" y="3406821"/>
                <a:ext cx="361746" cy="7072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180" y="92"/>
                    </a:lnTo>
                    <a:lnTo>
                      <a:pt x="180" y="1"/>
                    </a:lnTo>
                    <a:close/>
                    <a:moveTo>
                      <a:pt x="271" y="1"/>
                    </a:moveTo>
                    <a:lnTo>
                      <a:pt x="271" y="92"/>
                    </a:lnTo>
                    <a:lnTo>
                      <a:pt x="453" y="92"/>
                    </a:lnTo>
                    <a:lnTo>
                      <a:pt x="453" y="1"/>
                    </a:lnTo>
                    <a:close/>
                    <a:moveTo>
                      <a:pt x="538" y="1"/>
                    </a:moveTo>
                    <a:lnTo>
                      <a:pt x="538" y="92"/>
                    </a:lnTo>
                    <a:lnTo>
                      <a:pt x="721" y="92"/>
                    </a:lnTo>
                    <a:lnTo>
                      <a:pt x="721" y="1"/>
                    </a:lnTo>
                    <a:close/>
                    <a:moveTo>
                      <a:pt x="897" y="1"/>
                    </a:moveTo>
                    <a:lnTo>
                      <a:pt x="897" y="92"/>
                    </a:lnTo>
                    <a:lnTo>
                      <a:pt x="1076" y="92"/>
                    </a:lnTo>
                    <a:lnTo>
                      <a:pt x="1076" y="1"/>
                    </a:lnTo>
                    <a:close/>
                    <a:moveTo>
                      <a:pt x="1167" y="1"/>
                    </a:moveTo>
                    <a:lnTo>
                      <a:pt x="1167" y="92"/>
                    </a:lnTo>
                    <a:lnTo>
                      <a:pt x="1350" y="92"/>
                    </a:lnTo>
                    <a:lnTo>
                      <a:pt x="1350" y="1"/>
                    </a:lnTo>
                    <a:close/>
                    <a:moveTo>
                      <a:pt x="1435" y="1"/>
                    </a:moveTo>
                    <a:lnTo>
                      <a:pt x="1435" y="92"/>
                    </a:lnTo>
                    <a:lnTo>
                      <a:pt x="1617" y="92"/>
                    </a:lnTo>
                    <a:lnTo>
                      <a:pt x="1617" y="1"/>
                    </a:lnTo>
                    <a:close/>
                    <a:moveTo>
                      <a:pt x="1705" y="1"/>
                    </a:moveTo>
                    <a:lnTo>
                      <a:pt x="1705" y="92"/>
                    </a:lnTo>
                    <a:lnTo>
                      <a:pt x="1888" y="92"/>
                    </a:lnTo>
                    <a:lnTo>
                      <a:pt x="1888" y="1"/>
                    </a:lnTo>
                    <a:close/>
                    <a:moveTo>
                      <a:pt x="1972" y="1"/>
                    </a:moveTo>
                    <a:lnTo>
                      <a:pt x="1972" y="92"/>
                    </a:lnTo>
                    <a:lnTo>
                      <a:pt x="2155" y="92"/>
                    </a:lnTo>
                    <a:lnTo>
                      <a:pt x="2155" y="1"/>
                    </a:lnTo>
                    <a:close/>
                    <a:moveTo>
                      <a:pt x="2334" y="1"/>
                    </a:moveTo>
                    <a:lnTo>
                      <a:pt x="2334" y="92"/>
                    </a:lnTo>
                    <a:lnTo>
                      <a:pt x="2517" y="92"/>
                    </a:lnTo>
                    <a:lnTo>
                      <a:pt x="2517" y="1"/>
                    </a:lnTo>
                    <a:close/>
                    <a:moveTo>
                      <a:pt x="2602" y="1"/>
                    </a:moveTo>
                    <a:lnTo>
                      <a:pt x="2602" y="92"/>
                    </a:lnTo>
                    <a:lnTo>
                      <a:pt x="2784" y="92"/>
                    </a:lnTo>
                    <a:lnTo>
                      <a:pt x="2784" y="1"/>
                    </a:lnTo>
                    <a:close/>
                    <a:moveTo>
                      <a:pt x="2869" y="1"/>
                    </a:moveTo>
                    <a:lnTo>
                      <a:pt x="2869" y="92"/>
                    </a:lnTo>
                    <a:lnTo>
                      <a:pt x="3051" y="92"/>
                    </a:lnTo>
                    <a:lnTo>
                      <a:pt x="3051" y="1"/>
                    </a:lnTo>
                    <a:close/>
                    <a:moveTo>
                      <a:pt x="3139" y="1"/>
                    </a:moveTo>
                    <a:lnTo>
                      <a:pt x="3139" y="92"/>
                    </a:lnTo>
                    <a:lnTo>
                      <a:pt x="3322" y="92"/>
                    </a:lnTo>
                    <a:lnTo>
                      <a:pt x="3322" y="1"/>
                    </a:lnTo>
                    <a:close/>
                    <a:moveTo>
                      <a:pt x="3407" y="1"/>
                    </a:moveTo>
                    <a:lnTo>
                      <a:pt x="3407" y="92"/>
                    </a:lnTo>
                    <a:lnTo>
                      <a:pt x="3589" y="92"/>
                    </a:lnTo>
                    <a:lnTo>
                      <a:pt x="3589" y="1"/>
                    </a:lnTo>
                    <a:close/>
                    <a:moveTo>
                      <a:pt x="3768" y="1"/>
                    </a:moveTo>
                    <a:lnTo>
                      <a:pt x="3768" y="92"/>
                    </a:lnTo>
                    <a:lnTo>
                      <a:pt x="3951" y="92"/>
                    </a:lnTo>
                    <a:lnTo>
                      <a:pt x="3951" y="1"/>
                    </a:lnTo>
                    <a:close/>
                    <a:moveTo>
                      <a:pt x="4036" y="1"/>
                    </a:moveTo>
                    <a:lnTo>
                      <a:pt x="4036" y="92"/>
                    </a:lnTo>
                    <a:lnTo>
                      <a:pt x="4218" y="92"/>
                    </a:lnTo>
                    <a:lnTo>
                      <a:pt x="4218" y="1"/>
                    </a:lnTo>
                    <a:close/>
                    <a:moveTo>
                      <a:pt x="4306" y="1"/>
                    </a:moveTo>
                    <a:lnTo>
                      <a:pt x="4306" y="92"/>
                    </a:lnTo>
                    <a:lnTo>
                      <a:pt x="4486" y="92"/>
                    </a:lnTo>
                    <a:lnTo>
                      <a:pt x="4486" y="1"/>
                    </a:lnTo>
                    <a:close/>
                    <a:moveTo>
                      <a:pt x="4577" y="1"/>
                    </a:moveTo>
                    <a:lnTo>
                      <a:pt x="4577" y="92"/>
                    </a:lnTo>
                    <a:lnTo>
                      <a:pt x="4756" y="92"/>
                    </a:lnTo>
                    <a:lnTo>
                      <a:pt x="47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7" name="Google Shape;937;p28"/>
              <p:cNvSpPr/>
              <p:nvPr/>
            </p:nvSpPr>
            <p:spPr>
              <a:xfrm>
                <a:off x="4226108" y="3031612"/>
                <a:ext cx="6996" cy="3614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4753" extrusionOk="0">
                    <a:moveTo>
                      <a:pt x="0" y="0"/>
                    </a:moveTo>
                    <a:lnTo>
                      <a:pt x="0" y="182"/>
                    </a:lnTo>
                    <a:lnTo>
                      <a:pt x="91" y="182"/>
                    </a:lnTo>
                    <a:lnTo>
                      <a:pt x="91" y="0"/>
                    </a:lnTo>
                    <a:close/>
                    <a:moveTo>
                      <a:pt x="0" y="267"/>
                    </a:moveTo>
                    <a:lnTo>
                      <a:pt x="0" y="450"/>
                    </a:lnTo>
                    <a:lnTo>
                      <a:pt x="91" y="450"/>
                    </a:lnTo>
                    <a:lnTo>
                      <a:pt x="91" y="267"/>
                    </a:lnTo>
                    <a:close/>
                    <a:moveTo>
                      <a:pt x="0" y="538"/>
                    </a:moveTo>
                    <a:lnTo>
                      <a:pt x="0" y="720"/>
                    </a:lnTo>
                    <a:lnTo>
                      <a:pt x="91" y="720"/>
                    </a:lnTo>
                    <a:lnTo>
                      <a:pt x="91" y="538"/>
                    </a:lnTo>
                    <a:close/>
                    <a:moveTo>
                      <a:pt x="0" y="805"/>
                    </a:moveTo>
                    <a:lnTo>
                      <a:pt x="0" y="988"/>
                    </a:lnTo>
                    <a:lnTo>
                      <a:pt x="91" y="988"/>
                    </a:lnTo>
                    <a:lnTo>
                      <a:pt x="91" y="805"/>
                    </a:lnTo>
                    <a:close/>
                    <a:moveTo>
                      <a:pt x="0" y="1164"/>
                    </a:moveTo>
                    <a:lnTo>
                      <a:pt x="0" y="1346"/>
                    </a:lnTo>
                    <a:lnTo>
                      <a:pt x="91" y="1346"/>
                    </a:lnTo>
                    <a:lnTo>
                      <a:pt x="91" y="1164"/>
                    </a:lnTo>
                    <a:close/>
                    <a:moveTo>
                      <a:pt x="0" y="1434"/>
                    </a:moveTo>
                    <a:lnTo>
                      <a:pt x="0" y="1617"/>
                    </a:lnTo>
                    <a:lnTo>
                      <a:pt x="91" y="1617"/>
                    </a:lnTo>
                    <a:lnTo>
                      <a:pt x="91" y="1434"/>
                    </a:lnTo>
                    <a:close/>
                    <a:moveTo>
                      <a:pt x="0" y="1702"/>
                    </a:moveTo>
                    <a:lnTo>
                      <a:pt x="0" y="1884"/>
                    </a:lnTo>
                    <a:lnTo>
                      <a:pt x="91" y="1884"/>
                    </a:lnTo>
                    <a:lnTo>
                      <a:pt x="91" y="1702"/>
                    </a:lnTo>
                    <a:close/>
                    <a:moveTo>
                      <a:pt x="0" y="1975"/>
                    </a:moveTo>
                    <a:lnTo>
                      <a:pt x="0" y="2154"/>
                    </a:lnTo>
                    <a:lnTo>
                      <a:pt x="91" y="2154"/>
                    </a:lnTo>
                    <a:lnTo>
                      <a:pt x="91" y="1975"/>
                    </a:lnTo>
                    <a:close/>
                    <a:moveTo>
                      <a:pt x="0" y="2243"/>
                    </a:moveTo>
                    <a:lnTo>
                      <a:pt x="0" y="2422"/>
                    </a:lnTo>
                    <a:lnTo>
                      <a:pt x="91" y="2422"/>
                    </a:lnTo>
                    <a:lnTo>
                      <a:pt x="91" y="2243"/>
                    </a:lnTo>
                    <a:close/>
                    <a:moveTo>
                      <a:pt x="0" y="2598"/>
                    </a:moveTo>
                    <a:lnTo>
                      <a:pt x="0" y="2780"/>
                    </a:lnTo>
                    <a:lnTo>
                      <a:pt x="91" y="2780"/>
                    </a:lnTo>
                    <a:lnTo>
                      <a:pt x="91" y="2598"/>
                    </a:lnTo>
                    <a:close/>
                    <a:moveTo>
                      <a:pt x="0" y="2872"/>
                    </a:moveTo>
                    <a:lnTo>
                      <a:pt x="0" y="3051"/>
                    </a:lnTo>
                    <a:lnTo>
                      <a:pt x="91" y="3051"/>
                    </a:lnTo>
                    <a:lnTo>
                      <a:pt x="91" y="2872"/>
                    </a:lnTo>
                    <a:close/>
                    <a:moveTo>
                      <a:pt x="0" y="3139"/>
                    </a:moveTo>
                    <a:lnTo>
                      <a:pt x="0" y="3318"/>
                    </a:lnTo>
                    <a:lnTo>
                      <a:pt x="91" y="3318"/>
                    </a:lnTo>
                    <a:lnTo>
                      <a:pt x="91" y="3139"/>
                    </a:lnTo>
                    <a:close/>
                    <a:moveTo>
                      <a:pt x="0" y="3409"/>
                    </a:moveTo>
                    <a:lnTo>
                      <a:pt x="0" y="3589"/>
                    </a:lnTo>
                    <a:lnTo>
                      <a:pt x="91" y="3589"/>
                    </a:lnTo>
                    <a:lnTo>
                      <a:pt x="91" y="3409"/>
                    </a:lnTo>
                    <a:close/>
                    <a:moveTo>
                      <a:pt x="0" y="3677"/>
                    </a:moveTo>
                    <a:lnTo>
                      <a:pt x="0" y="3856"/>
                    </a:lnTo>
                    <a:lnTo>
                      <a:pt x="91" y="3856"/>
                    </a:lnTo>
                    <a:lnTo>
                      <a:pt x="91" y="3677"/>
                    </a:lnTo>
                    <a:close/>
                    <a:moveTo>
                      <a:pt x="0" y="4035"/>
                    </a:moveTo>
                    <a:lnTo>
                      <a:pt x="0" y="4215"/>
                    </a:lnTo>
                    <a:lnTo>
                      <a:pt x="91" y="4215"/>
                    </a:lnTo>
                    <a:lnTo>
                      <a:pt x="91" y="4035"/>
                    </a:lnTo>
                    <a:close/>
                    <a:moveTo>
                      <a:pt x="0" y="4306"/>
                    </a:moveTo>
                    <a:lnTo>
                      <a:pt x="0" y="4485"/>
                    </a:lnTo>
                    <a:lnTo>
                      <a:pt x="91" y="4485"/>
                    </a:lnTo>
                    <a:lnTo>
                      <a:pt x="91" y="4306"/>
                    </a:lnTo>
                    <a:close/>
                    <a:moveTo>
                      <a:pt x="0" y="4573"/>
                    </a:moveTo>
                    <a:lnTo>
                      <a:pt x="0" y="4752"/>
                    </a:lnTo>
                    <a:lnTo>
                      <a:pt x="91" y="4752"/>
                    </a:lnTo>
                    <a:lnTo>
                      <a:pt x="91" y="4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8" name="Google Shape;938;p28"/>
              <p:cNvSpPr/>
              <p:nvPr/>
            </p:nvSpPr>
            <p:spPr>
              <a:xfrm>
                <a:off x="4246413" y="3011004"/>
                <a:ext cx="361746" cy="6996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92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180" y="92"/>
                    </a:lnTo>
                    <a:lnTo>
                      <a:pt x="180" y="1"/>
                    </a:lnTo>
                    <a:close/>
                    <a:moveTo>
                      <a:pt x="271" y="1"/>
                    </a:moveTo>
                    <a:lnTo>
                      <a:pt x="271" y="92"/>
                    </a:lnTo>
                    <a:lnTo>
                      <a:pt x="453" y="92"/>
                    </a:lnTo>
                    <a:lnTo>
                      <a:pt x="453" y="1"/>
                    </a:lnTo>
                    <a:close/>
                    <a:moveTo>
                      <a:pt x="538" y="1"/>
                    </a:moveTo>
                    <a:lnTo>
                      <a:pt x="538" y="92"/>
                    </a:lnTo>
                    <a:lnTo>
                      <a:pt x="721" y="92"/>
                    </a:lnTo>
                    <a:lnTo>
                      <a:pt x="721" y="1"/>
                    </a:lnTo>
                    <a:close/>
                    <a:moveTo>
                      <a:pt x="897" y="1"/>
                    </a:moveTo>
                    <a:lnTo>
                      <a:pt x="897" y="92"/>
                    </a:lnTo>
                    <a:lnTo>
                      <a:pt x="1076" y="92"/>
                    </a:lnTo>
                    <a:lnTo>
                      <a:pt x="1076" y="1"/>
                    </a:lnTo>
                    <a:close/>
                    <a:moveTo>
                      <a:pt x="1167" y="1"/>
                    </a:moveTo>
                    <a:lnTo>
                      <a:pt x="1167" y="92"/>
                    </a:lnTo>
                    <a:lnTo>
                      <a:pt x="1350" y="92"/>
                    </a:lnTo>
                    <a:lnTo>
                      <a:pt x="1350" y="1"/>
                    </a:lnTo>
                    <a:close/>
                    <a:moveTo>
                      <a:pt x="1435" y="1"/>
                    </a:moveTo>
                    <a:lnTo>
                      <a:pt x="1435" y="92"/>
                    </a:lnTo>
                    <a:lnTo>
                      <a:pt x="1617" y="92"/>
                    </a:lnTo>
                    <a:lnTo>
                      <a:pt x="1617" y="1"/>
                    </a:lnTo>
                    <a:close/>
                    <a:moveTo>
                      <a:pt x="1705" y="1"/>
                    </a:moveTo>
                    <a:lnTo>
                      <a:pt x="1705" y="92"/>
                    </a:lnTo>
                    <a:lnTo>
                      <a:pt x="1888" y="92"/>
                    </a:lnTo>
                    <a:lnTo>
                      <a:pt x="1888" y="1"/>
                    </a:lnTo>
                    <a:close/>
                    <a:moveTo>
                      <a:pt x="1972" y="1"/>
                    </a:moveTo>
                    <a:lnTo>
                      <a:pt x="1972" y="92"/>
                    </a:lnTo>
                    <a:lnTo>
                      <a:pt x="2155" y="92"/>
                    </a:lnTo>
                    <a:lnTo>
                      <a:pt x="2155" y="1"/>
                    </a:lnTo>
                    <a:close/>
                    <a:moveTo>
                      <a:pt x="2334" y="1"/>
                    </a:moveTo>
                    <a:lnTo>
                      <a:pt x="2334" y="92"/>
                    </a:lnTo>
                    <a:lnTo>
                      <a:pt x="2517" y="92"/>
                    </a:lnTo>
                    <a:lnTo>
                      <a:pt x="2517" y="1"/>
                    </a:lnTo>
                    <a:close/>
                    <a:moveTo>
                      <a:pt x="2602" y="1"/>
                    </a:moveTo>
                    <a:lnTo>
                      <a:pt x="2602" y="92"/>
                    </a:lnTo>
                    <a:lnTo>
                      <a:pt x="2784" y="92"/>
                    </a:lnTo>
                    <a:lnTo>
                      <a:pt x="2784" y="1"/>
                    </a:lnTo>
                    <a:close/>
                    <a:moveTo>
                      <a:pt x="2869" y="1"/>
                    </a:moveTo>
                    <a:lnTo>
                      <a:pt x="2869" y="92"/>
                    </a:lnTo>
                    <a:lnTo>
                      <a:pt x="3051" y="92"/>
                    </a:lnTo>
                    <a:lnTo>
                      <a:pt x="3051" y="1"/>
                    </a:lnTo>
                    <a:close/>
                    <a:moveTo>
                      <a:pt x="3139" y="1"/>
                    </a:moveTo>
                    <a:lnTo>
                      <a:pt x="3139" y="92"/>
                    </a:lnTo>
                    <a:lnTo>
                      <a:pt x="3322" y="92"/>
                    </a:lnTo>
                    <a:lnTo>
                      <a:pt x="3322" y="1"/>
                    </a:lnTo>
                    <a:close/>
                    <a:moveTo>
                      <a:pt x="3407" y="1"/>
                    </a:moveTo>
                    <a:lnTo>
                      <a:pt x="3407" y="92"/>
                    </a:lnTo>
                    <a:lnTo>
                      <a:pt x="3589" y="92"/>
                    </a:lnTo>
                    <a:lnTo>
                      <a:pt x="3589" y="1"/>
                    </a:lnTo>
                    <a:close/>
                    <a:moveTo>
                      <a:pt x="3768" y="1"/>
                    </a:moveTo>
                    <a:lnTo>
                      <a:pt x="3768" y="92"/>
                    </a:lnTo>
                    <a:lnTo>
                      <a:pt x="3951" y="92"/>
                    </a:lnTo>
                    <a:lnTo>
                      <a:pt x="3951" y="1"/>
                    </a:lnTo>
                    <a:close/>
                    <a:moveTo>
                      <a:pt x="4036" y="1"/>
                    </a:moveTo>
                    <a:lnTo>
                      <a:pt x="4036" y="92"/>
                    </a:lnTo>
                    <a:lnTo>
                      <a:pt x="4218" y="92"/>
                    </a:lnTo>
                    <a:lnTo>
                      <a:pt x="4218" y="1"/>
                    </a:lnTo>
                    <a:close/>
                    <a:moveTo>
                      <a:pt x="4306" y="1"/>
                    </a:moveTo>
                    <a:lnTo>
                      <a:pt x="4306" y="92"/>
                    </a:lnTo>
                    <a:lnTo>
                      <a:pt x="4486" y="92"/>
                    </a:lnTo>
                    <a:lnTo>
                      <a:pt x="4486" y="1"/>
                    </a:lnTo>
                    <a:close/>
                    <a:moveTo>
                      <a:pt x="4577" y="1"/>
                    </a:moveTo>
                    <a:lnTo>
                      <a:pt x="4577" y="92"/>
                    </a:lnTo>
                    <a:lnTo>
                      <a:pt x="4756" y="92"/>
                    </a:lnTo>
                    <a:lnTo>
                      <a:pt x="47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9" name="Google Shape;939;p28"/>
              <p:cNvSpPr/>
              <p:nvPr/>
            </p:nvSpPr>
            <p:spPr>
              <a:xfrm>
                <a:off x="4621700" y="3031612"/>
                <a:ext cx="6768" cy="361442"/>
              </a:xfrm>
              <a:custGeom>
                <a:avLst/>
                <a:gdLst/>
                <a:ahLst/>
                <a:cxnLst/>
                <a:rect l="l" t="t" r="r" b="b"/>
                <a:pathLst>
                  <a:path w="89" h="4753" extrusionOk="0">
                    <a:moveTo>
                      <a:pt x="0" y="0"/>
                    </a:moveTo>
                    <a:lnTo>
                      <a:pt x="0" y="182"/>
                    </a:lnTo>
                    <a:lnTo>
                      <a:pt x="88" y="182"/>
                    </a:lnTo>
                    <a:lnTo>
                      <a:pt x="88" y="0"/>
                    </a:lnTo>
                    <a:close/>
                    <a:moveTo>
                      <a:pt x="0" y="267"/>
                    </a:moveTo>
                    <a:lnTo>
                      <a:pt x="0" y="450"/>
                    </a:lnTo>
                    <a:lnTo>
                      <a:pt x="88" y="450"/>
                    </a:lnTo>
                    <a:lnTo>
                      <a:pt x="88" y="267"/>
                    </a:lnTo>
                    <a:close/>
                    <a:moveTo>
                      <a:pt x="0" y="538"/>
                    </a:moveTo>
                    <a:lnTo>
                      <a:pt x="0" y="720"/>
                    </a:lnTo>
                    <a:lnTo>
                      <a:pt x="88" y="720"/>
                    </a:lnTo>
                    <a:lnTo>
                      <a:pt x="88" y="538"/>
                    </a:lnTo>
                    <a:close/>
                    <a:moveTo>
                      <a:pt x="0" y="805"/>
                    </a:moveTo>
                    <a:lnTo>
                      <a:pt x="0" y="988"/>
                    </a:lnTo>
                    <a:lnTo>
                      <a:pt x="88" y="988"/>
                    </a:lnTo>
                    <a:lnTo>
                      <a:pt x="88" y="805"/>
                    </a:lnTo>
                    <a:close/>
                    <a:moveTo>
                      <a:pt x="0" y="1164"/>
                    </a:moveTo>
                    <a:lnTo>
                      <a:pt x="0" y="1346"/>
                    </a:lnTo>
                    <a:lnTo>
                      <a:pt x="88" y="1346"/>
                    </a:lnTo>
                    <a:lnTo>
                      <a:pt x="88" y="1164"/>
                    </a:lnTo>
                    <a:close/>
                    <a:moveTo>
                      <a:pt x="0" y="1434"/>
                    </a:moveTo>
                    <a:lnTo>
                      <a:pt x="0" y="1617"/>
                    </a:lnTo>
                    <a:lnTo>
                      <a:pt x="88" y="1617"/>
                    </a:lnTo>
                    <a:lnTo>
                      <a:pt x="88" y="1434"/>
                    </a:lnTo>
                    <a:close/>
                    <a:moveTo>
                      <a:pt x="0" y="1702"/>
                    </a:moveTo>
                    <a:lnTo>
                      <a:pt x="0" y="1884"/>
                    </a:lnTo>
                    <a:lnTo>
                      <a:pt x="88" y="1884"/>
                    </a:lnTo>
                    <a:lnTo>
                      <a:pt x="88" y="1702"/>
                    </a:lnTo>
                    <a:close/>
                    <a:moveTo>
                      <a:pt x="0" y="1975"/>
                    </a:moveTo>
                    <a:lnTo>
                      <a:pt x="0" y="2154"/>
                    </a:lnTo>
                    <a:lnTo>
                      <a:pt x="88" y="2154"/>
                    </a:lnTo>
                    <a:lnTo>
                      <a:pt x="88" y="1975"/>
                    </a:lnTo>
                    <a:close/>
                    <a:moveTo>
                      <a:pt x="0" y="2243"/>
                    </a:moveTo>
                    <a:lnTo>
                      <a:pt x="0" y="2422"/>
                    </a:lnTo>
                    <a:lnTo>
                      <a:pt x="88" y="2422"/>
                    </a:lnTo>
                    <a:lnTo>
                      <a:pt x="88" y="2243"/>
                    </a:lnTo>
                    <a:close/>
                    <a:moveTo>
                      <a:pt x="0" y="2598"/>
                    </a:moveTo>
                    <a:lnTo>
                      <a:pt x="0" y="2780"/>
                    </a:lnTo>
                    <a:lnTo>
                      <a:pt x="88" y="2780"/>
                    </a:lnTo>
                    <a:lnTo>
                      <a:pt x="88" y="2598"/>
                    </a:lnTo>
                    <a:close/>
                    <a:moveTo>
                      <a:pt x="0" y="2872"/>
                    </a:moveTo>
                    <a:lnTo>
                      <a:pt x="0" y="3051"/>
                    </a:lnTo>
                    <a:lnTo>
                      <a:pt x="88" y="3051"/>
                    </a:lnTo>
                    <a:lnTo>
                      <a:pt x="88" y="2872"/>
                    </a:lnTo>
                    <a:close/>
                    <a:moveTo>
                      <a:pt x="0" y="3139"/>
                    </a:moveTo>
                    <a:lnTo>
                      <a:pt x="0" y="3318"/>
                    </a:lnTo>
                    <a:lnTo>
                      <a:pt x="88" y="3318"/>
                    </a:lnTo>
                    <a:lnTo>
                      <a:pt x="88" y="3139"/>
                    </a:lnTo>
                    <a:close/>
                    <a:moveTo>
                      <a:pt x="0" y="3409"/>
                    </a:moveTo>
                    <a:lnTo>
                      <a:pt x="0" y="3589"/>
                    </a:lnTo>
                    <a:lnTo>
                      <a:pt x="88" y="3589"/>
                    </a:lnTo>
                    <a:lnTo>
                      <a:pt x="88" y="3409"/>
                    </a:lnTo>
                    <a:close/>
                    <a:moveTo>
                      <a:pt x="0" y="3677"/>
                    </a:moveTo>
                    <a:lnTo>
                      <a:pt x="0" y="3856"/>
                    </a:lnTo>
                    <a:lnTo>
                      <a:pt x="88" y="3856"/>
                    </a:lnTo>
                    <a:lnTo>
                      <a:pt x="88" y="3677"/>
                    </a:lnTo>
                    <a:close/>
                    <a:moveTo>
                      <a:pt x="0" y="4035"/>
                    </a:moveTo>
                    <a:lnTo>
                      <a:pt x="0" y="4215"/>
                    </a:lnTo>
                    <a:lnTo>
                      <a:pt x="88" y="4215"/>
                    </a:lnTo>
                    <a:lnTo>
                      <a:pt x="88" y="4035"/>
                    </a:lnTo>
                    <a:close/>
                    <a:moveTo>
                      <a:pt x="0" y="4306"/>
                    </a:moveTo>
                    <a:lnTo>
                      <a:pt x="0" y="4485"/>
                    </a:lnTo>
                    <a:lnTo>
                      <a:pt x="88" y="4485"/>
                    </a:lnTo>
                    <a:lnTo>
                      <a:pt x="88" y="4306"/>
                    </a:lnTo>
                    <a:close/>
                    <a:moveTo>
                      <a:pt x="0" y="4573"/>
                    </a:moveTo>
                    <a:lnTo>
                      <a:pt x="0" y="4752"/>
                    </a:lnTo>
                    <a:lnTo>
                      <a:pt x="88" y="4752"/>
                    </a:lnTo>
                    <a:lnTo>
                      <a:pt x="88" y="4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940" name="Google Shape;940;p28"/>
              <p:cNvGrpSpPr/>
              <p:nvPr/>
            </p:nvGrpSpPr>
            <p:grpSpPr>
              <a:xfrm>
                <a:off x="4205728" y="2990700"/>
                <a:ext cx="443271" cy="443725"/>
                <a:chOff x="4205728" y="2990700"/>
                <a:chExt cx="443271" cy="443725"/>
              </a:xfrm>
            </p:grpSpPr>
            <p:sp>
              <p:nvSpPr>
                <p:cNvPr id="941" name="Google Shape;941;p28"/>
                <p:cNvSpPr/>
                <p:nvPr/>
              </p:nvSpPr>
              <p:spPr>
                <a:xfrm>
                  <a:off x="4205728" y="3386516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1"/>
                      </a:moveTo>
                      <a:lnTo>
                        <a:pt x="1" y="630"/>
                      </a:lnTo>
                      <a:lnTo>
                        <a:pt x="630" y="630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2" name="Google Shape;942;p28"/>
                <p:cNvSpPr/>
                <p:nvPr/>
              </p:nvSpPr>
              <p:spPr>
                <a:xfrm>
                  <a:off x="4205728" y="3188494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3" name="Google Shape;943;p28"/>
                <p:cNvSpPr/>
                <p:nvPr/>
              </p:nvSpPr>
              <p:spPr>
                <a:xfrm>
                  <a:off x="4205728" y="2990700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4" name="Google Shape;944;p28"/>
                <p:cNvSpPr/>
                <p:nvPr/>
              </p:nvSpPr>
              <p:spPr>
                <a:xfrm>
                  <a:off x="4601091" y="3386516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1"/>
                      </a:moveTo>
                      <a:lnTo>
                        <a:pt x="1" y="630"/>
                      </a:lnTo>
                      <a:lnTo>
                        <a:pt x="630" y="630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5" name="Google Shape;945;p28"/>
                <p:cNvSpPr/>
                <p:nvPr/>
              </p:nvSpPr>
              <p:spPr>
                <a:xfrm>
                  <a:off x="4601091" y="3188494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6" name="Google Shape;946;p28"/>
                <p:cNvSpPr/>
                <p:nvPr/>
              </p:nvSpPr>
              <p:spPr>
                <a:xfrm>
                  <a:off x="4601091" y="2990700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7" name="Google Shape;947;p28"/>
                <p:cNvSpPr/>
                <p:nvPr/>
              </p:nvSpPr>
              <p:spPr>
                <a:xfrm>
                  <a:off x="4403296" y="2990700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8" name="Google Shape;948;p28"/>
                <p:cNvSpPr/>
                <p:nvPr/>
              </p:nvSpPr>
              <p:spPr>
                <a:xfrm>
                  <a:off x="4403296" y="3386516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1"/>
                      </a:moveTo>
                      <a:lnTo>
                        <a:pt x="1" y="630"/>
                      </a:lnTo>
                      <a:lnTo>
                        <a:pt x="630" y="630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949" name="Google Shape;949;p28"/>
              <p:cNvSpPr/>
              <p:nvPr/>
            </p:nvSpPr>
            <p:spPr>
              <a:xfrm>
                <a:off x="4205500" y="3379368"/>
                <a:ext cx="54600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3" y="91"/>
                    </a:moveTo>
                    <a:lnTo>
                      <a:pt x="633" y="629"/>
                    </a:lnTo>
                    <a:lnTo>
                      <a:pt x="89" y="629"/>
                    </a:lnTo>
                    <a:lnTo>
                      <a:pt x="95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18" y="72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0" name="Google Shape;950;p28"/>
              <p:cNvSpPr/>
              <p:nvPr/>
            </p:nvSpPr>
            <p:spPr>
              <a:xfrm>
                <a:off x="4205500" y="3181802"/>
                <a:ext cx="54600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8" extrusionOk="0">
                    <a:moveTo>
                      <a:pt x="633" y="88"/>
                    </a:moveTo>
                    <a:lnTo>
                      <a:pt x="633" y="629"/>
                    </a:lnTo>
                    <a:lnTo>
                      <a:pt x="89" y="629"/>
                    </a:lnTo>
                    <a:lnTo>
                      <a:pt x="95" y="88"/>
                    </a:lnTo>
                    <a:close/>
                    <a:moveTo>
                      <a:pt x="1" y="0"/>
                    </a:moveTo>
                    <a:lnTo>
                      <a:pt x="1" y="717"/>
                    </a:lnTo>
                    <a:lnTo>
                      <a:pt x="718" y="717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1" name="Google Shape;951;p28"/>
              <p:cNvSpPr/>
              <p:nvPr/>
            </p:nvSpPr>
            <p:spPr>
              <a:xfrm>
                <a:off x="4205500" y="2990700"/>
                <a:ext cx="54600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3" y="91"/>
                    </a:moveTo>
                    <a:lnTo>
                      <a:pt x="633" y="629"/>
                    </a:lnTo>
                    <a:lnTo>
                      <a:pt x="89" y="629"/>
                    </a:lnTo>
                    <a:lnTo>
                      <a:pt x="95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18" y="72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2" name="Google Shape;952;p28"/>
              <p:cNvSpPr/>
              <p:nvPr/>
            </p:nvSpPr>
            <p:spPr>
              <a:xfrm>
                <a:off x="4594399" y="3379368"/>
                <a:ext cx="54600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0" y="91"/>
                    </a:moveTo>
                    <a:lnTo>
                      <a:pt x="630" y="629"/>
                    </a:lnTo>
                    <a:lnTo>
                      <a:pt x="89" y="629"/>
                    </a:lnTo>
                    <a:lnTo>
                      <a:pt x="89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18" y="72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3" name="Google Shape;953;p28"/>
              <p:cNvSpPr/>
              <p:nvPr/>
            </p:nvSpPr>
            <p:spPr>
              <a:xfrm>
                <a:off x="4594399" y="3181802"/>
                <a:ext cx="54600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8" extrusionOk="0">
                    <a:moveTo>
                      <a:pt x="630" y="88"/>
                    </a:moveTo>
                    <a:lnTo>
                      <a:pt x="630" y="629"/>
                    </a:lnTo>
                    <a:lnTo>
                      <a:pt x="89" y="629"/>
                    </a:lnTo>
                    <a:lnTo>
                      <a:pt x="89" y="88"/>
                    </a:lnTo>
                    <a:close/>
                    <a:moveTo>
                      <a:pt x="1" y="0"/>
                    </a:moveTo>
                    <a:lnTo>
                      <a:pt x="1" y="717"/>
                    </a:lnTo>
                    <a:lnTo>
                      <a:pt x="718" y="717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4" name="Google Shape;954;p28"/>
              <p:cNvSpPr/>
              <p:nvPr/>
            </p:nvSpPr>
            <p:spPr>
              <a:xfrm>
                <a:off x="4594399" y="2990700"/>
                <a:ext cx="54600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0" y="91"/>
                    </a:moveTo>
                    <a:lnTo>
                      <a:pt x="630" y="629"/>
                    </a:lnTo>
                    <a:lnTo>
                      <a:pt x="89" y="629"/>
                    </a:lnTo>
                    <a:lnTo>
                      <a:pt x="89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18" y="72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5" name="Google Shape;955;p28"/>
              <p:cNvSpPr/>
              <p:nvPr/>
            </p:nvSpPr>
            <p:spPr>
              <a:xfrm>
                <a:off x="4403296" y="2990700"/>
                <a:ext cx="54828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21" h="721" extrusionOk="0">
                    <a:moveTo>
                      <a:pt x="630" y="91"/>
                    </a:moveTo>
                    <a:lnTo>
                      <a:pt x="630" y="629"/>
                    </a:lnTo>
                    <a:lnTo>
                      <a:pt x="92" y="629"/>
                    </a:lnTo>
                    <a:lnTo>
                      <a:pt x="92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21" y="720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6" name="Google Shape;956;p28"/>
              <p:cNvSpPr/>
              <p:nvPr/>
            </p:nvSpPr>
            <p:spPr>
              <a:xfrm>
                <a:off x="4403296" y="3379368"/>
                <a:ext cx="54828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21" h="721" extrusionOk="0">
                    <a:moveTo>
                      <a:pt x="630" y="91"/>
                    </a:moveTo>
                    <a:lnTo>
                      <a:pt x="630" y="629"/>
                    </a:lnTo>
                    <a:lnTo>
                      <a:pt x="92" y="629"/>
                    </a:lnTo>
                    <a:lnTo>
                      <a:pt x="92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21" y="720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57" name="Google Shape;957;p28"/>
            <p:cNvGrpSpPr/>
            <p:nvPr/>
          </p:nvGrpSpPr>
          <p:grpSpPr>
            <a:xfrm>
              <a:off x="362493" y="1344169"/>
              <a:ext cx="3701910" cy="3916506"/>
              <a:chOff x="380572" y="1553077"/>
              <a:chExt cx="3258437" cy="3447325"/>
            </a:xfrm>
          </p:grpSpPr>
          <p:sp>
            <p:nvSpPr>
              <p:cNvPr id="958" name="Google Shape;958;p28"/>
              <p:cNvSpPr/>
              <p:nvPr/>
            </p:nvSpPr>
            <p:spPr>
              <a:xfrm>
                <a:off x="748636" y="3803107"/>
                <a:ext cx="367622" cy="367444"/>
              </a:xfrm>
              <a:custGeom>
                <a:avLst/>
                <a:gdLst/>
                <a:ahLst/>
                <a:cxnLst/>
                <a:rect l="l" t="t" r="r" b="b"/>
                <a:pathLst>
                  <a:path w="4130" h="4128" extrusionOk="0">
                    <a:moveTo>
                      <a:pt x="2063" y="38"/>
                    </a:moveTo>
                    <a:cubicBezTo>
                      <a:pt x="3180" y="45"/>
                      <a:pt x="4086" y="947"/>
                      <a:pt x="4086" y="2061"/>
                    </a:cubicBezTo>
                    <a:cubicBezTo>
                      <a:pt x="4086" y="3177"/>
                      <a:pt x="3180" y="4080"/>
                      <a:pt x="2063" y="4080"/>
                    </a:cubicBezTo>
                    <a:cubicBezTo>
                      <a:pt x="947" y="4080"/>
                      <a:pt x="44" y="3177"/>
                      <a:pt x="44" y="2061"/>
                    </a:cubicBezTo>
                    <a:cubicBezTo>
                      <a:pt x="44" y="944"/>
                      <a:pt x="947" y="38"/>
                      <a:pt x="2063" y="38"/>
                    </a:cubicBezTo>
                    <a:close/>
                    <a:moveTo>
                      <a:pt x="2063" y="1"/>
                    </a:moveTo>
                    <a:cubicBezTo>
                      <a:pt x="925" y="1"/>
                      <a:pt x="0" y="925"/>
                      <a:pt x="0" y="2064"/>
                    </a:cubicBezTo>
                    <a:cubicBezTo>
                      <a:pt x="0" y="3206"/>
                      <a:pt x="925" y="4127"/>
                      <a:pt x="2063" y="4127"/>
                    </a:cubicBezTo>
                    <a:cubicBezTo>
                      <a:pt x="3205" y="4124"/>
                      <a:pt x="4124" y="3206"/>
                      <a:pt x="4130" y="2064"/>
                    </a:cubicBezTo>
                    <a:cubicBezTo>
                      <a:pt x="4130" y="925"/>
                      <a:pt x="3205" y="1"/>
                      <a:pt x="2063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9" name="Google Shape;959;p28"/>
              <p:cNvSpPr/>
              <p:nvPr/>
            </p:nvSpPr>
            <p:spPr>
              <a:xfrm>
                <a:off x="836490" y="3893721"/>
                <a:ext cx="191021" cy="185858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2088" extrusionOk="0">
                    <a:moveTo>
                      <a:pt x="1061" y="43"/>
                    </a:moveTo>
                    <a:cubicBezTo>
                      <a:pt x="1611" y="43"/>
                      <a:pt x="2061" y="492"/>
                      <a:pt x="2064" y="1043"/>
                    </a:cubicBezTo>
                    <a:cubicBezTo>
                      <a:pt x="2061" y="1594"/>
                      <a:pt x="1611" y="2043"/>
                      <a:pt x="1060" y="2043"/>
                    </a:cubicBezTo>
                    <a:cubicBezTo>
                      <a:pt x="1023" y="2043"/>
                      <a:pt x="985" y="2041"/>
                      <a:pt x="947" y="2037"/>
                    </a:cubicBezTo>
                    <a:cubicBezTo>
                      <a:pt x="488" y="1986"/>
                      <a:pt x="117" y="1612"/>
                      <a:pt x="67" y="1156"/>
                    </a:cubicBezTo>
                    <a:cubicBezTo>
                      <a:pt x="1" y="555"/>
                      <a:pt x="473" y="43"/>
                      <a:pt x="1061" y="43"/>
                    </a:cubicBezTo>
                    <a:close/>
                    <a:moveTo>
                      <a:pt x="1106" y="1"/>
                    </a:moveTo>
                    <a:cubicBezTo>
                      <a:pt x="1091" y="1"/>
                      <a:pt x="1076" y="1"/>
                      <a:pt x="1061" y="2"/>
                    </a:cubicBezTo>
                    <a:cubicBezTo>
                      <a:pt x="523" y="21"/>
                      <a:pt x="79" y="464"/>
                      <a:pt x="61" y="1002"/>
                    </a:cubicBezTo>
                    <a:cubicBezTo>
                      <a:pt x="39" y="1600"/>
                      <a:pt x="517" y="2087"/>
                      <a:pt x="1105" y="2087"/>
                    </a:cubicBezTo>
                    <a:cubicBezTo>
                      <a:pt x="1683" y="2087"/>
                      <a:pt x="2146" y="1622"/>
                      <a:pt x="2146" y="1043"/>
                    </a:cubicBezTo>
                    <a:cubicBezTo>
                      <a:pt x="2146" y="467"/>
                      <a:pt x="1683" y="1"/>
                      <a:pt x="1106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0" name="Google Shape;960;p28"/>
              <p:cNvSpPr/>
              <p:nvPr/>
            </p:nvSpPr>
            <p:spPr>
              <a:xfrm>
                <a:off x="931999" y="3988429"/>
                <a:ext cx="8189" cy="543243"/>
              </a:xfrm>
              <a:custGeom>
                <a:avLst/>
                <a:gdLst/>
                <a:ahLst/>
                <a:cxnLst/>
                <a:rect l="l" t="t" r="r" b="b"/>
                <a:pathLst>
                  <a:path w="92" h="6103" extrusionOk="0">
                    <a:moveTo>
                      <a:pt x="0" y="1"/>
                    </a:moveTo>
                    <a:lnTo>
                      <a:pt x="0" y="6103"/>
                    </a:lnTo>
                    <a:lnTo>
                      <a:pt x="92" y="6103"/>
                    </a:lnTo>
                    <a:lnTo>
                      <a:pt x="92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1" name="Google Shape;961;p28"/>
              <p:cNvSpPr/>
              <p:nvPr/>
            </p:nvSpPr>
            <p:spPr>
              <a:xfrm>
                <a:off x="931999" y="3984512"/>
                <a:ext cx="520278" cy="172595"/>
              </a:xfrm>
              <a:custGeom>
                <a:avLst/>
                <a:gdLst/>
                <a:ahLst/>
                <a:cxnLst/>
                <a:rect l="l" t="t" r="r" b="b"/>
                <a:pathLst>
                  <a:path w="5845" h="1939" extrusionOk="0">
                    <a:moveTo>
                      <a:pt x="13" y="1"/>
                    </a:moveTo>
                    <a:lnTo>
                      <a:pt x="0" y="42"/>
                    </a:lnTo>
                    <a:lnTo>
                      <a:pt x="5832" y="1938"/>
                    </a:lnTo>
                    <a:lnTo>
                      <a:pt x="5844" y="1897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2" name="Google Shape;962;p28"/>
              <p:cNvSpPr/>
              <p:nvPr/>
            </p:nvSpPr>
            <p:spPr>
              <a:xfrm>
                <a:off x="930842" y="3543906"/>
                <a:ext cx="324273" cy="444083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4989" extrusionOk="0">
                    <a:moveTo>
                      <a:pt x="3602" y="0"/>
                    </a:moveTo>
                    <a:lnTo>
                      <a:pt x="1" y="4960"/>
                    </a:lnTo>
                    <a:lnTo>
                      <a:pt x="38" y="4989"/>
                    </a:lnTo>
                    <a:lnTo>
                      <a:pt x="3643" y="25"/>
                    </a:lnTo>
                    <a:lnTo>
                      <a:pt x="3602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963" name="Google Shape;963;p28"/>
              <p:cNvGrpSpPr/>
              <p:nvPr/>
            </p:nvGrpSpPr>
            <p:grpSpPr>
              <a:xfrm>
                <a:off x="380572" y="3438798"/>
                <a:ext cx="1102737" cy="1095616"/>
                <a:chOff x="97725" y="2674683"/>
                <a:chExt cx="1485968" cy="1476372"/>
              </a:xfrm>
            </p:grpSpPr>
            <p:sp>
              <p:nvSpPr>
                <p:cNvPr id="964" name="Google Shape;964;p28"/>
                <p:cNvSpPr/>
                <p:nvPr/>
              </p:nvSpPr>
              <p:spPr>
                <a:xfrm>
                  <a:off x="97725" y="2674683"/>
                  <a:ext cx="1485968" cy="1476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9" h="12309" extrusionOk="0">
                      <a:moveTo>
                        <a:pt x="1631" y="2074"/>
                      </a:moveTo>
                      <a:cubicBezTo>
                        <a:pt x="602" y="3222"/>
                        <a:pt x="1" y="4760"/>
                        <a:pt x="78" y="6439"/>
                      </a:cubicBezTo>
                      <a:cubicBezTo>
                        <a:pt x="97" y="6843"/>
                        <a:pt x="155" y="7237"/>
                        <a:pt x="250" y="7618"/>
                      </a:cubicBezTo>
                      <a:lnTo>
                        <a:pt x="250" y="7618"/>
                      </a:lnTo>
                      <a:cubicBezTo>
                        <a:pt x="114" y="7060"/>
                        <a:pt x="53" y="6472"/>
                        <a:pt x="81" y="5867"/>
                      </a:cubicBezTo>
                      <a:cubicBezTo>
                        <a:pt x="147" y="4418"/>
                        <a:pt x="723" y="3096"/>
                        <a:pt x="1631" y="2074"/>
                      </a:cubicBezTo>
                      <a:close/>
                      <a:moveTo>
                        <a:pt x="6228" y="1"/>
                      </a:moveTo>
                      <a:cubicBezTo>
                        <a:pt x="6132" y="1"/>
                        <a:pt x="6037" y="3"/>
                        <a:pt x="5941" y="7"/>
                      </a:cubicBezTo>
                      <a:cubicBezTo>
                        <a:pt x="4234" y="85"/>
                        <a:pt x="2702" y="870"/>
                        <a:pt x="1631" y="2074"/>
                      </a:cubicBezTo>
                      <a:lnTo>
                        <a:pt x="1631" y="2074"/>
                      </a:lnTo>
                      <a:cubicBezTo>
                        <a:pt x="2750" y="827"/>
                        <a:pt x="4374" y="42"/>
                        <a:pt x="6183" y="42"/>
                      </a:cubicBezTo>
                      <a:cubicBezTo>
                        <a:pt x="9558" y="48"/>
                        <a:pt x="12291" y="2784"/>
                        <a:pt x="12294" y="6153"/>
                      </a:cubicBezTo>
                      <a:cubicBezTo>
                        <a:pt x="12294" y="9524"/>
                        <a:pt x="9557" y="12261"/>
                        <a:pt x="6180" y="12261"/>
                      </a:cubicBezTo>
                      <a:cubicBezTo>
                        <a:pt x="6085" y="12261"/>
                        <a:pt x="5990" y="12259"/>
                        <a:pt x="5893" y="12255"/>
                      </a:cubicBezTo>
                      <a:cubicBezTo>
                        <a:pt x="3168" y="12131"/>
                        <a:pt x="889" y="10186"/>
                        <a:pt x="250" y="7618"/>
                      </a:cubicBezTo>
                      <a:lnTo>
                        <a:pt x="250" y="7618"/>
                      </a:lnTo>
                      <a:cubicBezTo>
                        <a:pt x="907" y="10310"/>
                        <a:pt x="3335" y="12308"/>
                        <a:pt x="6230" y="12308"/>
                      </a:cubicBezTo>
                      <a:cubicBezTo>
                        <a:pt x="9627" y="12305"/>
                        <a:pt x="12379" y="9553"/>
                        <a:pt x="12388" y="6156"/>
                      </a:cubicBezTo>
                      <a:cubicBezTo>
                        <a:pt x="12388" y="2757"/>
                        <a:pt x="9626" y="1"/>
                        <a:pt x="622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65" name="Google Shape;965;p28"/>
                <p:cNvSpPr/>
                <p:nvPr/>
              </p:nvSpPr>
              <p:spPr>
                <a:xfrm>
                  <a:off x="225461" y="2796543"/>
                  <a:ext cx="1231809" cy="123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0" h="10270" extrusionOk="0">
                      <a:moveTo>
                        <a:pt x="5133" y="48"/>
                      </a:moveTo>
                      <a:cubicBezTo>
                        <a:pt x="7945" y="54"/>
                        <a:pt x="10222" y="2328"/>
                        <a:pt x="10222" y="5137"/>
                      </a:cubicBezTo>
                      <a:cubicBezTo>
                        <a:pt x="10222" y="7949"/>
                        <a:pt x="7945" y="10223"/>
                        <a:pt x="5133" y="10223"/>
                      </a:cubicBezTo>
                      <a:cubicBezTo>
                        <a:pt x="2325" y="10223"/>
                        <a:pt x="48" y="7949"/>
                        <a:pt x="48" y="5137"/>
                      </a:cubicBezTo>
                      <a:cubicBezTo>
                        <a:pt x="48" y="2325"/>
                        <a:pt x="2325" y="48"/>
                        <a:pt x="5133" y="48"/>
                      </a:cubicBezTo>
                      <a:close/>
                      <a:moveTo>
                        <a:pt x="5133" y="1"/>
                      </a:moveTo>
                      <a:cubicBezTo>
                        <a:pt x="2300" y="1"/>
                        <a:pt x="0" y="2303"/>
                        <a:pt x="0" y="5137"/>
                      </a:cubicBezTo>
                      <a:cubicBezTo>
                        <a:pt x="0" y="7971"/>
                        <a:pt x="2300" y="10270"/>
                        <a:pt x="5133" y="10270"/>
                      </a:cubicBezTo>
                      <a:cubicBezTo>
                        <a:pt x="7967" y="10267"/>
                        <a:pt x="10266" y="7971"/>
                        <a:pt x="10270" y="5137"/>
                      </a:cubicBezTo>
                      <a:cubicBezTo>
                        <a:pt x="10270" y="2303"/>
                        <a:pt x="7967" y="1"/>
                        <a:pt x="513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66" name="Google Shape;966;p28"/>
                <p:cNvSpPr/>
                <p:nvPr/>
              </p:nvSpPr>
              <p:spPr>
                <a:xfrm>
                  <a:off x="348400" y="2919122"/>
                  <a:ext cx="986647" cy="986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6" h="8226" extrusionOk="0">
                      <a:moveTo>
                        <a:pt x="4108" y="48"/>
                      </a:moveTo>
                      <a:cubicBezTo>
                        <a:pt x="6354" y="54"/>
                        <a:pt x="8175" y="1872"/>
                        <a:pt x="8175" y="4115"/>
                      </a:cubicBezTo>
                      <a:cubicBezTo>
                        <a:pt x="8175" y="6361"/>
                        <a:pt x="6354" y="8178"/>
                        <a:pt x="4108" y="8178"/>
                      </a:cubicBezTo>
                      <a:cubicBezTo>
                        <a:pt x="1866" y="8178"/>
                        <a:pt x="45" y="6361"/>
                        <a:pt x="45" y="4115"/>
                      </a:cubicBezTo>
                      <a:cubicBezTo>
                        <a:pt x="45" y="1869"/>
                        <a:pt x="1866" y="48"/>
                        <a:pt x="4108" y="48"/>
                      </a:cubicBezTo>
                      <a:close/>
                      <a:moveTo>
                        <a:pt x="4118" y="1"/>
                      </a:moveTo>
                      <a:cubicBezTo>
                        <a:pt x="1844" y="1"/>
                        <a:pt x="4" y="1838"/>
                        <a:pt x="1" y="4112"/>
                      </a:cubicBezTo>
                      <a:cubicBezTo>
                        <a:pt x="1" y="6383"/>
                        <a:pt x="1838" y="8222"/>
                        <a:pt x="4108" y="8226"/>
                      </a:cubicBezTo>
                      <a:cubicBezTo>
                        <a:pt x="6382" y="8226"/>
                        <a:pt x="8222" y="6386"/>
                        <a:pt x="8226" y="4115"/>
                      </a:cubicBezTo>
                      <a:cubicBezTo>
                        <a:pt x="8226" y="1847"/>
                        <a:pt x="6386" y="7"/>
                        <a:pt x="411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67" name="Google Shape;967;p28"/>
                <p:cNvSpPr/>
                <p:nvPr/>
              </p:nvSpPr>
              <p:spPr>
                <a:xfrm>
                  <a:off x="451428" y="3042301"/>
                  <a:ext cx="755398" cy="740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8" h="6177" extrusionOk="0">
                      <a:moveTo>
                        <a:pt x="3249" y="43"/>
                      </a:moveTo>
                      <a:cubicBezTo>
                        <a:pt x="4932" y="50"/>
                        <a:pt x="6294" y="1408"/>
                        <a:pt x="6294" y="3091"/>
                      </a:cubicBezTo>
                      <a:cubicBezTo>
                        <a:pt x="6288" y="4771"/>
                        <a:pt x="4928" y="6134"/>
                        <a:pt x="3245" y="6134"/>
                      </a:cubicBezTo>
                      <a:cubicBezTo>
                        <a:pt x="3174" y="6134"/>
                        <a:pt x="3102" y="6131"/>
                        <a:pt x="3029" y="6126"/>
                      </a:cubicBezTo>
                      <a:cubicBezTo>
                        <a:pt x="1532" y="6019"/>
                        <a:pt x="312" y="4805"/>
                        <a:pt x="211" y="3305"/>
                      </a:cubicBezTo>
                      <a:cubicBezTo>
                        <a:pt x="88" y="1528"/>
                        <a:pt x="1498" y="43"/>
                        <a:pt x="3249" y="43"/>
                      </a:cubicBezTo>
                      <a:close/>
                      <a:moveTo>
                        <a:pt x="3209" y="1"/>
                      </a:moveTo>
                      <a:cubicBezTo>
                        <a:pt x="3136" y="1"/>
                        <a:pt x="3063" y="3"/>
                        <a:pt x="2988" y="9"/>
                      </a:cubicBezTo>
                      <a:cubicBezTo>
                        <a:pt x="1463" y="112"/>
                        <a:pt x="230" y="1349"/>
                        <a:pt x="126" y="2871"/>
                      </a:cubicBezTo>
                      <a:cubicBezTo>
                        <a:pt x="0" y="4676"/>
                        <a:pt x="1432" y="6176"/>
                        <a:pt x="3209" y="6176"/>
                      </a:cubicBezTo>
                      <a:cubicBezTo>
                        <a:pt x="4913" y="6176"/>
                        <a:pt x="6294" y="4793"/>
                        <a:pt x="6297" y="3091"/>
                      </a:cubicBezTo>
                      <a:cubicBezTo>
                        <a:pt x="6297" y="1384"/>
                        <a:pt x="4912" y="1"/>
                        <a:pt x="320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68" name="Google Shape;968;p28"/>
                <p:cNvSpPr/>
                <p:nvPr/>
              </p:nvSpPr>
              <p:spPr>
                <a:xfrm>
                  <a:off x="406930" y="2816213"/>
                  <a:ext cx="436951" cy="59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3" h="4989" extrusionOk="0">
                      <a:moveTo>
                        <a:pt x="35" y="0"/>
                      </a:moveTo>
                      <a:lnTo>
                        <a:pt x="0" y="25"/>
                      </a:lnTo>
                      <a:lnTo>
                        <a:pt x="3605" y="4989"/>
                      </a:lnTo>
                      <a:lnTo>
                        <a:pt x="3642" y="4960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69" name="Google Shape;969;p28"/>
                <p:cNvSpPr/>
                <p:nvPr/>
              </p:nvSpPr>
              <p:spPr>
                <a:xfrm>
                  <a:off x="141383" y="3409920"/>
                  <a:ext cx="700944" cy="232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4" h="1939" extrusionOk="0">
                      <a:moveTo>
                        <a:pt x="5831" y="1"/>
                      </a:moveTo>
                      <a:lnTo>
                        <a:pt x="0" y="1897"/>
                      </a:lnTo>
                      <a:lnTo>
                        <a:pt x="13" y="1938"/>
                      </a:lnTo>
                      <a:lnTo>
                        <a:pt x="5844" y="42"/>
                      </a:lnTo>
                      <a:lnTo>
                        <a:pt x="583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970" name="Google Shape;970;p28"/>
              <p:cNvGrpSpPr/>
              <p:nvPr/>
            </p:nvGrpSpPr>
            <p:grpSpPr>
              <a:xfrm>
                <a:off x="2305093" y="4027553"/>
                <a:ext cx="614866" cy="614869"/>
                <a:chOff x="2691069" y="3668053"/>
                <a:chExt cx="828548" cy="828553"/>
              </a:xfrm>
            </p:grpSpPr>
            <p:sp>
              <p:nvSpPr>
                <p:cNvPr id="971" name="Google Shape;971;p28"/>
                <p:cNvSpPr/>
                <p:nvPr/>
              </p:nvSpPr>
              <p:spPr>
                <a:xfrm>
                  <a:off x="3444053" y="4431956"/>
                  <a:ext cx="21949" cy="2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78" extrusionOk="0">
                      <a:moveTo>
                        <a:pt x="0" y="1"/>
                      </a:moveTo>
                      <a:lnTo>
                        <a:pt x="0" y="177"/>
                      </a:lnTo>
                      <a:lnTo>
                        <a:pt x="183" y="177"/>
                      </a:lnTo>
                      <a:lnTo>
                        <a:pt x="183" y="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2" name="Google Shape;972;p28"/>
                <p:cNvSpPr/>
                <p:nvPr/>
              </p:nvSpPr>
              <p:spPr>
                <a:xfrm>
                  <a:off x="2777066" y="4431236"/>
                  <a:ext cx="646010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6" h="92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80" y="92"/>
                      </a:lnTo>
                      <a:lnTo>
                        <a:pt x="180" y="1"/>
                      </a:lnTo>
                      <a:close/>
                      <a:moveTo>
                        <a:pt x="451" y="1"/>
                      </a:moveTo>
                      <a:lnTo>
                        <a:pt x="451" y="92"/>
                      </a:lnTo>
                      <a:lnTo>
                        <a:pt x="633" y="92"/>
                      </a:lnTo>
                      <a:lnTo>
                        <a:pt x="633" y="1"/>
                      </a:lnTo>
                      <a:close/>
                      <a:moveTo>
                        <a:pt x="900" y="1"/>
                      </a:moveTo>
                      <a:lnTo>
                        <a:pt x="900" y="92"/>
                      </a:lnTo>
                      <a:lnTo>
                        <a:pt x="1080" y="92"/>
                      </a:lnTo>
                      <a:lnTo>
                        <a:pt x="1080" y="1"/>
                      </a:lnTo>
                      <a:close/>
                      <a:moveTo>
                        <a:pt x="1347" y="1"/>
                      </a:moveTo>
                      <a:lnTo>
                        <a:pt x="1347" y="92"/>
                      </a:lnTo>
                      <a:lnTo>
                        <a:pt x="1529" y="92"/>
                      </a:lnTo>
                      <a:lnTo>
                        <a:pt x="1529" y="1"/>
                      </a:lnTo>
                      <a:close/>
                      <a:moveTo>
                        <a:pt x="1797" y="1"/>
                      </a:moveTo>
                      <a:lnTo>
                        <a:pt x="1797" y="92"/>
                      </a:lnTo>
                      <a:lnTo>
                        <a:pt x="1976" y="92"/>
                      </a:lnTo>
                      <a:lnTo>
                        <a:pt x="1976" y="1"/>
                      </a:lnTo>
                      <a:close/>
                      <a:moveTo>
                        <a:pt x="2155" y="1"/>
                      </a:moveTo>
                      <a:lnTo>
                        <a:pt x="2155" y="92"/>
                      </a:lnTo>
                      <a:lnTo>
                        <a:pt x="2334" y="92"/>
                      </a:lnTo>
                      <a:lnTo>
                        <a:pt x="2334" y="1"/>
                      </a:lnTo>
                      <a:close/>
                      <a:moveTo>
                        <a:pt x="2605" y="1"/>
                      </a:moveTo>
                      <a:lnTo>
                        <a:pt x="2605" y="92"/>
                      </a:lnTo>
                      <a:lnTo>
                        <a:pt x="2809" y="92"/>
                      </a:lnTo>
                      <a:lnTo>
                        <a:pt x="2816" y="1"/>
                      </a:lnTo>
                      <a:close/>
                      <a:moveTo>
                        <a:pt x="3052" y="1"/>
                      </a:moveTo>
                      <a:lnTo>
                        <a:pt x="3052" y="92"/>
                      </a:lnTo>
                      <a:lnTo>
                        <a:pt x="3231" y="92"/>
                      </a:lnTo>
                      <a:lnTo>
                        <a:pt x="3231" y="1"/>
                      </a:lnTo>
                      <a:close/>
                      <a:moveTo>
                        <a:pt x="3498" y="1"/>
                      </a:moveTo>
                      <a:lnTo>
                        <a:pt x="3498" y="92"/>
                      </a:lnTo>
                      <a:lnTo>
                        <a:pt x="3681" y="92"/>
                      </a:lnTo>
                      <a:lnTo>
                        <a:pt x="3681" y="1"/>
                      </a:lnTo>
                      <a:close/>
                      <a:moveTo>
                        <a:pt x="3860" y="1"/>
                      </a:moveTo>
                      <a:lnTo>
                        <a:pt x="3860" y="92"/>
                      </a:lnTo>
                      <a:lnTo>
                        <a:pt x="4042" y="92"/>
                      </a:lnTo>
                      <a:lnTo>
                        <a:pt x="4042" y="1"/>
                      </a:lnTo>
                      <a:close/>
                      <a:moveTo>
                        <a:pt x="4310" y="1"/>
                      </a:moveTo>
                      <a:lnTo>
                        <a:pt x="4310" y="92"/>
                      </a:lnTo>
                      <a:lnTo>
                        <a:pt x="4489" y="92"/>
                      </a:lnTo>
                      <a:lnTo>
                        <a:pt x="4489" y="1"/>
                      </a:lnTo>
                      <a:close/>
                      <a:moveTo>
                        <a:pt x="4756" y="1"/>
                      </a:moveTo>
                      <a:lnTo>
                        <a:pt x="4756" y="92"/>
                      </a:lnTo>
                      <a:lnTo>
                        <a:pt x="4939" y="92"/>
                      </a:lnTo>
                      <a:lnTo>
                        <a:pt x="4939" y="1"/>
                      </a:lnTo>
                      <a:close/>
                      <a:moveTo>
                        <a:pt x="5206" y="1"/>
                      </a:moveTo>
                      <a:lnTo>
                        <a:pt x="5206" y="92"/>
                      </a:lnTo>
                      <a:lnTo>
                        <a:pt x="5385" y="92"/>
                      </a:lnTo>
                      <a:lnTo>
                        <a:pt x="538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3" name="Google Shape;973;p28"/>
                <p:cNvSpPr/>
                <p:nvPr/>
              </p:nvSpPr>
              <p:spPr>
                <a:xfrm>
                  <a:off x="2734487" y="4431956"/>
                  <a:ext cx="21230" cy="2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8" extrusionOk="0">
                      <a:moveTo>
                        <a:pt x="0" y="1"/>
                      </a:moveTo>
                      <a:lnTo>
                        <a:pt x="0" y="177"/>
                      </a:lnTo>
                      <a:lnTo>
                        <a:pt x="176" y="177"/>
                      </a:lnTo>
                      <a:lnTo>
                        <a:pt x="176" y="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4" name="Google Shape;974;p28"/>
                <p:cNvSpPr/>
                <p:nvPr/>
              </p:nvSpPr>
              <p:spPr>
                <a:xfrm>
                  <a:off x="2734128" y="3764725"/>
                  <a:ext cx="11035" cy="634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5291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91" y="179"/>
                      </a:lnTo>
                      <a:lnTo>
                        <a:pt x="91" y="0"/>
                      </a:lnTo>
                      <a:close/>
                      <a:moveTo>
                        <a:pt x="0" y="359"/>
                      </a:moveTo>
                      <a:lnTo>
                        <a:pt x="0" y="538"/>
                      </a:lnTo>
                      <a:lnTo>
                        <a:pt x="91" y="538"/>
                      </a:lnTo>
                      <a:lnTo>
                        <a:pt x="91" y="359"/>
                      </a:lnTo>
                      <a:close/>
                      <a:moveTo>
                        <a:pt x="0" y="805"/>
                      </a:moveTo>
                      <a:lnTo>
                        <a:pt x="0" y="988"/>
                      </a:lnTo>
                      <a:lnTo>
                        <a:pt x="91" y="988"/>
                      </a:lnTo>
                      <a:lnTo>
                        <a:pt x="91" y="805"/>
                      </a:lnTo>
                      <a:close/>
                      <a:moveTo>
                        <a:pt x="0" y="1255"/>
                      </a:moveTo>
                      <a:lnTo>
                        <a:pt x="0" y="1434"/>
                      </a:lnTo>
                      <a:lnTo>
                        <a:pt x="91" y="1434"/>
                      </a:lnTo>
                      <a:lnTo>
                        <a:pt x="91" y="1255"/>
                      </a:lnTo>
                      <a:close/>
                      <a:moveTo>
                        <a:pt x="0" y="1702"/>
                      </a:moveTo>
                      <a:lnTo>
                        <a:pt x="0" y="1881"/>
                      </a:lnTo>
                      <a:lnTo>
                        <a:pt x="91" y="1881"/>
                      </a:lnTo>
                      <a:lnTo>
                        <a:pt x="91" y="1702"/>
                      </a:lnTo>
                      <a:close/>
                      <a:moveTo>
                        <a:pt x="0" y="2151"/>
                      </a:moveTo>
                      <a:lnTo>
                        <a:pt x="0" y="2331"/>
                      </a:lnTo>
                      <a:lnTo>
                        <a:pt x="91" y="2331"/>
                      </a:lnTo>
                      <a:lnTo>
                        <a:pt x="91" y="2151"/>
                      </a:lnTo>
                      <a:close/>
                      <a:moveTo>
                        <a:pt x="0" y="2513"/>
                      </a:moveTo>
                      <a:lnTo>
                        <a:pt x="0" y="2692"/>
                      </a:lnTo>
                      <a:lnTo>
                        <a:pt x="91" y="2692"/>
                      </a:lnTo>
                      <a:lnTo>
                        <a:pt x="91" y="2513"/>
                      </a:lnTo>
                      <a:close/>
                      <a:moveTo>
                        <a:pt x="0" y="2960"/>
                      </a:moveTo>
                      <a:lnTo>
                        <a:pt x="0" y="3139"/>
                      </a:lnTo>
                      <a:lnTo>
                        <a:pt x="91" y="3139"/>
                      </a:lnTo>
                      <a:lnTo>
                        <a:pt x="91" y="2960"/>
                      </a:lnTo>
                      <a:close/>
                      <a:moveTo>
                        <a:pt x="0" y="3409"/>
                      </a:moveTo>
                      <a:lnTo>
                        <a:pt x="0" y="3589"/>
                      </a:lnTo>
                      <a:lnTo>
                        <a:pt x="91" y="3589"/>
                      </a:lnTo>
                      <a:lnTo>
                        <a:pt x="91" y="3409"/>
                      </a:lnTo>
                      <a:close/>
                      <a:moveTo>
                        <a:pt x="0" y="3856"/>
                      </a:moveTo>
                      <a:lnTo>
                        <a:pt x="0" y="4039"/>
                      </a:lnTo>
                      <a:lnTo>
                        <a:pt x="91" y="4039"/>
                      </a:lnTo>
                      <a:lnTo>
                        <a:pt x="91" y="3856"/>
                      </a:lnTo>
                      <a:close/>
                      <a:moveTo>
                        <a:pt x="0" y="4306"/>
                      </a:moveTo>
                      <a:lnTo>
                        <a:pt x="0" y="4485"/>
                      </a:lnTo>
                      <a:lnTo>
                        <a:pt x="91" y="4485"/>
                      </a:lnTo>
                      <a:lnTo>
                        <a:pt x="91" y="4306"/>
                      </a:lnTo>
                      <a:close/>
                      <a:moveTo>
                        <a:pt x="0" y="4661"/>
                      </a:moveTo>
                      <a:lnTo>
                        <a:pt x="0" y="4844"/>
                      </a:lnTo>
                      <a:lnTo>
                        <a:pt x="91" y="4844"/>
                      </a:lnTo>
                      <a:lnTo>
                        <a:pt x="91" y="4661"/>
                      </a:lnTo>
                      <a:close/>
                      <a:moveTo>
                        <a:pt x="0" y="5111"/>
                      </a:moveTo>
                      <a:lnTo>
                        <a:pt x="0" y="5290"/>
                      </a:lnTo>
                      <a:lnTo>
                        <a:pt x="91" y="5290"/>
                      </a:lnTo>
                      <a:lnTo>
                        <a:pt x="91" y="511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5" name="Google Shape;975;p28"/>
                <p:cNvSpPr/>
                <p:nvPr/>
              </p:nvSpPr>
              <p:spPr>
                <a:xfrm>
                  <a:off x="2734487" y="3710752"/>
                  <a:ext cx="21230" cy="21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83" extrusionOk="0">
                      <a:moveTo>
                        <a:pt x="0" y="0"/>
                      </a:moveTo>
                      <a:lnTo>
                        <a:pt x="0" y="183"/>
                      </a:lnTo>
                      <a:lnTo>
                        <a:pt x="88" y="183"/>
                      </a:lnTo>
                      <a:lnTo>
                        <a:pt x="88" y="91"/>
                      </a:lnTo>
                      <a:lnTo>
                        <a:pt x="176" y="91"/>
                      </a:ln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6" name="Google Shape;976;p28"/>
                <p:cNvSpPr/>
                <p:nvPr/>
              </p:nvSpPr>
              <p:spPr>
                <a:xfrm>
                  <a:off x="2777066" y="3710752"/>
                  <a:ext cx="646010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6" h="92" extrusionOk="0">
                      <a:moveTo>
                        <a:pt x="1" y="0"/>
                      </a:moveTo>
                      <a:lnTo>
                        <a:pt x="1" y="91"/>
                      </a:lnTo>
                      <a:lnTo>
                        <a:pt x="180" y="91"/>
                      </a:lnTo>
                      <a:lnTo>
                        <a:pt x="180" y="0"/>
                      </a:lnTo>
                      <a:close/>
                      <a:moveTo>
                        <a:pt x="451" y="0"/>
                      </a:moveTo>
                      <a:lnTo>
                        <a:pt x="451" y="91"/>
                      </a:lnTo>
                      <a:lnTo>
                        <a:pt x="633" y="91"/>
                      </a:lnTo>
                      <a:lnTo>
                        <a:pt x="633" y="0"/>
                      </a:lnTo>
                      <a:close/>
                      <a:moveTo>
                        <a:pt x="900" y="0"/>
                      </a:moveTo>
                      <a:lnTo>
                        <a:pt x="900" y="91"/>
                      </a:lnTo>
                      <a:lnTo>
                        <a:pt x="1080" y="91"/>
                      </a:lnTo>
                      <a:lnTo>
                        <a:pt x="1080" y="0"/>
                      </a:lnTo>
                      <a:close/>
                      <a:moveTo>
                        <a:pt x="1347" y="0"/>
                      </a:moveTo>
                      <a:lnTo>
                        <a:pt x="1347" y="91"/>
                      </a:lnTo>
                      <a:lnTo>
                        <a:pt x="1529" y="91"/>
                      </a:lnTo>
                      <a:lnTo>
                        <a:pt x="1529" y="0"/>
                      </a:lnTo>
                      <a:close/>
                      <a:moveTo>
                        <a:pt x="1797" y="0"/>
                      </a:moveTo>
                      <a:lnTo>
                        <a:pt x="1797" y="91"/>
                      </a:lnTo>
                      <a:lnTo>
                        <a:pt x="1976" y="91"/>
                      </a:lnTo>
                      <a:lnTo>
                        <a:pt x="1976" y="0"/>
                      </a:lnTo>
                      <a:close/>
                      <a:moveTo>
                        <a:pt x="2155" y="0"/>
                      </a:moveTo>
                      <a:lnTo>
                        <a:pt x="2155" y="91"/>
                      </a:lnTo>
                      <a:lnTo>
                        <a:pt x="2334" y="91"/>
                      </a:lnTo>
                      <a:lnTo>
                        <a:pt x="2334" y="0"/>
                      </a:lnTo>
                      <a:close/>
                      <a:moveTo>
                        <a:pt x="2605" y="0"/>
                      </a:moveTo>
                      <a:lnTo>
                        <a:pt x="2605" y="91"/>
                      </a:lnTo>
                      <a:lnTo>
                        <a:pt x="2809" y="91"/>
                      </a:lnTo>
                      <a:lnTo>
                        <a:pt x="2816" y="0"/>
                      </a:lnTo>
                      <a:close/>
                      <a:moveTo>
                        <a:pt x="3052" y="0"/>
                      </a:moveTo>
                      <a:lnTo>
                        <a:pt x="3052" y="91"/>
                      </a:lnTo>
                      <a:lnTo>
                        <a:pt x="3231" y="91"/>
                      </a:lnTo>
                      <a:lnTo>
                        <a:pt x="3231" y="0"/>
                      </a:lnTo>
                      <a:close/>
                      <a:moveTo>
                        <a:pt x="3498" y="0"/>
                      </a:moveTo>
                      <a:lnTo>
                        <a:pt x="3498" y="91"/>
                      </a:lnTo>
                      <a:lnTo>
                        <a:pt x="3681" y="91"/>
                      </a:lnTo>
                      <a:lnTo>
                        <a:pt x="3681" y="0"/>
                      </a:lnTo>
                      <a:close/>
                      <a:moveTo>
                        <a:pt x="3860" y="0"/>
                      </a:moveTo>
                      <a:lnTo>
                        <a:pt x="3860" y="91"/>
                      </a:lnTo>
                      <a:lnTo>
                        <a:pt x="4042" y="91"/>
                      </a:lnTo>
                      <a:lnTo>
                        <a:pt x="4042" y="0"/>
                      </a:lnTo>
                      <a:close/>
                      <a:moveTo>
                        <a:pt x="4310" y="0"/>
                      </a:moveTo>
                      <a:lnTo>
                        <a:pt x="4310" y="91"/>
                      </a:lnTo>
                      <a:lnTo>
                        <a:pt x="4489" y="91"/>
                      </a:lnTo>
                      <a:lnTo>
                        <a:pt x="4489" y="0"/>
                      </a:lnTo>
                      <a:close/>
                      <a:moveTo>
                        <a:pt x="4756" y="0"/>
                      </a:moveTo>
                      <a:lnTo>
                        <a:pt x="4756" y="91"/>
                      </a:lnTo>
                      <a:lnTo>
                        <a:pt x="4939" y="91"/>
                      </a:lnTo>
                      <a:lnTo>
                        <a:pt x="4939" y="0"/>
                      </a:lnTo>
                      <a:close/>
                      <a:moveTo>
                        <a:pt x="5206" y="0"/>
                      </a:moveTo>
                      <a:lnTo>
                        <a:pt x="5206" y="91"/>
                      </a:lnTo>
                      <a:lnTo>
                        <a:pt x="5385" y="91"/>
                      </a:lnTo>
                      <a:lnTo>
                        <a:pt x="538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7" name="Google Shape;977;p28"/>
                <p:cNvSpPr/>
                <p:nvPr/>
              </p:nvSpPr>
              <p:spPr>
                <a:xfrm>
                  <a:off x="3444053" y="3710752"/>
                  <a:ext cx="21949" cy="21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83" extrusionOk="0">
                      <a:moveTo>
                        <a:pt x="0" y="0"/>
                      </a:moveTo>
                      <a:lnTo>
                        <a:pt x="0" y="91"/>
                      </a:lnTo>
                      <a:lnTo>
                        <a:pt x="92" y="91"/>
                      </a:lnTo>
                      <a:lnTo>
                        <a:pt x="92" y="183"/>
                      </a:lnTo>
                      <a:lnTo>
                        <a:pt x="183" y="183"/>
                      </a:lnTo>
                      <a:lnTo>
                        <a:pt x="183" y="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8" name="Google Shape;978;p28"/>
                <p:cNvSpPr/>
                <p:nvPr/>
              </p:nvSpPr>
              <p:spPr>
                <a:xfrm>
                  <a:off x="3454967" y="3764725"/>
                  <a:ext cx="11035" cy="634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5291" extrusionOk="0">
                      <a:moveTo>
                        <a:pt x="1" y="0"/>
                      </a:moveTo>
                      <a:lnTo>
                        <a:pt x="1" y="179"/>
                      </a:lnTo>
                      <a:lnTo>
                        <a:pt x="92" y="179"/>
                      </a:lnTo>
                      <a:lnTo>
                        <a:pt x="92" y="0"/>
                      </a:lnTo>
                      <a:close/>
                      <a:moveTo>
                        <a:pt x="1" y="359"/>
                      </a:moveTo>
                      <a:lnTo>
                        <a:pt x="1" y="538"/>
                      </a:lnTo>
                      <a:lnTo>
                        <a:pt x="92" y="538"/>
                      </a:lnTo>
                      <a:lnTo>
                        <a:pt x="92" y="359"/>
                      </a:lnTo>
                      <a:close/>
                      <a:moveTo>
                        <a:pt x="1" y="805"/>
                      </a:moveTo>
                      <a:lnTo>
                        <a:pt x="1" y="988"/>
                      </a:lnTo>
                      <a:lnTo>
                        <a:pt x="92" y="988"/>
                      </a:lnTo>
                      <a:lnTo>
                        <a:pt x="92" y="805"/>
                      </a:lnTo>
                      <a:close/>
                      <a:moveTo>
                        <a:pt x="1" y="1255"/>
                      </a:moveTo>
                      <a:lnTo>
                        <a:pt x="1" y="1434"/>
                      </a:lnTo>
                      <a:lnTo>
                        <a:pt x="92" y="1434"/>
                      </a:lnTo>
                      <a:lnTo>
                        <a:pt x="92" y="1255"/>
                      </a:lnTo>
                      <a:close/>
                      <a:moveTo>
                        <a:pt x="1" y="1702"/>
                      </a:moveTo>
                      <a:lnTo>
                        <a:pt x="1" y="1881"/>
                      </a:lnTo>
                      <a:lnTo>
                        <a:pt x="92" y="1881"/>
                      </a:lnTo>
                      <a:lnTo>
                        <a:pt x="92" y="1702"/>
                      </a:lnTo>
                      <a:close/>
                      <a:moveTo>
                        <a:pt x="1" y="2151"/>
                      </a:moveTo>
                      <a:lnTo>
                        <a:pt x="1" y="2331"/>
                      </a:lnTo>
                      <a:lnTo>
                        <a:pt x="92" y="2331"/>
                      </a:lnTo>
                      <a:lnTo>
                        <a:pt x="92" y="2151"/>
                      </a:lnTo>
                      <a:close/>
                      <a:moveTo>
                        <a:pt x="1" y="2513"/>
                      </a:moveTo>
                      <a:lnTo>
                        <a:pt x="1" y="2692"/>
                      </a:lnTo>
                      <a:lnTo>
                        <a:pt x="92" y="2692"/>
                      </a:lnTo>
                      <a:lnTo>
                        <a:pt x="92" y="2513"/>
                      </a:lnTo>
                      <a:close/>
                      <a:moveTo>
                        <a:pt x="1" y="2960"/>
                      </a:moveTo>
                      <a:lnTo>
                        <a:pt x="1" y="3139"/>
                      </a:lnTo>
                      <a:lnTo>
                        <a:pt x="92" y="3139"/>
                      </a:lnTo>
                      <a:lnTo>
                        <a:pt x="92" y="2960"/>
                      </a:lnTo>
                      <a:close/>
                      <a:moveTo>
                        <a:pt x="1" y="3409"/>
                      </a:moveTo>
                      <a:lnTo>
                        <a:pt x="1" y="3589"/>
                      </a:lnTo>
                      <a:lnTo>
                        <a:pt x="92" y="3589"/>
                      </a:lnTo>
                      <a:lnTo>
                        <a:pt x="92" y="3409"/>
                      </a:lnTo>
                      <a:close/>
                      <a:moveTo>
                        <a:pt x="1" y="3856"/>
                      </a:moveTo>
                      <a:lnTo>
                        <a:pt x="1" y="4039"/>
                      </a:lnTo>
                      <a:lnTo>
                        <a:pt x="92" y="4039"/>
                      </a:lnTo>
                      <a:lnTo>
                        <a:pt x="92" y="3856"/>
                      </a:lnTo>
                      <a:close/>
                      <a:moveTo>
                        <a:pt x="1" y="4306"/>
                      </a:moveTo>
                      <a:lnTo>
                        <a:pt x="1" y="4485"/>
                      </a:lnTo>
                      <a:lnTo>
                        <a:pt x="92" y="4485"/>
                      </a:lnTo>
                      <a:lnTo>
                        <a:pt x="92" y="4306"/>
                      </a:lnTo>
                      <a:close/>
                      <a:moveTo>
                        <a:pt x="1" y="4661"/>
                      </a:moveTo>
                      <a:lnTo>
                        <a:pt x="1" y="4844"/>
                      </a:lnTo>
                      <a:lnTo>
                        <a:pt x="92" y="4844"/>
                      </a:lnTo>
                      <a:lnTo>
                        <a:pt x="92" y="4661"/>
                      </a:lnTo>
                      <a:close/>
                      <a:moveTo>
                        <a:pt x="1" y="5111"/>
                      </a:moveTo>
                      <a:lnTo>
                        <a:pt x="1" y="5290"/>
                      </a:lnTo>
                      <a:lnTo>
                        <a:pt x="92" y="5290"/>
                      </a:lnTo>
                      <a:lnTo>
                        <a:pt x="92" y="511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79" name="Google Shape;979;p28"/>
                <p:cNvSpPr/>
                <p:nvPr/>
              </p:nvSpPr>
              <p:spPr>
                <a:xfrm>
                  <a:off x="2701984" y="4399212"/>
                  <a:ext cx="8611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721" extrusionOk="0">
                      <a:moveTo>
                        <a:pt x="1" y="0"/>
                      </a:moveTo>
                      <a:lnTo>
                        <a:pt x="1" y="721"/>
                      </a:lnTo>
                      <a:lnTo>
                        <a:pt x="718" y="721"/>
                      </a:lnTo>
                      <a:lnTo>
                        <a:pt x="71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0" name="Google Shape;980;p28"/>
                <p:cNvSpPr/>
                <p:nvPr/>
              </p:nvSpPr>
              <p:spPr>
                <a:xfrm>
                  <a:off x="2691069" y="4388657"/>
                  <a:ext cx="107708" cy="10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" h="900" extrusionOk="0">
                      <a:moveTo>
                        <a:pt x="721" y="88"/>
                      </a:moveTo>
                      <a:lnTo>
                        <a:pt x="721" y="717"/>
                      </a:lnTo>
                      <a:lnTo>
                        <a:pt x="92" y="717"/>
                      </a:lnTo>
                      <a:lnTo>
                        <a:pt x="92" y="88"/>
                      </a:lnTo>
                      <a:close/>
                      <a:moveTo>
                        <a:pt x="1" y="0"/>
                      </a:moveTo>
                      <a:lnTo>
                        <a:pt x="1" y="900"/>
                      </a:lnTo>
                      <a:lnTo>
                        <a:pt x="897" y="900"/>
                      </a:lnTo>
                      <a:lnTo>
                        <a:pt x="89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1" name="Google Shape;981;p28"/>
                <p:cNvSpPr/>
                <p:nvPr/>
              </p:nvSpPr>
              <p:spPr>
                <a:xfrm>
                  <a:off x="2701984" y="4033273"/>
                  <a:ext cx="8611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721" extrusionOk="0">
                      <a:moveTo>
                        <a:pt x="1" y="0"/>
                      </a:moveTo>
                      <a:lnTo>
                        <a:pt x="1" y="721"/>
                      </a:lnTo>
                      <a:lnTo>
                        <a:pt x="718" y="721"/>
                      </a:lnTo>
                      <a:lnTo>
                        <a:pt x="71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2" name="Google Shape;982;p28"/>
                <p:cNvSpPr/>
                <p:nvPr/>
              </p:nvSpPr>
              <p:spPr>
                <a:xfrm>
                  <a:off x="2691069" y="4023078"/>
                  <a:ext cx="107708" cy="107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" h="897" extrusionOk="0">
                      <a:moveTo>
                        <a:pt x="721" y="177"/>
                      </a:moveTo>
                      <a:lnTo>
                        <a:pt x="721" y="806"/>
                      </a:lnTo>
                      <a:lnTo>
                        <a:pt x="92" y="806"/>
                      </a:lnTo>
                      <a:lnTo>
                        <a:pt x="92" y="177"/>
                      </a:lnTo>
                      <a:close/>
                      <a:moveTo>
                        <a:pt x="1" y="1"/>
                      </a:moveTo>
                      <a:lnTo>
                        <a:pt x="1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3" name="Google Shape;983;p28"/>
                <p:cNvSpPr/>
                <p:nvPr/>
              </p:nvSpPr>
              <p:spPr>
                <a:xfrm>
                  <a:off x="2701984" y="3678608"/>
                  <a:ext cx="86119" cy="8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722" extrusionOk="0">
                      <a:moveTo>
                        <a:pt x="1" y="1"/>
                      </a:moveTo>
                      <a:lnTo>
                        <a:pt x="1" y="721"/>
                      </a:lnTo>
                      <a:lnTo>
                        <a:pt x="718" y="721"/>
                      </a:lnTo>
                      <a:lnTo>
                        <a:pt x="71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4" name="Google Shape;984;p28"/>
                <p:cNvSpPr/>
                <p:nvPr/>
              </p:nvSpPr>
              <p:spPr>
                <a:xfrm>
                  <a:off x="2691069" y="3668053"/>
                  <a:ext cx="107708" cy="107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" h="898" extrusionOk="0">
                      <a:moveTo>
                        <a:pt x="721" y="86"/>
                      </a:moveTo>
                      <a:lnTo>
                        <a:pt x="721" y="715"/>
                      </a:lnTo>
                      <a:lnTo>
                        <a:pt x="92" y="715"/>
                      </a:lnTo>
                      <a:lnTo>
                        <a:pt x="92" y="86"/>
                      </a:lnTo>
                      <a:close/>
                      <a:moveTo>
                        <a:pt x="1" y="1"/>
                      </a:moveTo>
                      <a:lnTo>
                        <a:pt x="1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5" name="Google Shape;985;p28"/>
                <p:cNvSpPr/>
                <p:nvPr/>
              </p:nvSpPr>
              <p:spPr>
                <a:xfrm>
                  <a:off x="3422943" y="4399212"/>
                  <a:ext cx="8647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1" extrusionOk="0">
                      <a:moveTo>
                        <a:pt x="0" y="0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6" name="Google Shape;986;p28"/>
                <p:cNvSpPr/>
                <p:nvPr/>
              </p:nvSpPr>
              <p:spPr>
                <a:xfrm>
                  <a:off x="3412029" y="4388657"/>
                  <a:ext cx="107588" cy="10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900" extrusionOk="0">
                      <a:moveTo>
                        <a:pt x="720" y="88"/>
                      </a:moveTo>
                      <a:lnTo>
                        <a:pt x="720" y="717"/>
                      </a:lnTo>
                      <a:lnTo>
                        <a:pt x="91" y="717"/>
                      </a:lnTo>
                      <a:lnTo>
                        <a:pt x="91" y="88"/>
                      </a:lnTo>
                      <a:close/>
                      <a:moveTo>
                        <a:pt x="0" y="0"/>
                      </a:moveTo>
                      <a:lnTo>
                        <a:pt x="0" y="900"/>
                      </a:lnTo>
                      <a:lnTo>
                        <a:pt x="897" y="900"/>
                      </a:lnTo>
                      <a:lnTo>
                        <a:pt x="89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7" name="Google Shape;987;p28"/>
                <p:cNvSpPr/>
                <p:nvPr/>
              </p:nvSpPr>
              <p:spPr>
                <a:xfrm>
                  <a:off x="3422943" y="4033273"/>
                  <a:ext cx="8647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1" extrusionOk="0">
                      <a:moveTo>
                        <a:pt x="0" y="0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8" name="Google Shape;988;p28"/>
                <p:cNvSpPr/>
                <p:nvPr/>
              </p:nvSpPr>
              <p:spPr>
                <a:xfrm>
                  <a:off x="3412029" y="4023078"/>
                  <a:ext cx="107588" cy="107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897" extrusionOk="0">
                      <a:moveTo>
                        <a:pt x="720" y="177"/>
                      </a:moveTo>
                      <a:lnTo>
                        <a:pt x="720" y="806"/>
                      </a:lnTo>
                      <a:lnTo>
                        <a:pt x="91" y="806"/>
                      </a:lnTo>
                      <a:lnTo>
                        <a:pt x="91" y="177"/>
                      </a:lnTo>
                      <a:close/>
                      <a:moveTo>
                        <a:pt x="0" y="1"/>
                      </a:moveTo>
                      <a:lnTo>
                        <a:pt x="0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89" name="Google Shape;989;p28"/>
                <p:cNvSpPr/>
                <p:nvPr/>
              </p:nvSpPr>
              <p:spPr>
                <a:xfrm>
                  <a:off x="3422943" y="3678608"/>
                  <a:ext cx="86479" cy="8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2" extrusionOk="0">
                      <a:moveTo>
                        <a:pt x="0" y="1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90" name="Google Shape;990;p28"/>
                <p:cNvSpPr/>
                <p:nvPr/>
              </p:nvSpPr>
              <p:spPr>
                <a:xfrm>
                  <a:off x="3412029" y="3668053"/>
                  <a:ext cx="107588" cy="107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898" extrusionOk="0">
                      <a:moveTo>
                        <a:pt x="720" y="86"/>
                      </a:moveTo>
                      <a:lnTo>
                        <a:pt x="720" y="715"/>
                      </a:lnTo>
                      <a:lnTo>
                        <a:pt x="91" y="715"/>
                      </a:lnTo>
                      <a:lnTo>
                        <a:pt x="91" y="86"/>
                      </a:lnTo>
                      <a:close/>
                      <a:moveTo>
                        <a:pt x="0" y="1"/>
                      </a:moveTo>
                      <a:lnTo>
                        <a:pt x="0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91" name="Google Shape;991;p28"/>
                <p:cNvSpPr/>
                <p:nvPr/>
              </p:nvSpPr>
              <p:spPr>
                <a:xfrm>
                  <a:off x="3057006" y="3678608"/>
                  <a:ext cx="86479" cy="8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2" extrusionOk="0">
                      <a:moveTo>
                        <a:pt x="0" y="1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92" name="Google Shape;992;p28"/>
                <p:cNvSpPr/>
                <p:nvPr/>
              </p:nvSpPr>
              <p:spPr>
                <a:xfrm>
                  <a:off x="3046092" y="3668053"/>
                  <a:ext cx="107588" cy="107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898" extrusionOk="0">
                      <a:moveTo>
                        <a:pt x="812" y="86"/>
                      </a:moveTo>
                      <a:lnTo>
                        <a:pt x="812" y="715"/>
                      </a:lnTo>
                      <a:lnTo>
                        <a:pt x="183" y="715"/>
                      </a:lnTo>
                      <a:lnTo>
                        <a:pt x="183" y="86"/>
                      </a:lnTo>
                      <a:close/>
                      <a:moveTo>
                        <a:pt x="0" y="1"/>
                      </a:moveTo>
                      <a:lnTo>
                        <a:pt x="0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93" name="Google Shape;993;p28"/>
                <p:cNvSpPr/>
                <p:nvPr/>
              </p:nvSpPr>
              <p:spPr>
                <a:xfrm>
                  <a:off x="3057006" y="4399212"/>
                  <a:ext cx="8647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1" extrusionOk="0">
                      <a:moveTo>
                        <a:pt x="0" y="0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94" name="Google Shape;994;p28"/>
                <p:cNvSpPr/>
                <p:nvPr/>
              </p:nvSpPr>
              <p:spPr>
                <a:xfrm>
                  <a:off x="3046092" y="4388657"/>
                  <a:ext cx="107588" cy="10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900" extrusionOk="0">
                      <a:moveTo>
                        <a:pt x="812" y="88"/>
                      </a:moveTo>
                      <a:lnTo>
                        <a:pt x="812" y="717"/>
                      </a:lnTo>
                      <a:lnTo>
                        <a:pt x="183" y="717"/>
                      </a:lnTo>
                      <a:lnTo>
                        <a:pt x="183" y="88"/>
                      </a:lnTo>
                      <a:close/>
                      <a:moveTo>
                        <a:pt x="0" y="0"/>
                      </a:moveTo>
                      <a:lnTo>
                        <a:pt x="0" y="900"/>
                      </a:lnTo>
                      <a:lnTo>
                        <a:pt x="897" y="900"/>
                      </a:lnTo>
                      <a:lnTo>
                        <a:pt x="89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995" name="Google Shape;995;p28"/>
              <p:cNvSpPr/>
              <p:nvPr/>
            </p:nvSpPr>
            <p:spPr>
              <a:xfrm>
                <a:off x="1378836" y="1601232"/>
                <a:ext cx="271310" cy="439366"/>
              </a:xfrm>
              <a:custGeom>
                <a:avLst/>
                <a:gdLst/>
                <a:ahLst/>
                <a:cxnLst/>
                <a:rect l="l" t="t" r="r" b="b"/>
                <a:pathLst>
                  <a:path w="3048" h="4936" extrusionOk="0">
                    <a:moveTo>
                      <a:pt x="1312" y="1"/>
                    </a:moveTo>
                    <a:cubicBezTo>
                      <a:pt x="1312" y="1"/>
                      <a:pt x="1274" y="1498"/>
                      <a:pt x="0" y="2171"/>
                    </a:cubicBezTo>
                    <a:cubicBezTo>
                      <a:pt x="0" y="2171"/>
                      <a:pt x="19" y="3467"/>
                      <a:pt x="903" y="4935"/>
                    </a:cubicBezTo>
                    <a:lnTo>
                      <a:pt x="2142" y="4935"/>
                    </a:lnTo>
                    <a:cubicBezTo>
                      <a:pt x="3026" y="3463"/>
                      <a:pt x="3048" y="2171"/>
                      <a:pt x="3048" y="2171"/>
                    </a:cubicBezTo>
                    <a:cubicBezTo>
                      <a:pt x="1774" y="1501"/>
                      <a:pt x="1746" y="1"/>
                      <a:pt x="1746" y="1"/>
                    </a:cubicBezTo>
                    <a:lnTo>
                      <a:pt x="1617" y="1"/>
                    </a:lnTo>
                    <a:lnTo>
                      <a:pt x="1617" y="2375"/>
                    </a:lnTo>
                    <a:cubicBezTo>
                      <a:pt x="1761" y="2407"/>
                      <a:pt x="1871" y="2514"/>
                      <a:pt x="1909" y="2646"/>
                    </a:cubicBezTo>
                    <a:cubicBezTo>
                      <a:pt x="1956" y="2844"/>
                      <a:pt x="1824" y="3039"/>
                      <a:pt x="1617" y="3086"/>
                    </a:cubicBezTo>
                    <a:cubicBezTo>
                      <a:pt x="1587" y="3093"/>
                      <a:pt x="1556" y="3096"/>
                      <a:pt x="1527" y="3096"/>
                    </a:cubicBezTo>
                    <a:cubicBezTo>
                      <a:pt x="1351" y="3096"/>
                      <a:pt x="1188" y="2982"/>
                      <a:pt x="1148" y="2816"/>
                    </a:cubicBezTo>
                    <a:cubicBezTo>
                      <a:pt x="1101" y="2617"/>
                      <a:pt x="1233" y="2422"/>
                      <a:pt x="1441" y="2375"/>
                    </a:cubicBezTo>
                    <a:lnTo>
                      <a:pt x="144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>
                <a:off x="1434824" y="2032403"/>
                <a:ext cx="152033" cy="63911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718" extrusionOk="0">
                    <a:moveTo>
                      <a:pt x="0" y="0"/>
                    </a:moveTo>
                    <a:lnTo>
                      <a:pt x="0" y="717"/>
                    </a:lnTo>
                    <a:lnTo>
                      <a:pt x="1708" y="717"/>
                    </a:lnTo>
                    <a:lnTo>
                      <a:pt x="17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7" name="Google Shape;997;p28"/>
              <p:cNvSpPr/>
              <p:nvPr/>
            </p:nvSpPr>
            <p:spPr>
              <a:xfrm>
                <a:off x="1153459" y="1580760"/>
                <a:ext cx="719310" cy="363794"/>
              </a:xfrm>
              <a:custGeom>
                <a:avLst/>
                <a:gdLst/>
                <a:ahLst/>
                <a:cxnLst/>
                <a:rect l="l" t="t" r="r" b="b"/>
                <a:pathLst>
                  <a:path w="8081" h="4087" extrusionOk="0">
                    <a:moveTo>
                      <a:pt x="4053" y="1"/>
                    </a:moveTo>
                    <a:cubicBezTo>
                      <a:pt x="4033" y="1"/>
                      <a:pt x="4014" y="1"/>
                      <a:pt x="3995" y="1"/>
                    </a:cubicBezTo>
                    <a:cubicBezTo>
                      <a:pt x="1774" y="32"/>
                      <a:pt x="0" y="1863"/>
                      <a:pt x="32" y="4083"/>
                    </a:cubicBezTo>
                    <a:lnTo>
                      <a:pt x="151" y="4083"/>
                    </a:lnTo>
                    <a:lnTo>
                      <a:pt x="151" y="3964"/>
                    </a:lnTo>
                    <a:cubicBezTo>
                      <a:pt x="185" y="1831"/>
                      <a:pt x="1928" y="120"/>
                      <a:pt x="4054" y="120"/>
                    </a:cubicBezTo>
                    <a:cubicBezTo>
                      <a:pt x="4075" y="120"/>
                      <a:pt x="4096" y="120"/>
                      <a:pt x="4117" y="120"/>
                    </a:cubicBezTo>
                    <a:cubicBezTo>
                      <a:pt x="6272" y="155"/>
                      <a:pt x="7995" y="1929"/>
                      <a:pt x="7964" y="4087"/>
                    </a:cubicBezTo>
                    <a:lnTo>
                      <a:pt x="8080" y="4087"/>
                    </a:lnTo>
                    <a:cubicBezTo>
                      <a:pt x="8080" y="4049"/>
                      <a:pt x="8080" y="4008"/>
                      <a:pt x="8077" y="3964"/>
                    </a:cubicBezTo>
                    <a:cubicBezTo>
                      <a:pt x="8046" y="1763"/>
                      <a:pt x="6250" y="1"/>
                      <a:pt x="4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8" name="Google Shape;998;p28"/>
              <p:cNvSpPr/>
              <p:nvPr/>
            </p:nvSpPr>
            <p:spPr>
              <a:xfrm>
                <a:off x="1155685" y="1585032"/>
                <a:ext cx="710587" cy="8189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92" extrusionOk="0">
                    <a:moveTo>
                      <a:pt x="0" y="0"/>
                    </a:moveTo>
                    <a:lnTo>
                      <a:pt x="0" y="91"/>
                    </a:lnTo>
                    <a:lnTo>
                      <a:pt x="7983" y="91"/>
                    </a:lnTo>
                    <a:lnTo>
                      <a:pt x="79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9" name="Google Shape;999;p28"/>
              <p:cNvSpPr/>
              <p:nvPr/>
            </p:nvSpPr>
            <p:spPr>
              <a:xfrm>
                <a:off x="1123463" y="1912594"/>
                <a:ext cx="71744" cy="7174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806" y="805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0" name="Google Shape;1000;p28"/>
              <p:cNvSpPr/>
              <p:nvPr/>
            </p:nvSpPr>
            <p:spPr>
              <a:xfrm>
                <a:off x="1115630" y="1904672"/>
                <a:ext cx="88033" cy="8776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6" extrusionOk="0">
                    <a:moveTo>
                      <a:pt x="897" y="86"/>
                    </a:moveTo>
                    <a:lnTo>
                      <a:pt x="897" y="806"/>
                    </a:lnTo>
                    <a:lnTo>
                      <a:pt x="180" y="806"/>
                    </a:lnTo>
                    <a:lnTo>
                      <a:pt x="180" y="86"/>
                    </a:lnTo>
                    <a:close/>
                    <a:moveTo>
                      <a:pt x="1" y="1"/>
                    </a:moveTo>
                    <a:lnTo>
                      <a:pt x="1" y="985"/>
                    </a:lnTo>
                    <a:lnTo>
                      <a:pt x="988" y="985"/>
                    </a:lnTo>
                    <a:lnTo>
                      <a:pt x="9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1" name="Google Shape;1001;p28"/>
              <p:cNvSpPr/>
              <p:nvPr/>
            </p:nvSpPr>
            <p:spPr>
              <a:xfrm>
                <a:off x="1123463" y="1553344"/>
                <a:ext cx="71744" cy="7174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1" y="1"/>
                    </a:moveTo>
                    <a:lnTo>
                      <a:pt x="1" y="806"/>
                    </a:lnTo>
                    <a:lnTo>
                      <a:pt x="806" y="806"/>
                    </a:lnTo>
                    <a:lnTo>
                      <a:pt x="8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2" name="Google Shape;1002;p28"/>
              <p:cNvSpPr/>
              <p:nvPr/>
            </p:nvSpPr>
            <p:spPr>
              <a:xfrm>
                <a:off x="1115630" y="1553077"/>
                <a:ext cx="88033" cy="79844"/>
              </a:xfrm>
              <a:custGeom>
                <a:avLst/>
                <a:gdLst/>
                <a:ahLst/>
                <a:cxnLst/>
                <a:rect l="l" t="t" r="r" b="b"/>
                <a:pathLst>
                  <a:path w="989" h="897" extrusionOk="0">
                    <a:moveTo>
                      <a:pt x="897" y="89"/>
                    </a:moveTo>
                    <a:lnTo>
                      <a:pt x="897" y="809"/>
                    </a:lnTo>
                    <a:lnTo>
                      <a:pt x="180" y="809"/>
                    </a:lnTo>
                    <a:lnTo>
                      <a:pt x="180" y="89"/>
                    </a:lnTo>
                    <a:close/>
                    <a:moveTo>
                      <a:pt x="1" y="1"/>
                    </a:moveTo>
                    <a:lnTo>
                      <a:pt x="1" y="897"/>
                    </a:lnTo>
                    <a:lnTo>
                      <a:pt x="988" y="897"/>
                    </a:lnTo>
                    <a:lnTo>
                      <a:pt x="9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3" name="Google Shape;1003;p28"/>
              <p:cNvSpPr/>
              <p:nvPr/>
            </p:nvSpPr>
            <p:spPr>
              <a:xfrm>
                <a:off x="1834306" y="1912594"/>
                <a:ext cx="71744" cy="7174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0" y="0"/>
                    </a:moveTo>
                    <a:lnTo>
                      <a:pt x="0" y="805"/>
                    </a:lnTo>
                    <a:lnTo>
                      <a:pt x="806" y="805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4" name="Google Shape;1004;p28"/>
              <p:cNvSpPr/>
              <p:nvPr/>
            </p:nvSpPr>
            <p:spPr>
              <a:xfrm>
                <a:off x="1826473" y="1904672"/>
                <a:ext cx="87944" cy="87766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86" extrusionOk="0">
                    <a:moveTo>
                      <a:pt x="805" y="86"/>
                    </a:moveTo>
                    <a:lnTo>
                      <a:pt x="805" y="806"/>
                    </a:lnTo>
                    <a:lnTo>
                      <a:pt x="88" y="806"/>
                    </a:lnTo>
                    <a:lnTo>
                      <a:pt x="88" y="86"/>
                    </a:lnTo>
                    <a:close/>
                    <a:moveTo>
                      <a:pt x="0" y="1"/>
                    </a:moveTo>
                    <a:lnTo>
                      <a:pt x="0" y="985"/>
                    </a:lnTo>
                    <a:lnTo>
                      <a:pt x="985" y="985"/>
                    </a:lnTo>
                    <a:lnTo>
                      <a:pt x="9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5" name="Google Shape;1005;p28"/>
              <p:cNvSpPr/>
              <p:nvPr/>
            </p:nvSpPr>
            <p:spPr>
              <a:xfrm>
                <a:off x="1834306" y="1553344"/>
                <a:ext cx="71744" cy="7174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0" y="1"/>
                    </a:moveTo>
                    <a:lnTo>
                      <a:pt x="0" y="806"/>
                    </a:lnTo>
                    <a:lnTo>
                      <a:pt x="806" y="806"/>
                    </a:lnTo>
                    <a:lnTo>
                      <a:pt x="8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6" name="Google Shape;1006;p28"/>
              <p:cNvSpPr/>
              <p:nvPr/>
            </p:nvSpPr>
            <p:spPr>
              <a:xfrm>
                <a:off x="1826473" y="1553077"/>
                <a:ext cx="87944" cy="79844"/>
              </a:xfrm>
              <a:custGeom>
                <a:avLst/>
                <a:gdLst/>
                <a:ahLst/>
                <a:cxnLst/>
                <a:rect l="l" t="t" r="r" b="b"/>
                <a:pathLst>
                  <a:path w="988" h="897" extrusionOk="0">
                    <a:moveTo>
                      <a:pt x="805" y="89"/>
                    </a:moveTo>
                    <a:lnTo>
                      <a:pt x="805" y="809"/>
                    </a:lnTo>
                    <a:lnTo>
                      <a:pt x="88" y="809"/>
                    </a:lnTo>
                    <a:lnTo>
                      <a:pt x="88" y="89"/>
                    </a:lnTo>
                    <a:close/>
                    <a:moveTo>
                      <a:pt x="0" y="1"/>
                    </a:moveTo>
                    <a:lnTo>
                      <a:pt x="0" y="897"/>
                    </a:lnTo>
                    <a:lnTo>
                      <a:pt x="985" y="897"/>
                    </a:lnTo>
                    <a:lnTo>
                      <a:pt x="9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007" name="Google Shape;1007;p28"/>
              <p:cNvGrpSpPr/>
              <p:nvPr/>
            </p:nvGrpSpPr>
            <p:grpSpPr>
              <a:xfrm>
                <a:off x="2078034" y="2040749"/>
                <a:ext cx="1536479" cy="1541019"/>
                <a:chOff x="2385102" y="790772"/>
                <a:chExt cx="2070447" cy="2076565"/>
              </a:xfrm>
            </p:grpSpPr>
            <p:sp>
              <p:nvSpPr>
                <p:cNvPr id="1008" name="Google Shape;1008;p28"/>
                <p:cNvSpPr/>
                <p:nvPr/>
              </p:nvSpPr>
              <p:spPr>
                <a:xfrm>
                  <a:off x="2497606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1" y="17136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09" name="Google Shape;1009;p28"/>
                <p:cNvSpPr/>
                <p:nvPr/>
              </p:nvSpPr>
              <p:spPr>
                <a:xfrm>
                  <a:off x="2637576" y="800967"/>
                  <a:ext cx="1067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88" y="17136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0" name="Google Shape;1010;p28"/>
                <p:cNvSpPr/>
                <p:nvPr/>
              </p:nvSpPr>
              <p:spPr>
                <a:xfrm>
                  <a:off x="2766511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1" y="0"/>
                      </a:moveTo>
                      <a:lnTo>
                        <a:pt x="1" y="17136"/>
                      </a:lnTo>
                      <a:lnTo>
                        <a:pt x="92" y="17136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1" name="Google Shape;1011;p28"/>
                <p:cNvSpPr/>
                <p:nvPr/>
              </p:nvSpPr>
              <p:spPr>
                <a:xfrm>
                  <a:off x="2895927" y="800967"/>
                  <a:ext cx="1067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89" y="17136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2" name="Google Shape;1012;p28"/>
                <p:cNvSpPr/>
                <p:nvPr/>
              </p:nvSpPr>
              <p:spPr>
                <a:xfrm>
                  <a:off x="3282973" y="800967"/>
                  <a:ext cx="1067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89" y="17136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3" name="Google Shape;1013;p28"/>
                <p:cNvSpPr/>
                <p:nvPr/>
              </p:nvSpPr>
              <p:spPr>
                <a:xfrm>
                  <a:off x="3412029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1" y="17136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4" name="Google Shape;1014;p28"/>
                <p:cNvSpPr/>
                <p:nvPr/>
              </p:nvSpPr>
              <p:spPr>
                <a:xfrm>
                  <a:off x="3541324" y="800967"/>
                  <a:ext cx="1079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17136" extrusionOk="0">
                      <a:moveTo>
                        <a:pt x="1" y="0"/>
                      </a:moveTo>
                      <a:lnTo>
                        <a:pt x="1" y="17136"/>
                      </a:lnTo>
                      <a:lnTo>
                        <a:pt x="89" y="17136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5" name="Google Shape;1015;p28"/>
                <p:cNvSpPr/>
                <p:nvPr/>
              </p:nvSpPr>
              <p:spPr>
                <a:xfrm>
                  <a:off x="3680934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1" y="0"/>
                      </a:moveTo>
                      <a:lnTo>
                        <a:pt x="1" y="17136"/>
                      </a:lnTo>
                      <a:lnTo>
                        <a:pt x="92" y="17136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6" name="Google Shape;1016;p28"/>
                <p:cNvSpPr/>
                <p:nvPr/>
              </p:nvSpPr>
              <p:spPr>
                <a:xfrm>
                  <a:off x="3809990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2" y="17136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7" name="Google Shape;1017;p28"/>
                <p:cNvSpPr/>
                <p:nvPr/>
              </p:nvSpPr>
              <p:spPr>
                <a:xfrm>
                  <a:off x="3939405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1" y="17136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8" name="Google Shape;1018;p28"/>
                <p:cNvSpPr/>
                <p:nvPr/>
              </p:nvSpPr>
              <p:spPr>
                <a:xfrm>
                  <a:off x="4326452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1" y="17136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9" name="Google Shape;1019;p28"/>
                <p:cNvSpPr/>
                <p:nvPr/>
              </p:nvSpPr>
              <p:spPr>
                <a:xfrm>
                  <a:off x="2389660" y="908434"/>
                  <a:ext cx="2055335" cy="11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3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0" name="Google Shape;1020;p28"/>
                <p:cNvSpPr/>
                <p:nvPr/>
              </p:nvSpPr>
              <p:spPr>
                <a:xfrm>
                  <a:off x="2389660" y="1037851"/>
                  <a:ext cx="205533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89" extrusionOk="0">
                      <a:moveTo>
                        <a:pt x="1" y="1"/>
                      </a:moveTo>
                      <a:lnTo>
                        <a:pt x="1" y="89"/>
                      </a:lnTo>
                      <a:lnTo>
                        <a:pt x="17136" y="89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1" name="Google Shape;1021;p28"/>
                <p:cNvSpPr/>
                <p:nvPr/>
              </p:nvSpPr>
              <p:spPr>
                <a:xfrm>
                  <a:off x="2389660" y="1177462"/>
                  <a:ext cx="205533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89" extrusionOk="0">
                      <a:moveTo>
                        <a:pt x="1" y="0"/>
                      </a:moveTo>
                      <a:lnTo>
                        <a:pt x="1" y="88"/>
                      </a:lnTo>
                      <a:lnTo>
                        <a:pt x="17136" y="88"/>
                      </a:lnTo>
                      <a:lnTo>
                        <a:pt x="171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2" name="Google Shape;1022;p28"/>
                <p:cNvSpPr/>
                <p:nvPr/>
              </p:nvSpPr>
              <p:spPr>
                <a:xfrm>
                  <a:off x="2389660" y="1306518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0"/>
                      </a:moveTo>
                      <a:lnTo>
                        <a:pt x="1" y="91"/>
                      </a:lnTo>
                      <a:lnTo>
                        <a:pt x="17136" y="91"/>
                      </a:lnTo>
                      <a:lnTo>
                        <a:pt x="171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3" name="Google Shape;1023;p28"/>
                <p:cNvSpPr/>
                <p:nvPr/>
              </p:nvSpPr>
              <p:spPr>
                <a:xfrm>
                  <a:off x="2389660" y="1822863"/>
                  <a:ext cx="2055335" cy="11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3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4" name="Google Shape;1024;p28"/>
                <p:cNvSpPr/>
                <p:nvPr/>
              </p:nvSpPr>
              <p:spPr>
                <a:xfrm>
                  <a:off x="2389660" y="1952279"/>
                  <a:ext cx="205533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89" extrusionOk="0">
                      <a:moveTo>
                        <a:pt x="1" y="1"/>
                      </a:moveTo>
                      <a:lnTo>
                        <a:pt x="1" y="89"/>
                      </a:lnTo>
                      <a:lnTo>
                        <a:pt x="17136" y="89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5" name="Google Shape;1025;p28"/>
                <p:cNvSpPr/>
                <p:nvPr/>
              </p:nvSpPr>
              <p:spPr>
                <a:xfrm>
                  <a:off x="2389660" y="2081336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0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6" name="Google Shape;1026;p28"/>
                <p:cNvSpPr/>
                <p:nvPr/>
              </p:nvSpPr>
              <p:spPr>
                <a:xfrm>
                  <a:off x="2389660" y="2220947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0"/>
                      </a:moveTo>
                      <a:lnTo>
                        <a:pt x="1" y="91"/>
                      </a:lnTo>
                      <a:lnTo>
                        <a:pt x="17136" y="91"/>
                      </a:lnTo>
                      <a:lnTo>
                        <a:pt x="171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7" name="Google Shape;1027;p28"/>
                <p:cNvSpPr/>
                <p:nvPr/>
              </p:nvSpPr>
              <p:spPr>
                <a:xfrm>
                  <a:off x="2389660" y="2349883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8" name="Google Shape;1028;p28"/>
                <p:cNvSpPr/>
                <p:nvPr/>
              </p:nvSpPr>
              <p:spPr>
                <a:xfrm>
                  <a:off x="2389660" y="2479299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9" name="Google Shape;1029;p28"/>
                <p:cNvSpPr/>
                <p:nvPr/>
              </p:nvSpPr>
              <p:spPr>
                <a:xfrm>
                  <a:off x="2389660" y="799888"/>
                  <a:ext cx="2059892" cy="2059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74" h="17167" extrusionOk="0">
                      <a:moveTo>
                        <a:pt x="17173" y="6"/>
                      </a:moveTo>
                      <a:lnTo>
                        <a:pt x="17173" y="6"/>
                      </a:lnTo>
                      <a:cubicBezTo>
                        <a:pt x="17173" y="6"/>
                        <a:pt x="17173" y="6"/>
                        <a:pt x="17173" y="6"/>
                      </a:cubicBezTo>
                      <a:lnTo>
                        <a:pt x="17173" y="6"/>
                      </a:lnTo>
                      <a:lnTo>
                        <a:pt x="17174" y="6"/>
                      </a:lnTo>
                      <a:cubicBezTo>
                        <a:pt x="17174" y="6"/>
                        <a:pt x="17173" y="6"/>
                        <a:pt x="17173" y="6"/>
                      </a:cubicBezTo>
                      <a:close/>
                      <a:moveTo>
                        <a:pt x="48" y="0"/>
                      </a:moveTo>
                      <a:lnTo>
                        <a:pt x="41" y="6"/>
                      </a:lnTo>
                      <a:lnTo>
                        <a:pt x="41" y="6"/>
                      </a:lnTo>
                      <a:cubicBezTo>
                        <a:pt x="25" y="6"/>
                        <a:pt x="16" y="6"/>
                        <a:pt x="16" y="6"/>
                      </a:cubicBezTo>
                      <a:lnTo>
                        <a:pt x="1" y="6"/>
                      </a:lnTo>
                      <a:lnTo>
                        <a:pt x="1" y="22"/>
                      </a:lnTo>
                      <a:cubicBezTo>
                        <a:pt x="10" y="25"/>
                        <a:pt x="7" y="17167"/>
                        <a:pt x="10" y="17167"/>
                      </a:cubicBezTo>
                      <a:cubicBezTo>
                        <a:pt x="13" y="17164"/>
                        <a:pt x="17133" y="17160"/>
                        <a:pt x="17136" y="17160"/>
                      </a:cubicBezTo>
                      <a:cubicBezTo>
                        <a:pt x="17136" y="17160"/>
                        <a:pt x="17136" y="17156"/>
                        <a:pt x="17136" y="17148"/>
                      </a:cubicBezTo>
                      <a:lnTo>
                        <a:pt x="17136" y="17148"/>
                      </a:lnTo>
                      <a:lnTo>
                        <a:pt x="32" y="17141"/>
                      </a:lnTo>
                      <a:lnTo>
                        <a:pt x="32" y="17141"/>
                      </a:lnTo>
                      <a:cubicBezTo>
                        <a:pt x="47" y="17108"/>
                        <a:pt x="48" y="597"/>
                        <a:pt x="48" y="16"/>
                      </a:cubicBezTo>
                      <a:lnTo>
                        <a:pt x="48" y="16"/>
                      </a:lnTo>
                      <a:lnTo>
                        <a:pt x="8592" y="11"/>
                      </a:lnTo>
                      <a:lnTo>
                        <a:pt x="8592" y="11"/>
                      </a:lnTo>
                      <a:cubicBezTo>
                        <a:pt x="12868" y="13"/>
                        <a:pt x="17141" y="16"/>
                        <a:pt x="17142" y="16"/>
                      </a:cubicBezTo>
                      <a:cubicBezTo>
                        <a:pt x="17151" y="16"/>
                        <a:pt x="17133" y="16625"/>
                        <a:pt x="17136" y="17148"/>
                      </a:cubicBezTo>
                      <a:lnTo>
                        <a:pt x="17136" y="17148"/>
                      </a:lnTo>
                      <a:lnTo>
                        <a:pt x="17174" y="17148"/>
                      </a:lnTo>
                      <a:cubicBezTo>
                        <a:pt x="17174" y="17148"/>
                        <a:pt x="17158" y="38"/>
                        <a:pt x="17173" y="6"/>
                      </a:cubicBezTo>
                      <a:lnTo>
                        <a:pt x="17173" y="6"/>
                      </a:lnTo>
                      <a:lnTo>
                        <a:pt x="8592" y="11"/>
                      </a:lnTo>
                      <a:lnTo>
                        <a:pt x="8592" y="11"/>
                      </a:lnTo>
                      <a:cubicBezTo>
                        <a:pt x="4520" y="9"/>
                        <a:pt x="444" y="7"/>
                        <a:pt x="48" y="6"/>
                      </a:cubicBezTo>
                      <a:lnTo>
                        <a:pt x="48" y="6"/>
                      </a:lnTo>
                      <a:cubicBezTo>
                        <a:pt x="48" y="2"/>
                        <a:pt x="48" y="0"/>
                        <a:pt x="4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30" name="Google Shape;1030;p28"/>
                <p:cNvSpPr/>
                <p:nvPr/>
              </p:nvSpPr>
              <p:spPr>
                <a:xfrm>
                  <a:off x="2385102" y="790772"/>
                  <a:ext cx="2070447" cy="2076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2" h="17313" extrusionOk="0">
                      <a:moveTo>
                        <a:pt x="16135" y="82"/>
                      </a:moveTo>
                      <a:lnTo>
                        <a:pt x="17192" y="89"/>
                      </a:lnTo>
                      <a:lnTo>
                        <a:pt x="17192" y="89"/>
                      </a:lnTo>
                      <a:cubicBezTo>
                        <a:pt x="17192" y="86"/>
                        <a:pt x="17192" y="84"/>
                        <a:pt x="17193" y="82"/>
                      </a:cubicBezTo>
                      <a:close/>
                      <a:moveTo>
                        <a:pt x="23" y="1"/>
                      </a:moveTo>
                      <a:cubicBezTo>
                        <a:pt x="17" y="79"/>
                        <a:pt x="10" y="85"/>
                        <a:pt x="10" y="95"/>
                      </a:cubicBezTo>
                      <a:lnTo>
                        <a:pt x="31" y="92"/>
                      </a:lnTo>
                      <a:lnTo>
                        <a:pt x="31" y="92"/>
                      </a:lnTo>
                      <a:lnTo>
                        <a:pt x="39" y="1"/>
                      </a:lnTo>
                      <a:close/>
                      <a:moveTo>
                        <a:pt x="84" y="114"/>
                      </a:moveTo>
                      <a:lnTo>
                        <a:pt x="63" y="156"/>
                      </a:lnTo>
                      <a:lnTo>
                        <a:pt x="63" y="156"/>
                      </a:lnTo>
                      <a:cubicBezTo>
                        <a:pt x="61" y="146"/>
                        <a:pt x="59" y="137"/>
                        <a:pt x="56" y="127"/>
                      </a:cubicBezTo>
                      <a:lnTo>
                        <a:pt x="56" y="127"/>
                      </a:lnTo>
                      <a:cubicBezTo>
                        <a:pt x="69" y="123"/>
                        <a:pt x="78" y="118"/>
                        <a:pt x="84" y="114"/>
                      </a:cubicBezTo>
                      <a:close/>
                      <a:moveTo>
                        <a:pt x="341" y="1"/>
                      </a:moveTo>
                      <a:cubicBezTo>
                        <a:pt x="341" y="1"/>
                        <a:pt x="142" y="51"/>
                        <a:pt x="48" y="57"/>
                      </a:cubicBezTo>
                      <a:lnTo>
                        <a:pt x="70" y="89"/>
                      </a:lnTo>
                      <a:lnTo>
                        <a:pt x="54" y="89"/>
                      </a:lnTo>
                      <a:lnTo>
                        <a:pt x="46" y="90"/>
                      </a:lnTo>
                      <a:lnTo>
                        <a:pt x="46" y="90"/>
                      </a:lnTo>
                      <a:cubicBezTo>
                        <a:pt x="44" y="82"/>
                        <a:pt x="41" y="74"/>
                        <a:pt x="39" y="67"/>
                      </a:cubicBezTo>
                      <a:lnTo>
                        <a:pt x="39" y="91"/>
                      </a:lnTo>
                      <a:lnTo>
                        <a:pt x="39" y="91"/>
                      </a:lnTo>
                      <a:lnTo>
                        <a:pt x="31" y="92"/>
                      </a:lnTo>
                      <a:lnTo>
                        <a:pt x="31" y="92"/>
                      </a:lnTo>
                      <a:lnTo>
                        <a:pt x="26" y="148"/>
                      </a:lnTo>
                      <a:cubicBezTo>
                        <a:pt x="7" y="315"/>
                        <a:pt x="39" y="648"/>
                        <a:pt x="39" y="648"/>
                      </a:cubicBezTo>
                      <a:lnTo>
                        <a:pt x="39" y="2271"/>
                      </a:lnTo>
                      <a:cubicBezTo>
                        <a:pt x="46" y="6075"/>
                        <a:pt x="50" y="10437"/>
                        <a:pt x="54" y="14436"/>
                      </a:cubicBezTo>
                      <a:lnTo>
                        <a:pt x="54" y="14436"/>
                      </a:lnTo>
                      <a:lnTo>
                        <a:pt x="130" y="2246"/>
                      </a:lnTo>
                      <a:lnTo>
                        <a:pt x="130" y="636"/>
                      </a:lnTo>
                      <a:cubicBezTo>
                        <a:pt x="130" y="636"/>
                        <a:pt x="110" y="371"/>
                        <a:pt x="67" y="174"/>
                      </a:cubicBezTo>
                      <a:lnTo>
                        <a:pt x="70" y="174"/>
                      </a:lnTo>
                      <a:lnTo>
                        <a:pt x="98" y="126"/>
                      </a:lnTo>
                      <a:cubicBezTo>
                        <a:pt x="326" y="132"/>
                        <a:pt x="603" y="134"/>
                        <a:pt x="892" y="134"/>
                      </a:cubicBezTo>
                      <a:cubicBezTo>
                        <a:pt x="1355" y="134"/>
                        <a:pt x="1847" y="129"/>
                        <a:pt x="2215" y="129"/>
                      </a:cubicBezTo>
                      <a:cubicBezTo>
                        <a:pt x="2558" y="129"/>
                        <a:pt x="2918" y="130"/>
                        <a:pt x="3292" y="130"/>
                      </a:cubicBezTo>
                      <a:cubicBezTo>
                        <a:pt x="6287" y="130"/>
                        <a:pt x="10177" y="127"/>
                        <a:pt x="12928" y="82"/>
                      </a:cubicBezTo>
                      <a:lnTo>
                        <a:pt x="16135" y="82"/>
                      </a:lnTo>
                      <a:lnTo>
                        <a:pt x="2218" y="1"/>
                      </a:lnTo>
                      <a:close/>
                      <a:moveTo>
                        <a:pt x="54" y="14436"/>
                      </a:moveTo>
                      <a:lnTo>
                        <a:pt x="39" y="16975"/>
                      </a:lnTo>
                      <a:lnTo>
                        <a:pt x="39" y="17044"/>
                      </a:lnTo>
                      <a:cubicBezTo>
                        <a:pt x="35" y="17101"/>
                        <a:pt x="29" y="17158"/>
                        <a:pt x="13" y="17217"/>
                      </a:cubicBezTo>
                      <a:lnTo>
                        <a:pt x="13" y="17217"/>
                      </a:lnTo>
                      <a:cubicBezTo>
                        <a:pt x="33" y="17217"/>
                        <a:pt x="52" y="17217"/>
                        <a:pt x="72" y="17217"/>
                      </a:cubicBezTo>
                      <a:lnTo>
                        <a:pt x="72" y="17217"/>
                      </a:lnTo>
                      <a:cubicBezTo>
                        <a:pt x="61" y="17149"/>
                        <a:pt x="55" y="17081"/>
                        <a:pt x="57" y="17010"/>
                      </a:cubicBezTo>
                      <a:cubicBezTo>
                        <a:pt x="56" y="16176"/>
                        <a:pt x="55" y="15315"/>
                        <a:pt x="54" y="14436"/>
                      </a:cubicBezTo>
                      <a:close/>
                      <a:moveTo>
                        <a:pt x="13" y="17217"/>
                      </a:moveTo>
                      <a:cubicBezTo>
                        <a:pt x="9" y="17217"/>
                        <a:pt x="5" y="17217"/>
                        <a:pt x="1" y="17217"/>
                      </a:cubicBezTo>
                      <a:lnTo>
                        <a:pt x="13" y="17217"/>
                      </a:lnTo>
                      <a:cubicBezTo>
                        <a:pt x="13" y="17217"/>
                        <a:pt x="13" y="17217"/>
                        <a:pt x="13" y="17217"/>
                      </a:cubicBezTo>
                      <a:close/>
                      <a:moveTo>
                        <a:pt x="17192" y="89"/>
                      </a:moveTo>
                      <a:cubicBezTo>
                        <a:pt x="17185" y="130"/>
                        <a:pt x="17174" y="166"/>
                        <a:pt x="17174" y="202"/>
                      </a:cubicBezTo>
                      <a:lnTo>
                        <a:pt x="17174" y="1133"/>
                      </a:lnTo>
                      <a:cubicBezTo>
                        <a:pt x="17193" y="5551"/>
                        <a:pt x="17158" y="12744"/>
                        <a:pt x="17193" y="17236"/>
                      </a:cubicBezTo>
                      <a:lnTo>
                        <a:pt x="17193" y="17236"/>
                      </a:lnTo>
                      <a:cubicBezTo>
                        <a:pt x="13729" y="17229"/>
                        <a:pt x="7421" y="17215"/>
                        <a:pt x="2870" y="17215"/>
                      </a:cubicBezTo>
                      <a:cubicBezTo>
                        <a:pt x="1827" y="17215"/>
                        <a:pt x="875" y="17216"/>
                        <a:pt x="72" y="17217"/>
                      </a:cubicBezTo>
                      <a:lnTo>
                        <a:pt x="72" y="17217"/>
                      </a:lnTo>
                      <a:cubicBezTo>
                        <a:pt x="77" y="17249"/>
                        <a:pt x="84" y="17280"/>
                        <a:pt x="92" y="17312"/>
                      </a:cubicBezTo>
                      <a:lnTo>
                        <a:pt x="101" y="17312"/>
                      </a:lnTo>
                      <a:cubicBezTo>
                        <a:pt x="324" y="17312"/>
                        <a:pt x="557" y="17312"/>
                        <a:pt x="802" y="17312"/>
                      </a:cubicBezTo>
                      <a:cubicBezTo>
                        <a:pt x="5251" y="17312"/>
                        <a:pt x="13178" y="17286"/>
                        <a:pt x="17224" y="17274"/>
                      </a:cubicBezTo>
                      <a:lnTo>
                        <a:pt x="17224" y="17271"/>
                      </a:lnTo>
                      <a:cubicBezTo>
                        <a:pt x="17240" y="12581"/>
                        <a:pt x="17262" y="5278"/>
                        <a:pt x="17262" y="652"/>
                      </a:cubicBezTo>
                      <a:lnTo>
                        <a:pt x="17262" y="318"/>
                      </a:lnTo>
                      <a:cubicBezTo>
                        <a:pt x="17262" y="243"/>
                        <a:pt x="17256" y="164"/>
                        <a:pt x="17243" y="89"/>
                      </a:cubicBezTo>
                      <a:lnTo>
                        <a:pt x="17205" y="89"/>
                      </a:lnTo>
                      <a:lnTo>
                        <a:pt x="17192" y="8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031" name="Google Shape;1031;p28"/>
              <p:cNvSpPr/>
              <p:nvPr/>
            </p:nvSpPr>
            <p:spPr>
              <a:xfrm>
                <a:off x="2073657" y="2043886"/>
                <a:ext cx="1541251" cy="1533418"/>
              </a:xfrm>
              <a:custGeom>
                <a:avLst/>
                <a:gdLst/>
                <a:ahLst/>
                <a:cxnLst/>
                <a:rect l="l" t="t" r="r" b="b"/>
                <a:pathLst>
                  <a:path w="17315" h="17227" extrusionOk="0">
                    <a:moveTo>
                      <a:pt x="102" y="75"/>
                    </a:moveTo>
                    <a:cubicBezTo>
                      <a:pt x="102" y="75"/>
                      <a:pt x="101" y="76"/>
                      <a:pt x="95" y="79"/>
                    </a:cubicBezTo>
                    <a:lnTo>
                      <a:pt x="95" y="77"/>
                    </a:lnTo>
                    <a:lnTo>
                      <a:pt x="95" y="77"/>
                    </a:lnTo>
                    <a:cubicBezTo>
                      <a:pt x="98" y="76"/>
                      <a:pt x="101" y="75"/>
                      <a:pt x="102" y="75"/>
                    </a:cubicBezTo>
                    <a:close/>
                    <a:moveTo>
                      <a:pt x="274" y="0"/>
                    </a:moveTo>
                    <a:lnTo>
                      <a:pt x="167" y="44"/>
                    </a:lnTo>
                    <a:cubicBezTo>
                      <a:pt x="164" y="45"/>
                      <a:pt x="162" y="46"/>
                      <a:pt x="159" y="48"/>
                    </a:cubicBezTo>
                    <a:lnTo>
                      <a:pt x="159" y="48"/>
                    </a:lnTo>
                    <a:cubicBezTo>
                      <a:pt x="146" y="47"/>
                      <a:pt x="133" y="47"/>
                      <a:pt x="120" y="47"/>
                    </a:cubicBezTo>
                    <a:lnTo>
                      <a:pt x="120" y="47"/>
                    </a:lnTo>
                    <a:lnTo>
                      <a:pt x="126" y="61"/>
                    </a:lnTo>
                    <a:lnTo>
                      <a:pt x="126" y="61"/>
                    </a:lnTo>
                    <a:cubicBezTo>
                      <a:pt x="111" y="68"/>
                      <a:pt x="101" y="72"/>
                      <a:pt x="95" y="75"/>
                    </a:cubicBezTo>
                    <a:lnTo>
                      <a:pt x="95" y="75"/>
                    </a:lnTo>
                    <a:lnTo>
                      <a:pt x="95" y="47"/>
                    </a:lnTo>
                    <a:lnTo>
                      <a:pt x="79" y="63"/>
                    </a:lnTo>
                    <a:lnTo>
                      <a:pt x="1" y="139"/>
                    </a:lnTo>
                    <a:cubicBezTo>
                      <a:pt x="2570" y="139"/>
                      <a:pt x="6175" y="123"/>
                      <a:pt x="8716" y="104"/>
                    </a:cubicBezTo>
                    <a:cubicBezTo>
                      <a:pt x="9085" y="98"/>
                      <a:pt x="9477" y="93"/>
                      <a:pt x="9884" y="89"/>
                    </a:cubicBezTo>
                    <a:lnTo>
                      <a:pt x="9884" y="89"/>
                    </a:lnTo>
                    <a:cubicBezTo>
                      <a:pt x="9451" y="85"/>
                      <a:pt x="9039" y="81"/>
                      <a:pt x="8656" y="76"/>
                    </a:cubicBezTo>
                    <a:cubicBezTo>
                      <a:pt x="7414" y="55"/>
                      <a:pt x="5910" y="52"/>
                      <a:pt x="4401" y="52"/>
                    </a:cubicBezTo>
                    <a:cubicBezTo>
                      <a:pt x="3731" y="52"/>
                      <a:pt x="3059" y="53"/>
                      <a:pt x="2410" y="53"/>
                    </a:cubicBezTo>
                    <a:cubicBezTo>
                      <a:pt x="1639" y="53"/>
                      <a:pt x="898" y="52"/>
                      <a:pt x="226" y="48"/>
                    </a:cubicBezTo>
                    <a:lnTo>
                      <a:pt x="226" y="48"/>
                    </a:lnTo>
                    <a:lnTo>
                      <a:pt x="274" y="0"/>
                    </a:lnTo>
                    <a:close/>
                    <a:moveTo>
                      <a:pt x="17274" y="63"/>
                    </a:moveTo>
                    <a:cubicBezTo>
                      <a:pt x="15105" y="76"/>
                      <a:pt x="12234" y="67"/>
                      <a:pt x="9884" y="89"/>
                    </a:cubicBezTo>
                    <a:lnTo>
                      <a:pt x="9884" y="89"/>
                    </a:lnTo>
                    <a:cubicBezTo>
                      <a:pt x="11421" y="103"/>
                      <a:pt x="13214" y="107"/>
                      <a:pt x="14841" y="107"/>
                    </a:cubicBezTo>
                    <a:cubicBezTo>
                      <a:pt x="15703" y="107"/>
                      <a:pt x="16519" y="106"/>
                      <a:pt x="17224" y="104"/>
                    </a:cubicBezTo>
                    <a:lnTo>
                      <a:pt x="17224" y="104"/>
                    </a:lnTo>
                    <a:lnTo>
                      <a:pt x="17224" y="617"/>
                    </a:lnTo>
                    <a:cubicBezTo>
                      <a:pt x="17224" y="617"/>
                      <a:pt x="17222" y="8183"/>
                      <a:pt x="17269" y="13635"/>
                    </a:cubicBezTo>
                    <a:lnTo>
                      <a:pt x="17269" y="13635"/>
                    </a:lnTo>
                    <a:cubicBezTo>
                      <a:pt x="17276" y="9320"/>
                      <a:pt x="17279" y="4178"/>
                      <a:pt x="17287" y="623"/>
                    </a:cubicBezTo>
                    <a:cubicBezTo>
                      <a:pt x="17287" y="481"/>
                      <a:pt x="17284" y="239"/>
                      <a:pt x="17287" y="104"/>
                    </a:cubicBezTo>
                    <a:lnTo>
                      <a:pt x="17287" y="104"/>
                    </a:lnTo>
                    <a:cubicBezTo>
                      <a:pt x="17266" y="104"/>
                      <a:pt x="17245" y="104"/>
                      <a:pt x="17224" y="104"/>
                    </a:cubicBezTo>
                    <a:lnTo>
                      <a:pt x="17224" y="104"/>
                    </a:lnTo>
                    <a:lnTo>
                      <a:pt x="17224" y="98"/>
                    </a:lnTo>
                    <a:lnTo>
                      <a:pt x="17224" y="88"/>
                    </a:lnTo>
                    <a:cubicBezTo>
                      <a:pt x="17246" y="88"/>
                      <a:pt x="17167" y="88"/>
                      <a:pt x="17277" y="72"/>
                    </a:cubicBezTo>
                    <a:lnTo>
                      <a:pt x="17274" y="63"/>
                    </a:lnTo>
                    <a:close/>
                    <a:moveTo>
                      <a:pt x="95" y="145"/>
                    </a:moveTo>
                    <a:lnTo>
                      <a:pt x="95" y="4356"/>
                    </a:lnTo>
                    <a:cubicBezTo>
                      <a:pt x="95" y="8256"/>
                      <a:pt x="101" y="13191"/>
                      <a:pt x="95" y="17072"/>
                    </a:cubicBezTo>
                    <a:lnTo>
                      <a:pt x="95" y="17201"/>
                    </a:lnTo>
                    <a:cubicBezTo>
                      <a:pt x="124" y="17201"/>
                      <a:pt x="154" y="17201"/>
                      <a:pt x="183" y="17201"/>
                    </a:cubicBezTo>
                    <a:lnTo>
                      <a:pt x="183" y="17201"/>
                    </a:lnTo>
                    <a:lnTo>
                      <a:pt x="183" y="17076"/>
                    </a:lnTo>
                    <a:cubicBezTo>
                      <a:pt x="183" y="17076"/>
                      <a:pt x="177" y="8266"/>
                      <a:pt x="177" y="4359"/>
                    </a:cubicBezTo>
                    <a:cubicBezTo>
                      <a:pt x="180" y="3164"/>
                      <a:pt x="95" y="145"/>
                      <a:pt x="95" y="145"/>
                    </a:cubicBezTo>
                    <a:close/>
                    <a:moveTo>
                      <a:pt x="17269" y="13635"/>
                    </a:moveTo>
                    <a:cubicBezTo>
                      <a:pt x="17267" y="14923"/>
                      <a:pt x="17264" y="16137"/>
                      <a:pt x="17262" y="17214"/>
                    </a:cubicBezTo>
                    <a:lnTo>
                      <a:pt x="17262" y="17214"/>
                    </a:lnTo>
                    <a:cubicBezTo>
                      <a:pt x="17279" y="17214"/>
                      <a:pt x="17297" y="17214"/>
                      <a:pt x="17315" y="17214"/>
                    </a:cubicBezTo>
                    <a:cubicBezTo>
                      <a:pt x="17296" y="16262"/>
                      <a:pt x="17281" y="15016"/>
                      <a:pt x="17269" y="13635"/>
                    </a:cubicBezTo>
                    <a:close/>
                    <a:moveTo>
                      <a:pt x="3040" y="17191"/>
                    </a:moveTo>
                    <a:cubicBezTo>
                      <a:pt x="2073" y="17191"/>
                      <a:pt x="1118" y="17194"/>
                      <a:pt x="183" y="17201"/>
                    </a:cubicBezTo>
                    <a:lnTo>
                      <a:pt x="183" y="17201"/>
                    </a:lnTo>
                    <a:lnTo>
                      <a:pt x="183" y="17205"/>
                    </a:lnTo>
                    <a:cubicBezTo>
                      <a:pt x="161" y="17205"/>
                      <a:pt x="240" y="17205"/>
                      <a:pt x="126" y="17220"/>
                    </a:cubicBezTo>
                    <a:cubicBezTo>
                      <a:pt x="821" y="17223"/>
                      <a:pt x="1524" y="17224"/>
                      <a:pt x="2232" y="17224"/>
                    </a:cubicBezTo>
                    <a:cubicBezTo>
                      <a:pt x="4250" y="17224"/>
                      <a:pt x="6316" y="17216"/>
                      <a:pt x="8385" y="17209"/>
                    </a:cubicBezTo>
                    <a:lnTo>
                      <a:pt x="8385" y="17209"/>
                    </a:lnTo>
                    <a:cubicBezTo>
                      <a:pt x="6585" y="17200"/>
                      <a:pt x="4791" y="17191"/>
                      <a:pt x="3040" y="17191"/>
                    </a:cubicBezTo>
                    <a:close/>
                    <a:moveTo>
                      <a:pt x="13062" y="17199"/>
                    </a:moveTo>
                    <a:cubicBezTo>
                      <a:pt x="11514" y="17199"/>
                      <a:pt x="9949" y="17204"/>
                      <a:pt x="8385" y="17209"/>
                    </a:cubicBezTo>
                    <a:lnTo>
                      <a:pt x="8385" y="17209"/>
                    </a:lnTo>
                    <a:cubicBezTo>
                      <a:pt x="10232" y="17218"/>
                      <a:pt x="12085" y="17227"/>
                      <a:pt x="13904" y="17227"/>
                    </a:cubicBezTo>
                    <a:cubicBezTo>
                      <a:pt x="15039" y="17227"/>
                      <a:pt x="16160" y="17223"/>
                      <a:pt x="17258" y="17214"/>
                    </a:cubicBezTo>
                    <a:lnTo>
                      <a:pt x="17262" y="17217"/>
                    </a:lnTo>
                    <a:cubicBezTo>
                      <a:pt x="17262" y="17216"/>
                      <a:pt x="17262" y="17215"/>
                      <a:pt x="17262" y="17214"/>
                    </a:cubicBezTo>
                    <a:lnTo>
                      <a:pt x="17262" y="17214"/>
                    </a:lnTo>
                    <a:cubicBezTo>
                      <a:pt x="15887" y="17203"/>
                      <a:pt x="14482" y="17199"/>
                      <a:pt x="13062" y="171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2" name="Google Shape;1032;p28"/>
              <p:cNvSpPr/>
              <p:nvPr/>
            </p:nvSpPr>
            <p:spPr>
              <a:xfrm>
                <a:off x="2057724" y="2024214"/>
                <a:ext cx="56078" cy="56167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1" extrusionOk="0">
                    <a:moveTo>
                      <a:pt x="0" y="1"/>
                    </a:moveTo>
                    <a:lnTo>
                      <a:pt x="0" y="630"/>
                    </a:lnTo>
                    <a:lnTo>
                      <a:pt x="629" y="630"/>
                    </a:lnTo>
                    <a:lnTo>
                      <a:pt x="629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3" name="Google Shape;1033;p28"/>
              <p:cNvSpPr/>
              <p:nvPr/>
            </p:nvSpPr>
            <p:spPr>
              <a:xfrm>
                <a:off x="3582931" y="2024214"/>
                <a:ext cx="56078" cy="56167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1" extrusionOk="0">
                    <a:moveTo>
                      <a:pt x="0" y="1"/>
                    </a:moveTo>
                    <a:lnTo>
                      <a:pt x="0" y="630"/>
                    </a:lnTo>
                    <a:lnTo>
                      <a:pt x="629" y="630"/>
                    </a:lnTo>
                    <a:lnTo>
                      <a:pt x="6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4" name="Google Shape;1034;p28"/>
              <p:cNvSpPr/>
              <p:nvPr/>
            </p:nvSpPr>
            <p:spPr>
              <a:xfrm>
                <a:off x="2057724" y="3549513"/>
                <a:ext cx="56078" cy="5607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0" y="0"/>
                    </a:moveTo>
                    <a:lnTo>
                      <a:pt x="0" y="629"/>
                    </a:lnTo>
                    <a:lnTo>
                      <a:pt x="629" y="629"/>
                    </a:lnTo>
                    <a:lnTo>
                      <a:pt x="629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5" name="Google Shape;1035;p28"/>
              <p:cNvSpPr/>
              <p:nvPr/>
            </p:nvSpPr>
            <p:spPr>
              <a:xfrm>
                <a:off x="3582931" y="3549513"/>
                <a:ext cx="56078" cy="5607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0" y="0"/>
                    </a:moveTo>
                    <a:lnTo>
                      <a:pt x="0" y="629"/>
                    </a:lnTo>
                    <a:lnTo>
                      <a:pt x="629" y="629"/>
                    </a:ln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6" name="Google Shape;1036;p28"/>
              <p:cNvSpPr/>
              <p:nvPr/>
            </p:nvSpPr>
            <p:spPr>
              <a:xfrm>
                <a:off x="2488805" y="3637101"/>
                <a:ext cx="854253" cy="511021"/>
              </a:xfrm>
              <a:custGeom>
                <a:avLst/>
                <a:gdLst/>
                <a:ahLst/>
                <a:cxnLst/>
                <a:rect l="l" t="t" r="r" b="b"/>
                <a:pathLst>
                  <a:path w="9597" h="5741" extrusionOk="0">
                    <a:moveTo>
                      <a:pt x="1" y="1"/>
                    </a:moveTo>
                    <a:lnTo>
                      <a:pt x="1" y="5741"/>
                    </a:lnTo>
                    <a:lnTo>
                      <a:pt x="9597" y="5741"/>
                    </a:lnTo>
                    <a:lnTo>
                      <a:pt x="95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7" name="Google Shape;1037;p28"/>
              <p:cNvSpPr/>
              <p:nvPr/>
            </p:nvSpPr>
            <p:spPr>
              <a:xfrm>
                <a:off x="2506786" y="3660066"/>
                <a:ext cx="28039" cy="28128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6" extrusionOk="0">
                    <a:moveTo>
                      <a:pt x="28" y="1"/>
                    </a:moveTo>
                    <a:lnTo>
                      <a:pt x="0" y="26"/>
                    </a:lnTo>
                    <a:lnTo>
                      <a:pt x="293" y="315"/>
                    </a:lnTo>
                    <a:lnTo>
                      <a:pt x="315" y="29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8" name="Google Shape;1038;p28"/>
              <p:cNvSpPr/>
              <p:nvPr/>
            </p:nvSpPr>
            <p:spPr>
              <a:xfrm>
                <a:off x="2506786" y="3660066"/>
                <a:ext cx="28039" cy="28128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6" extrusionOk="0">
                    <a:moveTo>
                      <a:pt x="293" y="1"/>
                    </a:moveTo>
                    <a:lnTo>
                      <a:pt x="0" y="290"/>
                    </a:lnTo>
                    <a:lnTo>
                      <a:pt x="28" y="315"/>
                    </a:lnTo>
                    <a:lnTo>
                      <a:pt x="315" y="26"/>
                    </a:lnTo>
                    <a:lnTo>
                      <a:pt x="29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>
                <a:off x="3288660" y="3671548"/>
                <a:ext cx="17713" cy="17713"/>
              </a:xfrm>
              <a:custGeom>
                <a:avLst/>
                <a:gdLst/>
                <a:ahLst/>
                <a:cxnLst/>
                <a:rect l="l" t="t" r="r" b="b"/>
                <a:pathLst>
                  <a:path w="199" h="199" extrusionOk="0">
                    <a:moveTo>
                      <a:pt x="26" y="0"/>
                    </a:moveTo>
                    <a:lnTo>
                      <a:pt x="1" y="26"/>
                    </a:lnTo>
                    <a:lnTo>
                      <a:pt x="171" y="199"/>
                    </a:lnTo>
                    <a:lnTo>
                      <a:pt x="199" y="170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>
                <a:off x="3288927" y="3658641"/>
                <a:ext cx="17803" cy="1807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03" extrusionOk="0">
                    <a:moveTo>
                      <a:pt x="174" y="1"/>
                    </a:moveTo>
                    <a:lnTo>
                      <a:pt x="1" y="174"/>
                    </a:lnTo>
                    <a:lnTo>
                      <a:pt x="29" y="202"/>
                    </a:lnTo>
                    <a:lnTo>
                      <a:pt x="199" y="29"/>
                    </a:lnTo>
                    <a:lnTo>
                      <a:pt x="17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>
                <a:off x="3305216" y="3671548"/>
                <a:ext cx="17981" cy="17713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99" extrusionOk="0">
                    <a:moveTo>
                      <a:pt x="29" y="0"/>
                    </a:moveTo>
                    <a:lnTo>
                      <a:pt x="0" y="29"/>
                    </a:lnTo>
                    <a:lnTo>
                      <a:pt x="173" y="199"/>
                    </a:lnTo>
                    <a:lnTo>
                      <a:pt x="202" y="173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>
                <a:off x="3306284" y="3658107"/>
                <a:ext cx="18070" cy="17981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2" extrusionOk="0">
                    <a:moveTo>
                      <a:pt x="174" y="0"/>
                    </a:moveTo>
                    <a:lnTo>
                      <a:pt x="1" y="173"/>
                    </a:lnTo>
                    <a:lnTo>
                      <a:pt x="29" y="202"/>
                    </a:lnTo>
                    <a:lnTo>
                      <a:pt x="202" y="29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>
                <a:off x="2632736" y="3725044"/>
                <a:ext cx="8189" cy="335488"/>
              </a:xfrm>
              <a:custGeom>
                <a:avLst/>
                <a:gdLst/>
                <a:ahLst/>
                <a:cxnLst/>
                <a:rect l="l" t="t" r="r" b="b"/>
                <a:pathLst>
                  <a:path w="92" h="3769" extrusionOk="0">
                    <a:moveTo>
                      <a:pt x="1" y="0"/>
                    </a:moveTo>
                    <a:lnTo>
                      <a:pt x="1" y="3768"/>
                    </a:lnTo>
                    <a:lnTo>
                      <a:pt x="92" y="376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>
                <a:off x="2541767" y="3754151"/>
                <a:ext cx="71744" cy="40679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7" extrusionOk="0">
                    <a:moveTo>
                      <a:pt x="388" y="41"/>
                    </a:moveTo>
                    <a:cubicBezTo>
                      <a:pt x="489" y="41"/>
                      <a:pt x="576" y="123"/>
                      <a:pt x="576" y="224"/>
                    </a:cubicBezTo>
                    <a:cubicBezTo>
                      <a:pt x="576" y="331"/>
                      <a:pt x="491" y="412"/>
                      <a:pt x="390" y="412"/>
                    </a:cubicBezTo>
                    <a:cubicBezTo>
                      <a:pt x="271" y="412"/>
                      <a:pt x="176" y="302"/>
                      <a:pt x="208" y="176"/>
                    </a:cubicBezTo>
                    <a:cubicBezTo>
                      <a:pt x="224" y="114"/>
                      <a:pt x="277" y="63"/>
                      <a:pt x="340" y="47"/>
                    </a:cubicBezTo>
                    <a:cubicBezTo>
                      <a:pt x="356" y="43"/>
                      <a:pt x="372" y="41"/>
                      <a:pt x="388" y="41"/>
                    </a:cubicBezTo>
                    <a:close/>
                    <a:moveTo>
                      <a:pt x="403" y="0"/>
                    </a:moveTo>
                    <a:cubicBezTo>
                      <a:pt x="236" y="0"/>
                      <a:pt x="88" y="85"/>
                      <a:pt x="0" y="227"/>
                    </a:cubicBezTo>
                    <a:cubicBezTo>
                      <a:pt x="88" y="365"/>
                      <a:pt x="236" y="453"/>
                      <a:pt x="403" y="456"/>
                    </a:cubicBezTo>
                    <a:cubicBezTo>
                      <a:pt x="566" y="447"/>
                      <a:pt x="717" y="365"/>
                      <a:pt x="806" y="227"/>
                    </a:cubicBezTo>
                    <a:cubicBezTo>
                      <a:pt x="721" y="85"/>
                      <a:pt x="566" y="3"/>
                      <a:pt x="4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>
                <a:off x="2564109" y="3761450"/>
                <a:ext cx="26170" cy="26081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93" extrusionOk="0">
                    <a:moveTo>
                      <a:pt x="146" y="0"/>
                    </a:moveTo>
                    <a:cubicBezTo>
                      <a:pt x="64" y="0"/>
                      <a:pt x="1" y="63"/>
                      <a:pt x="1" y="145"/>
                    </a:cubicBezTo>
                    <a:cubicBezTo>
                      <a:pt x="1" y="230"/>
                      <a:pt x="67" y="293"/>
                      <a:pt x="146" y="293"/>
                    </a:cubicBezTo>
                    <a:cubicBezTo>
                      <a:pt x="231" y="293"/>
                      <a:pt x="293" y="223"/>
                      <a:pt x="293" y="145"/>
                    </a:cubicBezTo>
                    <a:cubicBezTo>
                      <a:pt x="293" y="66"/>
                      <a:pt x="231" y="3"/>
                      <a:pt x="1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>
                <a:off x="2541767" y="3870311"/>
                <a:ext cx="71744" cy="40679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7" extrusionOk="0">
                    <a:moveTo>
                      <a:pt x="391" y="38"/>
                    </a:moveTo>
                    <a:cubicBezTo>
                      <a:pt x="494" y="38"/>
                      <a:pt x="576" y="118"/>
                      <a:pt x="579" y="221"/>
                    </a:cubicBezTo>
                    <a:lnTo>
                      <a:pt x="579" y="224"/>
                    </a:lnTo>
                    <a:cubicBezTo>
                      <a:pt x="576" y="331"/>
                      <a:pt x="491" y="413"/>
                      <a:pt x="390" y="413"/>
                    </a:cubicBezTo>
                    <a:cubicBezTo>
                      <a:pt x="271" y="413"/>
                      <a:pt x="176" y="303"/>
                      <a:pt x="208" y="177"/>
                    </a:cubicBezTo>
                    <a:cubicBezTo>
                      <a:pt x="224" y="114"/>
                      <a:pt x="277" y="63"/>
                      <a:pt x="340" y="45"/>
                    </a:cubicBezTo>
                    <a:cubicBezTo>
                      <a:pt x="357" y="40"/>
                      <a:pt x="375" y="38"/>
                      <a:pt x="391" y="38"/>
                    </a:cubicBezTo>
                    <a:close/>
                    <a:moveTo>
                      <a:pt x="403" y="1"/>
                    </a:moveTo>
                    <a:cubicBezTo>
                      <a:pt x="236" y="1"/>
                      <a:pt x="88" y="85"/>
                      <a:pt x="0" y="227"/>
                    </a:cubicBezTo>
                    <a:cubicBezTo>
                      <a:pt x="88" y="365"/>
                      <a:pt x="236" y="453"/>
                      <a:pt x="403" y="457"/>
                    </a:cubicBezTo>
                    <a:cubicBezTo>
                      <a:pt x="566" y="447"/>
                      <a:pt x="717" y="365"/>
                      <a:pt x="806" y="227"/>
                    </a:cubicBezTo>
                    <a:cubicBezTo>
                      <a:pt x="721" y="85"/>
                      <a:pt x="566" y="1"/>
                      <a:pt x="4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>
                <a:off x="2566957" y="3877609"/>
                <a:ext cx="26081" cy="26081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93" extrusionOk="0">
                    <a:moveTo>
                      <a:pt x="145" y="0"/>
                    </a:moveTo>
                    <a:cubicBezTo>
                      <a:pt x="63" y="0"/>
                      <a:pt x="0" y="63"/>
                      <a:pt x="0" y="145"/>
                    </a:cubicBezTo>
                    <a:cubicBezTo>
                      <a:pt x="0" y="230"/>
                      <a:pt x="66" y="293"/>
                      <a:pt x="145" y="293"/>
                    </a:cubicBezTo>
                    <a:cubicBezTo>
                      <a:pt x="230" y="293"/>
                      <a:pt x="293" y="224"/>
                      <a:pt x="293" y="145"/>
                    </a:cubicBezTo>
                    <a:cubicBezTo>
                      <a:pt x="293" y="63"/>
                      <a:pt x="224" y="0"/>
                      <a:pt x="1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>
                <a:off x="2541767" y="3981219"/>
                <a:ext cx="71744" cy="40679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7" extrusionOk="0">
                    <a:moveTo>
                      <a:pt x="391" y="66"/>
                    </a:moveTo>
                    <a:cubicBezTo>
                      <a:pt x="494" y="66"/>
                      <a:pt x="576" y="146"/>
                      <a:pt x="579" y="249"/>
                    </a:cubicBezTo>
                    <a:lnTo>
                      <a:pt x="579" y="252"/>
                    </a:lnTo>
                    <a:cubicBezTo>
                      <a:pt x="576" y="359"/>
                      <a:pt x="491" y="440"/>
                      <a:pt x="390" y="440"/>
                    </a:cubicBezTo>
                    <a:cubicBezTo>
                      <a:pt x="271" y="440"/>
                      <a:pt x="176" y="330"/>
                      <a:pt x="208" y="205"/>
                    </a:cubicBezTo>
                    <a:cubicBezTo>
                      <a:pt x="224" y="142"/>
                      <a:pt x="277" y="91"/>
                      <a:pt x="340" y="72"/>
                    </a:cubicBezTo>
                    <a:cubicBezTo>
                      <a:pt x="357" y="68"/>
                      <a:pt x="375" y="66"/>
                      <a:pt x="391" y="66"/>
                    </a:cubicBezTo>
                    <a:close/>
                    <a:moveTo>
                      <a:pt x="403" y="0"/>
                    </a:moveTo>
                    <a:cubicBezTo>
                      <a:pt x="236" y="0"/>
                      <a:pt x="88" y="88"/>
                      <a:pt x="0" y="230"/>
                    </a:cubicBezTo>
                    <a:cubicBezTo>
                      <a:pt x="88" y="365"/>
                      <a:pt x="236" y="453"/>
                      <a:pt x="403" y="456"/>
                    </a:cubicBezTo>
                    <a:cubicBezTo>
                      <a:pt x="566" y="447"/>
                      <a:pt x="717" y="365"/>
                      <a:pt x="806" y="230"/>
                    </a:cubicBezTo>
                    <a:cubicBezTo>
                      <a:pt x="721" y="88"/>
                      <a:pt x="566" y="0"/>
                      <a:pt x="4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>
                <a:off x="2564109" y="3988429"/>
                <a:ext cx="26170" cy="2617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94" extrusionOk="0">
                    <a:moveTo>
                      <a:pt x="146" y="1"/>
                    </a:moveTo>
                    <a:cubicBezTo>
                      <a:pt x="64" y="1"/>
                      <a:pt x="1" y="64"/>
                      <a:pt x="1" y="149"/>
                    </a:cubicBezTo>
                    <a:cubicBezTo>
                      <a:pt x="1" y="230"/>
                      <a:pt x="67" y="293"/>
                      <a:pt x="146" y="293"/>
                    </a:cubicBezTo>
                    <a:cubicBezTo>
                      <a:pt x="231" y="293"/>
                      <a:pt x="293" y="227"/>
                      <a:pt x="293" y="149"/>
                    </a:cubicBezTo>
                    <a:cubicBezTo>
                      <a:pt x="293" y="64"/>
                      <a:pt x="231" y="1"/>
                      <a:pt x="1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>
                <a:off x="2520760" y="3828920"/>
                <a:ext cx="782598" cy="8189"/>
              </a:xfrm>
              <a:custGeom>
                <a:avLst/>
                <a:gdLst/>
                <a:ahLst/>
                <a:cxnLst/>
                <a:rect l="l" t="t" r="r" b="b"/>
                <a:pathLst>
                  <a:path w="8792" h="92" extrusionOk="0">
                    <a:moveTo>
                      <a:pt x="0" y="0"/>
                    </a:moveTo>
                    <a:lnTo>
                      <a:pt x="0" y="91"/>
                    </a:lnTo>
                    <a:lnTo>
                      <a:pt x="8791" y="91"/>
                    </a:lnTo>
                    <a:lnTo>
                      <a:pt x="879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>
                <a:off x="2776401" y="3844853"/>
                <a:ext cx="23855" cy="9586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077" extrusionOk="0">
                    <a:moveTo>
                      <a:pt x="0" y="0"/>
                    </a:moveTo>
                    <a:lnTo>
                      <a:pt x="0" y="1076"/>
                    </a:lnTo>
                    <a:lnTo>
                      <a:pt x="267" y="1076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>
                <a:off x="2776401" y="3956830"/>
                <a:ext cx="23855" cy="9586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077" extrusionOk="0">
                    <a:moveTo>
                      <a:pt x="0" y="0"/>
                    </a:moveTo>
                    <a:lnTo>
                      <a:pt x="0" y="1076"/>
                    </a:lnTo>
                    <a:lnTo>
                      <a:pt x="267" y="1076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>
                <a:off x="2776401" y="3725044"/>
                <a:ext cx="23855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079" extrusionOk="0">
                    <a:moveTo>
                      <a:pt x="0" y="0"/>
                    </a:moveTo>
                    <a:lnTo>
                      <a:pt x="0" y="1079"/>
                    </a:lnTo>
                    <a:lnTo>
                      <a:pt x="267" y="1079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4" name="Google Shape;1054;p28"/>
              <p:cNvSpPr/>
              <p:nvPr/>
            </p:nvSpPr>
            <p:spPr>
              <a:xfrm>
                <a:off x="2680625" y="3772932"/>
                <a:ext cx="47978" cy="40056"/>
              </a:xfrm>
              <a:custGeom>
                <a:avLst/>
                <a:gdLst/>
                <a:ahLst/>
                <a:cxnLst/>
                <a:rect l="l" t="t" r="r" b="b"/>
                <a:pathLst>
                  <a:path w="539" h="450" extrusionOk="0">
                    <a:moveTo>
                      <a:pt x="0" y="0"/>
                    </a:moveTo>
                    <a:lnTo>
                      <a:pt x="0" y="450"/>
                    </a:lnTo>
                    <a:lnTo>
                      <a:pt x="538" y="450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5" name="Google Shape;1055;p28"/>
              <p:cNvSpPr/>
              <p:nvPr/>
            </p:nvSpPr>
            <p:spPr>
              <a:xfrm>
                <a:off x="2679200" y="3736526"/>
                <a:ext cx="41569" cy="36495"/>
              </a:xfrm>
              <a:custGeom>
                <a:avLst/>
                <a:gdLst/>
                <a:ahLst/>
                <a:cxnLst/>
                <a:rect l="l" t="t" r="r" b="b"/>
                <a:pathLst>
                  <a:path w="467" h="410" extrusionOk="0">
                    <a:moveTo>
                      <a:pt x="230" y="0"/>
                    </a:moveTo>
                    <a:cubicBezTo>
                      <a:pt x="98" y="16"/>
                      <a:pt x="1" y="135"/>
                      <a:pt x="16" y="264"/>
                    </a:cubicBezTo>
                    <a:lnTo>
                      <a:pt x="16" y="409"/>
                    </a:lnTo>
                    <a:lnTo>
                      <a:pt x="108" y="409"/>
                    </a:lnTo>
                    <a:lnTo>
                      <a:pt x="108" y="267"/>
                    </a:lnTo>
                    <a:cubicBezTo>
                      <a:pt x="101" y="261"/>
                      <a:pt x="101" y="72"/>
                      <a:pt x="262" y="72"/>
                    </a:cubicBezTo>
                    <a:cubicBezTo>
                      <a:pt x="359" y="72"/>
                      <a:pt x="406" y="142"/>
                      <a:pt x="375" y="283"/>
                    </a:cubicBezTo>
                    <a:lnTo>
                      <a:pt x="375" y="409"/>
                    </a:lnTo>
                    <a:lnTo>
                      <a:pt x="466" y="409"/>
                    </a:lnTo>
                    <a:lnTo>
                      <a:pt x="466" y="280"/>
                    </a:lnTo>
                    <a:cubicBezTo>
                      <a:pt x="466" y="98"/>
                      <a:pt x="391" y="0"/>
                      <a:pt x="24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6" name="Google Shape;1056;p28"/>
              <p:cNvSpPr/>
              <p:nvPr/>
            </p:nvSpPr>
            <p:spPr>
              <a:xfrm>
                <a:off x="3212288" y="3747653"/>
                <a:ext cx="53229" cy="53318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99" extrusionOk="0">
                    <a:moveTo>
                      <a:pt x="299" y="42"/>
                    </a:moveTo>
                    <a:cubicBezTo>
                      <a:pt x="444" y="42"/>
                      <a:pt x="560" y="158"/>
                      <a:pt x="560" y="300"/>
                    </a:cubicBezTo>
                    <a:cubicBezTo>
                      <a:pt x="560" y="448"/>
                      <a:pt x="440" y="561"/>
                      <a:pt x="299" y="561"/>
                    </a:cubicBezTo>
                    <a:cubicBezTo>
                      <a:pt x="154" y="561"/>
                      <a:pt x="41" y="441"/>
                      <a:pt x="41" y="300"/>
                    </a:cubicBezTo>
                    <a:cubicBezTo>
                      <a:pt x="41" y="155"/>
                      <a:pt x="157" y="42"/>
                      <a:pt x="299" y="42"/>
                    </a:cubicBezTo>
                    <a:close/>
                    <a:moveTo>
                      <a:pt x="299" y="1"/>
                    </a:moveTo>
                    <a:cubicBezTo>
                      <a:pt x="135" y="1"/>
                      <a:pt x="0" y="136"/>
                      <a:pt x="0" y="300"/>
                    </a:cubicBezTo>
                    <a:cubicBezTo>
                      <a:pt x="0" y="466"/>
                      <a:pt x="135" y="599"/>
                      <a:pt x="299" y="599"/>
                    </a:cubicBezTo>
                    <a:cubicBezTo>
                      <a:pt x="466" y="599"/>
                      <a:pt x="598" y="466"/>
                      <a:pt x="598" y="300"/>
                    </a:cubicBezTo>
                    <a:cubicBezTo>
                      <a:pt x="598" y="136"/>
                      <a:pt x="463" y="1"/>
                      <a:pt x="29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7" name="Google Shape;1057;p28"/>
              <p:cNvSpPr/>
              <p:nvPr/>
            </p:nvSpPr>
            <p:spPr>
              <a:xfrm>
                <a:off x="3212288" y="3863635"/>
                <a:ext cx="53229" cy="53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98" extrusionOk="0">
                    <a:moveTo>
                      <a:pt x="299" y="44"/>
                    </a:moveTo>
                    <a:cubicBezTo>
                      <a:pt x="444" y="44"/>
                      <a:pt x="560" y="157"/>
                      <a:pt x="560" y="302"/>
                    </a:cubicBezTo>
                    <a:cubicBezTo>
                      <a:pt x="560" y="450"/>
                      <a:pt x="440" y="563"/>
                      <a:pt x="299" y="563"/>
                    </a:cubicBezTo>
                    <a:cubicBezTo>
                      <a:pt x="154" y="563"/>
                      <a:pt x="41" y="444"/>
                      <a:pt x="41" y="302"/>
                    </a:cubicBezTo>
                    <a:cubicBezTo>
                      <a:pt x="41" y="157"/>
                      <a:pt x="157" y="44"/>
                      <a:pt x="299" y="44"/>
                    </a:cubicBezTo>
                    <a:close/>
                    <a:moveTo>
                      <a:pt x="299" y="0"/>
                    </a:moveTo>
                    <a:cubicBezTo>
                      <a:pt x="135" y="0"/>
                      <a:pt x="0" y="135"/>
                      <a:pt x="0" y="299"/>
                    </a:cubicBezTo>
                    <a:cubicBezTo>
                      <a:pt x="0" y="466"/>
                      <a:pt x="135" y="598"/>
                      <a:pt x="299" y="598"/>
                    </a:cubicBezTo>
                    <a:cubicBezTo>
                      <a:pt x="466" y="598"/>
                      <a:pt x="598" y="466"/>
                      <a:pt x="598" y="299"/>
                    </a:cubicBezTo>
                    <a:cubicBezTo>
                      <a:pt x="598" y="135"/>
                      <a:pt x="463" y="0"/>
                      <a:pt x="2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>
                <a:off x="3207393" y="3980062"/>
                <a:ext cx="56167" cy="5296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595" extrusionOk="0">
                    <a:moveTo>
                      <a:pt x="631" y="298"/>
                    </a:moveTo>
                    <a:lnTo>
                      <a:pt x="631" y="298"/>
                    </a:lnTo>
                    <a:cubicBezTo>
                      <a:pt x="631" y="312"/>
                      <a:pt x="630" y="325"/>
                      <a:pt x="628" y="339"/>
                    </a:cubicBezTo>
                    <a:lnTo>
                      <a:pt x="628" y="339"/>
                    </a:lnTo>
                    <a:cubicBezTo>
                      <a:pt x="630" y="326"/>
                      <a:pt x="631" y="313"/>
                      <a:pt x="631" y="299"/>
                    </a:cubicBezTo>
                    <a:cubicBezTo>
                      <a:pt x="631" y="299"/>
                      <a:pt x="631" y="298"/>
                      <a:pt x="631" y="298"/>
                    </a:cubicBezTo>
                    <a:close/>
                    <a:moveTo>
                      <a:pt x="336" y="1"/>
                    </a:moveTo>
                    <a:cubicBezTo>
                      <a:pt x="316" y="1"/>
                      <a:pt x="296" y="3"/>
                      <a:pt x="275" y="7"/>
                    </a:cubicBezTo>
                    <a:cubicBezTo>
                      <a:pt x="162" y="29"/>
                      <a:pt x="68" y="120"/>
                      <a:pt x="43" y="230"/>
                    </a:cubicBezTo>
                    <a:cubicBezTo>
                      <a:pt x="1" y="424"/>
                      <a:pt x="149" y="594"/>
                      <a:pt x="336" y="594"/>
                    </a:cubicBezTo>
                    <a:cubicBezTo>
                      <a:pt x="374" y="594"/>
                      <a:pt x="412" y="588"/>
                      <a:pt x="451" y="573"/>
                    </a:cubicBezTo>
                    <a:cubicBezTo>
                      <a:pt x="549" y="534"/>
                      <a:pt x="614" y="444"/>
                      <a:pt x="628" y="339"/>
                    </a:cubicBezTo>
                    <a:lnTo>
                      <a:pt x="628" y="339"/>
                    </a:lnTo>
                    <a:cubicBezTo>
                      <a:pt x="609" y="468"/>
                      <a:pt x="500" y="561"/>
                      <a:pt x="367" y="561"/>
                    </a:cubicBezTo>
                    <a:cubicBezTo>
                      <a:pt x="352" y="561"/>
                      <a:pt x="337" y="559"/>
                      <a:pt x="323" y="557"/>
                    </a:cubicBezTo>
                    <a:cubicBezTo>
                      <a:pt x="216" y="535"/>
                      <a:pt x="131" y="447"/>
                      <a:pt x="115" y="340"/>
                    </a:cubicBezTo>
                    <a:cubicBezTo>
                      <a:pt x="89" y="177"/>
                      <a:pt x="213" y="40"/>
                      <a:pt x="370" y="40"/>
                    </a:cubicBezTo>
                    <a:cubicBezTo>
                      <a:pt x="406" y="40"/>
                      <a:pt x="445" y="47"/>
                      <a:pt x="483" y="63"/>
                    </a:cubicBezTo>
                    <a:cubicBezTo>
                      <a:pt x="577" y="104"/>
                      <a:pt x="630" y="198"/>
                      <a:pt x="631" y="298"/>
                    </a:cubicBezTo>
                    <a:lnTo>
                      <a:pt x="631" y="298"/>
                    </a:lnTo>
                    <a:cubicBezTo>
                      <a:pt x="631" y="297"/>
                      <a:pt x="631" y="297"/>
                      <a:pt x="631" y="296"/>
                    </a:cubicBezTo>
                    <a:cubicBezTo>
                      <a:pt x="631" y="133"/>
                      <a:pt x="498" y="1"/>
                      <a:pt x="3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>
                <a:off x="588772" y="1705109"/>
                <a:ext cx="414976" cy="1565107"/>
              </a:xfrm>
              <a:custGeom>
                <a:avLst/>
                <a:gdLst/>
                <a:ahLst/>
                <a:cxnLst/>
                <a:rect l="l" t="t" r="r" b="b"/>
                <a:pathLst>
                  <a:path w="4662" h="17583" extrusionOk="0">
                    <a:moveTo>
                      <a:pt x="0" y="0"/>
                    </a:moveTo>
                    <a:lnTo>
                      <a:pt x="0" y="17582"/>
                    </a:lnTo>
                    <a:lnTo>
                      <a:pt x="4661" y="17582"/>
                    </a:lnTo>
                    <a:lnTo>
                      <a:pt x="4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>
                <a:off x="855806" y="2468559"/>
                <a:ext cx="92484" cy="114559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287" extrusionOk="0">
                    <a:moveTo>
                      <a:pt x="948" y="0"/>
                    </a:moveTo>
                    <a:lnTo>
                      <a:pt x="1" y="1218"/>
                    </a:lnTo>
                    <a:lnTo>
                      <a:pt x="92" y="1287"/>
                    </a:lnTo>
                    <a:lnTo>
                      <a:pt x="1039" y="7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061" name="Google Shape;1061;p28"/>
              <p:cNvGrpSpPr/>
              <p:nvPr/>
            </p:nvGrpSpPr>
            <p:grpSpPr>
              <a:xfrm>
                <a:off x="609766" y="1724147"/>
                <a:ext cx="378549" cy="665248"/>
                <a:chOff x="406571" y="364143"/>
                <a:chExt cx="510106" cy="896440"/>
              </a:xfrm>
            </p:grpSpPr>
            <p:sp>
              <p:nvSpPr>
                <p:cNvPr id="1062" name="Google Shape;1062;p28"/>
                <p:cNvSpPr/>
                <p:nvPr/>
              </p:nvSpPr>
              <p:spPr>
                <a:xfrm>
                  <a:off x="406571" y="366062"/>
                  <a:ext cx="37782" cy="37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" h="315" extrusionOk="0">
                      <a:moveTo>
                        <a:pt x="25" y="0"/>
                      </a:moveTo>
                      <a:lnTo>
                        <a:pt x="0" y="25"/>
                      </a:lnTo>
                      <a:lnTo>
                        <a:pt x="286" y="315"/>
                      </a:lnTo>
                      <a:lnTo>
                        <a:pt x="315" y="286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63" name="Google Shape;1063;p28"/>
                <p:cNvSpPr/>
                <p:nvPr/>
              </p:nvSpPr>
              <p:spPr>
                <a:xfrm>
                  <a:off x="406571" y="365582"/>
                  <a:ext cx="38142" cy="38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" h="319" extrusionOk="0">
                      <a:moveTo>
                        <a:pt x="290" y="1"/>
                      </a:moveTo>
                      <a:lnTo>
                        <a:pt x="0" y="290"/>
                      </a:lnTo>
                      <a:lnTo>
                        <a:pt x="28" y="319"/>
                      </a:lnTo>
                      <a:lnTo>
                        <a:pt x="318" y="29"/>
                      </a:lnTo>
                      <a:lnTo>
                        <a:pt x="29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64" name="Google Shape;1064;p28"/>
                <p:cNvSpPr/>
                <p:nvPr/>
              </p:nvSpPr>
              <p:spPr>
                <a:xfrm>
                  <a:off x="870139" y="381894"/>
                  <a:ext cx="23869" cy="24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" h="202" extrusionOk="0">
                      <a:moveTo>
                        <a:pt x="29" y="0"/>
                      </a:moveTo>
                      <a:lnTo>
                        <a:pt x="1" y="28"/>
                      </a:lnTo>
                      <a:lnTo>
                        <a:pt x="174" y="201"/>
                      </a:lnTo>
                      <a:lnTo>
                        <a:pt x="199" y="173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65" name="Google Shape;1065;p28"/>
                <p:cNvSpPr/>
                <p:nvPr/>
              </p:nvSpPr>
              <p:spPr>
                <a:xfrm>
                  <a:off x="869419" y="364143"/>
                  <a:ext cx="24228" cy="23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99" extrusionOk="0">
                      <a:moveTo>
                        <a:pt x="173" y="0"/>
                      </a:moveTo>
                      <a:lnTo>
                        <a:pt x="0" y="173"/>
                      </a:lnTo>
                      <a:lnTo>
                        <a:pt x="29" y="198"/>
                      </a:lnTo>
                      <a:lnTo>
                        <a:pt x="202" y="29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66" name="Google Shape;1066;p28"/>
                <p:cNvSpPr/>
                <p:nvPr/>
              </p:nvSpPr>
              <p:spPr>
                <a:xfrm>
                  <a:off x="892448" y="381894"/>
                  <a:ext cx="24228" cy="23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99" extrusionOk="0">
                      <a:moveTo>
                        <a:pt x="29" y="0"/>
                      </a:moveTo>
                      <a:lnTo>
                        <a:pt x="0" y="25"/>
                      </a:lnTo>
                      <a:lnTo>
                        <a:pt x="173" y="198"/>
                      </a:lnTo>
                      <a:lnTo>
                        <a:pt x="201" y="17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67" name="Google Shape;1067;p28"/>
                <p:cNvSpPr/>
                <p:nvPr/>
              </p:nvSpPr>
              <p:spPr>
                <a:xfrm>
                  <a:off x="892088" y="364143"/>
                  <a:ext cx="24228" cy="23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99" extrusionOk="0">
                      <a:moveTo>
                        <a:pt x="173" y="0"/>
                      </a:moveTo>
                      <a:lnTo>
                        <a:pt x="0" y="173"/>
                      </a:lnTo>
                      <a:lnTo>
                        <a:pt x="28" y="198"/>
                      </a:lnTo>
                      <a:lnTo>
                        <a:pt x="201" y="29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68" name="Google Shape;1068;p28"/>
                <p:cNvSpPr/>
                <p:nvPr/>
              </p:nvSpPr>
              <p:spPr>
                <a:xfrm>
                  <a:off x="464622" y="481445"/>
                  <a:ext cx="130617" cy="211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762" extrusionOk="0">
                      <a:moveTo>
                        <a:pt x="85" y="186"/>
                      </a:moveTo>
                      <a:lnTo>
                        <a:pt x="938" y="1045"/>
                      </a:lnTo>
                      <a:lnTo>
                        <a:pt x="535" y="1104"/>
                      </a:lnTo>
                      <a:lnTo>
                        <a:pt x="743" y="1608"/>
                      </a:lnTo>
                      <a:lnTo>
                        <a:pt x="608" y="1664"/>
                      </a:lnTo>
                      <a:lnTo>
                        <a:pt x="400" y="1155"/>
                      </a:lnTo>
                      <a:lnTo>
                        <a:pt x="85" y="1400"/>
                      </a:lnTo>
                      <a:lnTo>
                        <a:pt x="85" y="186"/>
                      </a:lnTo>
                      <a:close/>
                      <a:moveTo>
                        <a:pt x="1" y="0"/>
                      </a:moveTo>
                      <a:lnTo>
                        <a:pt x="1" y="1557"/>
                      </a:lnTo>
                      <a:lnTo>
                        <a:pt x="356" y="1277"/>
                      </a:lnTo>
                      <a:lnTo>
                        <a:pt x="557" y="1762"/>
                      </a:lnTo>
                      <a:lnTo>
                        <a:pt x="834" y="1652"/>
                      </a:lnTo>
                      <a:lnTo>
                        <a:pt x="633" y="1167"/>
                      </a:lnTo>
                      <a:lnTo>
                        <a:pt x="1089" y="110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69" name="Google Shape;1069;p28"/>
                <p:cNvSpPr/>
                <p:nvPr/>
              </p:nvSpPr>
              <p:spPr>
                <a:xfrm>
                  <a:off x="765311" y="492360"/>
                  <a:ext cx="116704" cy="194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1621" extrusionOk="0">
                      <a:moveTo>
                        <a:pt x="0" y="1"/>
                      </a:moveTo>
                      <a:lnTo>
                        <a:pt x="0" y="1388"/>
                      </a:lnTo>
                      <a:lnTo>
                        <a:pt x="340" y="1124"/>
                      </a:lnTo>
                      <a:lnTo>
                        <a:pt x="544" y="1620"/>
                      </a:lnTo>
                      <a:lnTo>
                        <a:pt x="749" y="1536"/>
                      </a:lnTo>
                      <a:lnTo>
                        <a:pt x="544" y="1045"/>
                      </a:lnTo>
                      <a:lnTo>
                        <a:pt x="972" y="97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0" name="Google Shape;1070;p28"/>
                <p:cNvSpPr/>
                <p:nvPr/>
              </p:nvSpPr>
              <p:spPr>
                <a:xfrm>
                  <a:off x="468820" y="845825"/>
                  <a:ext cx="124140" cy="154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1284" extrusionOk="0">
                      <a:moveTo>
                        <a:pt x="947" y="1"/>
                      </a:moveTo>
                      <a:lnTo>
                        <a:pt x="0" y="1215"/>
                      </a:lnTo>
                      <a:lnTo>
                        <a:pt x="88" y="1284"/>
                      </a:lnTo>
                      <a:lnTo>
                        <a:pt x="1035" y="70"/>
                      </a:lnTo>
                      <a:lnTo>
                        <a:pt x="94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1" name="Google Shape;1071;p28"/>
                <p:cNvSpPr/>
                <p:nvPr/>
              </p:nvSpPr>
              <p:spPr>
                <a:xfrm>
                  <a:off x="451788" y="829993"/>
                  <a:ext cx="68007" cy="68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" h="574" extrusionOk="0">
                      <a:moveTo>
                        <a:pt x="284" y="1"/>
                      </a:moveTo>
                      <a:lnTo>
                        <a:pt x="227" y="230"/>
                      </a:lnTo>
                      <a:lnTo>
                        <a:pt x="1" y="287"/>
                      </a:lnTo>
                      <a:lnTo>
                        <a:pt x="233" y="331"/>
                      </a:lnTo>
                      <a:lnTo>
                        <a:pt x="284" y="573"/>
                      </a:lnTo>
                      <a:lnTo>
                        <a:pt x="334" y="331"/>
                      </a:lnTo>
                      <a:lnTo>
                        <a:pt x="567" y="287"/>
                      </a:lnTo>
                      <a:lnTo>
                        <a:pt x="334" y="230"/>
                      </a:lnTo>
                      <a:lnTo>
                        <a:pt x="28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2" name="Google Shape;1072;p28"/>
                <p:cNvSpPr/>
                <p:nvPr/>
              </p:nvSpPr>
              <p:spPr>
                <a:xfrm>
                  <a:off x="541143" y="797969"/>
                  <a:ext cx="40541" cy="40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" h="337" extrusionOk="0">
                      <a:moveTo>
                        <a:pt x="168" y="0"/>
                      </a:moveTo>
                      <a:lnTo>
                        <a:pt x="139" y="132"/>
                      </a:lnTo>
                      <a:lnTo>
                        <a:pt x="1" y="167"/>
                      </a:lnTo>
                      <a:lnTo>
                        <a:pt x="139" y="192"/>
                      </a:lnTo>
                      <a:lnTo>
                        <a:pt x="168" y="337"/>
                      </a:lnTo>
                      <a:lnTo>
                        <a:pt x="199" y="192"/>
                      </a:lnTo>
                      <a:lnTo>
                        <a:pt x="338" y="167"/>
                      </a:lnTo>
                      <a:lnTo>
                        <a:pt x="199" y="132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3" name="Google Shape;1073;p28"/>
                <p:cNvSpPr/>
                <p:nvPr/>
              </p:nvSpPr>
              <p:spPr>
                <a:xfrm>
                  <a:off x="577365" y="898719"/>
                  <a:ext cx="23509" cy="23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192" extrusionOk="0">
                      <a:moveTo>
                        <a:pt x="98" y="0"/>
                      </a:moveTo>
                      <a:lnTo>
                        <a:pt x="80" y="79"/>
                      </a:lnTo>
                      <a:lnTo>
                        <a:pt x="1" y="94"/>
                      </a:lnTo>
                      <a:lnTo>
                        <a:pt x="80" y="110"/>
                      </a:lnTo>
                      <a:lnTo>
                        <a:pt x="98" y="192"/>
                      </a:lnTo>
                      <a:lnTo>
                        <a:pt x="117" y="110"/>
                      </a:lnTo>
                      <a:lnTo>
                        <a:pt x="196" y="94"/>
                      </a:lnTo>
                      <a:lnTo>
                        <a:pt x="117" y="79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4" name="Google Shape;1074;p28"/>
                <p:cNvSpPr/>
                <p:nvPr/>
              </p:nvSpPr>
              <p:spPr>
                <a:xfrm>
                  <a:off x="765311" y="823276"/>
                  <a:ext cx="116704" cy="194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1623" extrusionOk="0">
                      <a:moveTo>
                        <a:pt x="0" y="0"/>
                      </a:moveTo>
                      <a:lnTo>
                        <a:pt x="0" y="1387"/>
                      </a:lnTo>
                      <a:lnTo>
                        <a:pt x="340" y="1129"/>
                      </a:lnTo>
                      <a:lnTo>
                        <a:pt x="544" y="1623"/>
                      </a:lnTo>
                      <a:lnTo>
                        <a:pt x="749" y="1538"/>
                      </a:lnTo>
                      <a:lnTo>
                        <a:pt x="544" y="1047"/>
                      </a:lnTo>
                      <a:lnTo>
                        <a:pt x="972" y="9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5" name="Google Shape;1075;p28"/>
                <p:cNvSpPr/>
                <p:nvPr/>
              </p:nvSpPr>
              <p:spPr>
                <a:xfrm>
                  <a:off x="697785" y="797609"/>
                  <a:ext cx="178954" cy="128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" h="1073" extrusionOk="0">
                      <a:moveTo>
                        <a:pt x="1027" y="85"/>
                      </a:moveTo>
                      <a:cubicBezTo>
                        <a:pt x="1184" y="85"/>
                        <a:pt x="1304" y="135"/>
                        <a:pt x="1346" y="211"/>
                      </a:cubicBezTo>
                      <a:cubicBezTo>
                        <a:pt x="1378" y="274"/>
                        <a:pt x="1381" y="343"/>
                        <a:pt x="1353" y="412"/>
                      </a:cubicBezTo>
                      <a:cubicBezTo>
                        <a:pt x="1261" y="642"/>
                        <a:pt x="1079" y="824"/>
                        <a:pt x="849" y="915"/>
                      </a:cubicBezTo>
                      <a:cubicBezTo>
                        <a:pt x="708" y="977"/>
                        <a:pt x="575" y="1001"/>
                        <a:pt x="461" y="1001"/>
                      </a:cubicBezTo>
                      <a:cubicBezTo>
                        <a:pt x="283" y="1001"/>
                        <a:pt x="153" y="941"/>
                        <a:pt x="117" y="868"/>
                      </a:cubicBezTo>
                      <a:cubicBezTo>
                        <a:pt x="54" y="746"/>
                        <a:pt x="117" y="450"/>
                        <a:pt x="563" y="208"/>
                      </a:cubicBezTo>
                      <a:cubicBezTo>
                        <a:pt x="702" y="129"/>
                        <a:pt x="856" y="88"/>
                        <a:pt x="1013" y="85"/>
                      </a:cubicBezTo>
                      <a:cubicBezTo>
                        <a:pt x="1018" y="85"/>
                        <a:pt x="1023" y="85"/>
                        <a:pt x="1027" y="85"/>
                      </a:cubicBezTo>
                      <a:close/>
                      <a:moveTo>
                        <a:pt x="1032" y="1"/>
                      </a:moveTo>
                      <a:cubicBezTo>
                        <a:pt x="887" y="1"/>
                        <a:pt x="720" y="38"/>
                        <a:pt x="554" y="129"/>
                      </a:cubicBezTo>
                      <a:cubicBezTo>
                        <a:pt x="60" y="400"/>
                        <a:pt x="0" y="733"/>
                        <a:pt x="79" y="890"/>
                      </a:cubicBezTo>
                      <a:cubicBezTo>
                        <a:pt x="132" y="1000"/>
                        <a:pt x="290" y="1073"/>
                        <a:pt x="488" y="1073"/>
                      </a:cubicBezTo>
                      <a:cubicBezTo>
                        <a:pt x="636" y="1073"/>
                        <a:pt x="780" y="1035"/>
                        <a:pt x="909" y="978"/>
                      </a:cubicBezTo>
                      <a:cubicBezTo>
                        <a:pt x="1161" y="878"/>
                        <a:pt x="1356" y="680"/>
                        <a:pt x="1456" y="428"/>
                      </a:cubicBezTo>
                      <a:cubicBezTo>
                        <a:pt x="1491" y="340"/>
                        <a:pt x="1482" y="242"/>
                        <a:pt x="1441" y="161"/>
                      </a:cubicBezTo>
                      <a:cubicBezTo>
                        <a:pt x="1386" y="70"/>
                        <a:pt x="1230" y="1"/>
                        <a:pt x="103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6" name="Google Shape;1076;p28"/>
                <p:cNvSpPr/>
                <p:nvPr/>
              </p:nvSpPr>
              <p:spPr>
                <a:xfrm>
                  <a:off x="706781" y="892962"/>
                  <a:ext cx="51455" cy="4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376" extrusionOk="0">
                      <a:moveTo>
                        <a:pt x="227" y="83"/>
                      </a:moveTo>
                      <a:cubicBezTo>
                        <a:pt x="268" y="83"/>
                        <a:pt x="300" y="105"/>
                        <a:pt x="318" y="136"/>
                      </a:cubicBezTo>
                      <a:cubicBezTo>
                        <a:pt x="347" y="186"/>
                        <a:pt x="328" y="249"/>
                        <a:pt x="278" y="278"/>
                      </a:cubicBezTo>
                      <a:cubicBezTo>
                        <a:pt x="255" y="294"/>
                        <a:pt x="230" y="302"/>
                        <a:pt x="205" y="302"/>
                      </a:cubicBezTo>
                      <a:cubicBezTo>
                        <a:pt x="171" y="302"/>
                        <a:pt x="138" y="287"/>
                        <a:pt x="114" y="256"/>
                      </a:cubicBezTo>
                      <a:cubicBezTo>
                        <a:pt x="92" y="231"/>
                        <a:pt x="83" y="193"/>
                        <a:pt x="98" y="158"/>
                      </a:cubicBezTo>
                      <a:cubicBezTo>
                        <a:pt x="127" y="111"/>
                        <a:pt x="174" y="83"/>
                        <a:pt x="227" y="83"/>
                      </a:cubicBezTo>
                      <a:close/>
                      <a:moveTo>
                        <a:pt x="233" y="1"/>
                      </a:moveTo>
                      <a:cubicBezTo>
                        <a:pt x="230" y="1"/>
                        <a:pt x="227" y="1"/>
                        <a:pt x="224" y="1"/>
                      </a:cubicBezTo>
                      <a:cubicBezTo>
                        <a:pt x="142" y="1"/>
                        <a:pt x="67" y="48"/>
                        <a:pt x="29" y="120"/>
                      </a:cubicBezTo>
                      <a:cubicBezTo>
                        <a:pt x="1" y="177"/>
                        <a:pt x="10" y="249"/>
                        <a:pt x="51" y="300"/>
                      </a:cubicBezTo>
                      <a:cubicBezTo>
                        <a:pt x="86" y="347"/>
                        <a:pt x="139" y="375"/>
                        <a:pt x="199" y="375"/>
                      </a:cubicBezTo>
                      <a:cubicBezTo>
                        <a:pt x="240" y="375"/>
                        <a:pt x="281" y="359"/>
                        <a:pt x="312" y="334"/>
                      </a:cubicBezTo>
                      <a:cubicBezTo>
                        <a:pt x="397" y="284"/>
                        <a:pt x="428" y="177"/>
                        <a:pt x="381" y="92"/>
                      </a:cubicBezTo>
                      <a:cubicBezTo>
                        <a:pt x="351" y="35"/>
                        <a:pt x="298" y="1"/>
                        <a:pt x="23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7" name="Google Shape;1077;p28"/>
                <p:cNvSpPr/>
                <p:nvPr/>
              </p:nvSpPr>
              <p:spPr>
                <a:xfrm>
                  <a:off x="740724" y="925466"/>
                  <a:ext cx="25428" cy="37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309" extrusionOk="0">
                      <a:moveTo>
                        <a:pt x="29" y="0"/>
                      </a:moveTo>
                      <a:lnTo>
                        <a:pt x="1" y="73"/>
                      </a:lnTo>
                      <a:cubicBezTo>
                        <a:pt x="39" y="88"/>
                        <a:pt x="127" y="136"/>
                        <a:pt x="130" y="180"/>
                      </a:cubicBezTo>
                      <a:cubicBezTo>
                        <a:pt x="136" y="202"/>
                        <a:pt x="108" y="230"/>
                        <a:pt x="83" y="246"/>
                      </a:cubicBezTo>
                      <a:lnTo>
                        <a:pt x="130" y="309"/>
                      </a:lnTo>
                      <a:cubicBezTo>
                        <a:pt x="183" y="280"/>
                        <a:pt x="212" y="227"/>
                        <a:pt x="208" y="170"/>
                      </a:cubicBezTo>
                      <a:cubicBezTo>
                        <a:pt x="193" y="70"/>
                        <a:pt x="45" y="1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8" name="Google Shape;1078;p28"/>
                <p:cNvSpPr/>
                <p:nvPr/>
              </p:nvSpPr>
              <p:spPr>
                <a:xfrm>
                  <a:off x="448430" y="1117491"/>
                  <a:ext cx="143091" cy="143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" h="1193" extrusionOk="0">
                      <a:moveTo>
                        <a:pt x="947" y="0"/>
                      </a:moveTo>
                      <a:cubicBezTo>
                        <a:pt x="670" y="76"/>
                        <a:pt x="412" y="208"/>
                        <a:pt x="198" y="397"/>
                      </a:cubicBezTo>
                      <a:cubicBezTo>
                        <a:pt x="308" y="787"/>
                        <a:pt x="0" y="1104"/>
                        <a:pt x="3" y="1107"/>
                      </a:cubicBezTo>
                      <a:lnTo>
                        <a:pt x="29" y="1133"/>
                      </a:lnTo>
                      <a:lnTo>
                        <a:pt x="519" y="636"/>
                      </a:lnTo>
                      <a:cubicBezTo>
                        <a:pt x="500" y="601"/>
                        <a:pt x="500" y="557"/>
                        <a:pt x="519" y="522"/>
                      </a:cubicBezTo>
                      <a:cubicBezTo>
                        <a:pt x="540" y="490"/>
                        <a:pt x="575" y="472"/>
                        <a:pt x="612" y="472"/>
                      </a:cubicBezTo>
                      <a:cubicBezTo>
                        <a:pt x="631" y="472"/>
                        <a:pt x="652" y="477"/>
                        <a:pt x="670" y="488"/>
                      </a:cubicBezTo>
                      <a:cubicBezTo>
                        <a:pt x="721" y="519"/>
                        <a:pt x="736" y="585"/>
                        <a:pt x="705" y="639"/>
                      </a:cubicBezTo>
                      <a:cubicBezTo>
                        <a:pt x="684" y="672"/>
                        <a:pt x="649" y="690"/>
                        <a:pt x="613" y="690"/>
                      </a:cubicBezTo>
                      <a:cubicBezTo>
                        <a:pt x="593" y="690"/>
                        <a:pt x="573" y="684"/>
                        <a:pt x="554" y="673"/>
                      </a:cubicBezTo>
                      <a:lnTo>
                        <a:pt x="63" y="1167"/>
                      </a:lnTo>
                      <a:lnTo>
                        <a:pt x="88" y="1192"/>
                      </a:lnTo>
                      <a:cubicBezTo>
                        <a:pt x="88" y="1192"/>
                        <a:pt x="317" y="970"/>
                        <a:pt x="625" y="970"/>
                      </a:cubicBezTo>
                      <a:cubicBezTo>
                        <a:pt x="679" y="970"/>
                        <a:pt x="737" y="978"/>
                        <a:pt x="796" y="994"/>
                      </a:cubicBezTo>
                      <a:cubicBezTo>
                        <a:pt x="982" y="780"/>
                        <a:pt x="1117" y="522"/>
                        <a:pt x="1192" y="246"/>
                      </a:cubicBezTo>
                      <a:lnTo>
                        <a:pt x="94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9" name="Google Shape;1079;p28"/>
                <p:cNvSpPr/>
                <p:nvPr/>
              </p:nvSpPr>
              <p:spPr>
                <a:xfrm>
                  <a:off x="551338" y="1096382"/>
                  <a:ext cx="61291" cy="61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" h="510" extrusionOk="0">
                      <a:moveTo>
                        <a:pt x="152" y="0"/>
                      </a:moveTo>
                      <a:lnTo>
                        <a:pt x="1" y="151"/>
                      </a:lnTo>
                      <a:lnTo>
                        <a:pt x="359" y="510"/>
                      </a:lnTo>
                      <a:lnTo>
                        <a:pt x="510" y="359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80" name="Google Shape;1080;p28"/>
                <p:cNvSpPr/>
                <p:nvPr/>
              </p:nvSpPr>
              <p:spPr>
                <a:xfrm>
                  <a:off x="736286" y="1117491"/>
                  <a:ext cx="142612" cy="143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" h="1193" extrusionOk="0">
                      <a:moveTo>
                        <a:pt x="947" y="0"/>
                      </a:moveTo>
                      <a:cubicBezTo>
                        <a:pt x="667" y="76"/>
                        <a:pt x="412" y="208"/>
                        <a:pt x="195" y="397"/>
                      </a:cubicBezTo>
                      <a:cubicBezTo>
                        <a:pt x="302" y="787"/>
                        <a:pt x="0" y="1104"/>
                        <a:pt x="3" y="1107"/>
                      </a:cubicBezTo>
                      <a:lnTo>
                        <a:pt x="25" y="1133"/>
                      </a:lnTo>
                      <a:lnTo>
                        <a:pt x="519" y="636"/>
                      </a:lnTo>
                      <a:cubicBezTo>
                        <a:pt x="497" y="601"/>
                        <a:pt x="497" y="557"/>
                        <a:pt x="519" y="522"/>
                      </a:cubicBezTo>
                      <a:cubicBezTo>
                        <a:pt x="539" y="490"/>
                        <a:pt x="575" y="472"/>
                        <a:pt x="610" y="472"/>
                      </a:cubicBezTo>
                      <a:cubicBezTo>
                        <a:pt x="630" y="472"/>
                        <a:pt x="649" y="477"/>
                        <a:pt x="667" y="488"/>
                      </a:cubicBezTo>
                      <a:cubicBezTo>
                        <a:pt x="717" y="519"/>
                        <a:pt x="733" y="585"/>
                        <a:pt x="701" y="639"/>
                      </a:cubicBezTo>
                      <a:cubicBezTo>
                        <a:pt x="681" y="672"/>
                        <a:pt x="646" y="690"/>
                        <a:pt x="610" y="690"/>
                      </a:cubicBezTo>
                      <a:cubicBezTo>
                        <a:pt x="591" y="690"/>
                        <a:pt x="571" y="684"/>
                        <a:pt x="554" y="673"/>
                      </a:cubicBezTo>
                      <a:lnTo>
                        <a:pt x="63" y="1167"/>
                      </a:lnTo>
                      <a:lnTo>
                        <a:pt x="85" y="1192"/>
                      </a:lnTo>
                      <a:cubicBezTo>
                        <a:pt x="85" y="1192"/>
                        <a:pt x="314" y="970"/>
                        <a:pt x="621" y="970"/>
                      </a:cubicBezTo>
                      <a:cubicBezTo>
                        <a:pt x="676" y="970"/>
                        <a:pt x="734" y="978"/>
                        <a:pt x="793" y="994"/>
                      </a:cubicBezTo>
                      <a:cubicBezTo>
                        <a:pt x="981" y="780"/>
                        <a:pt x="1113" y="519"/>
                        <a:pt x="1189" y="246"/>
                      </a:cubicBezTo>
                      <a:lnTo>
                        <a:pt x="94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81" name="Google Shape;1081;p28"/>
                <p:cNvSpPr/>
                <p:nvPr/>
              </p:nvSpPr>
              <p:spPr>
                <a:xfrm>
                  <a:off x="839194" y="1096382"/>
                  <a:ext cx="60931" cy="60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" h="507" extrusionOk="0">
                      <a:moveTo>
                        <a:pt x="149" y="0"/>
                      </a:moveTo>
                      <a:lnTo>
                        <a:pt x="1" y="148"/>
                      </a:lnTo>
                      <a:lnTo>
                        <a:pt x="359" y="507"/>
                      </a:lnTo>
                      <a:lnTo>
                        <a:pt x="507" y="359"/>
                      </a:lnTo>
                      <a:lnTo>
                        <a:pt x="14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82" name="Google Shape;1082;p28"/>
                <p:cNvSpPr/>
                <p:nvPr/>
              </p:nvSpPr>
              <p:spPr>
                <a:xfrm>
                  <a:off x="693947" y="1119770"/>
                  <a:ext cx="50376" cy="137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1149" extrusionOk="0">
                      <a:moveTo>
                        <a:pt x="10" y="0"/>
                      </a:moveTo>
                      <a:lnTo>
                        <a:pt x="1" y="76"/>
                      </a:lnTo>
                      <a:cubicBezTo>
                        <a:pt x="95" y="88"/>
                        <a:pt x="180" y="135"/>
                        <a:pt x="237" y="208"/>
                      </a:cubicBezTo>
                      <a:cubicBezTo>
                        <a:pt x="274" y="293"/>
                        <a:pt x="265" y="390"/>
                        <a:pt x="215" y="469"/>
                      </a:cubicBezTo>
                      <a:cubicBezTo>
                        <a:pt x="64" y="771"/>
                        <a:pt x="105" y="937"/>
                        <a:pt x="155" y="1019"/>
                      </a:cubicBezTo>
                      <a:cubicBezTo>
                        <a:pt x="208" y="1099"/>
                        <a:pt x="301" y="1149"/>
                        <a:pt x="399" y="1149"/>
                      </a:cubicBezTo>
                      <a:cubicBezTo>
                        <a:pt x="404" y="1149"/>
                        <a:pt x="410" y="1149"/>
                        <a:pt x="416" y="1148"/>
                      </a:cubicBezTo>
                      <a:lnTo>
                        <a:pt x="419" y="1070"/>
                      </a:lnTo>
                      <a:lnTo>
                        <a:pt x="419" y="1070"/>
                      </a:lnTo>
                      <a:cubicBezTo>
                        <a:pt x="415" y="1070"/>
                        <a:pt x="412" y="1070"/>
                        <a:pt x="408" y="1070"/>
                      </a:cubicBezTo>
                      <a:cubicBezTo>
                        <a:pt x="336" y="1070"/>
                        <a:pt x="266" y="1041"/>
                        <a:pt x="221" y="981"/>
                      </a:cubicBezTo>
                      <a:cubicBezTo>
                        <a:pt x="180" y="909"/>
                        <a:pt x="155" y="771"/>
                        <a:pt x="284" y="503"/>
                      </a:cubicBezTo>
                      <a:cubicBezTo>
                        <a:pt x="344" y="406"/>
                        <a:pt x="350" y="280"/>
                        <a:pt x="306" y="173"/>
                      </a:cubicBezTo>
                      <a:cubicBezTo>
                        <a:pt x="221" y="28"/>
                        <a:pt x="17" y="0"/>
                        <a:pt x="1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083" name="Google Shape;1083;p28"/>
              <p:cNvSpPr/>
              <p:nvPr/>
            </p:nvSpPr>
            <p:spPr>
              <a:xfrm>
                <a:off x="644760" y="2463486"/>
                <a:ext cx="95510" cy="119366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1341" extrusionOk="0">
                    <a:moveTo>
                      <a:pt x="0" y="1"/>
                    </a:moveTo>
                    <a:lnTo>
                      <a:pt x="0" y="268"/>
                    </a:lnTo>
                    <a:lnTo>
                      <a:pt x="110" y="268"/>
                    </a:lnTo>
                    <a:cubicBezTo>
                      <a:pt x="110" y="268"/>
                      <a:pt x="127" y="279"/>
                      <a:pt x="139" y="279"/>
                    </a:cubicBezTo>
                    <a:cubicBezTo>
                      <a:pt x="143" y="279"/>
                      <a:pt x="147" y="277"/>
                      <a:pt x="148" y="271"/>
                    </a:cubicBezTo>
                    <a:cubicBezTo>
                      <a:pt x="148" y="259"/>
                      <a:pt x="158" y="237"/>
                      <a:pt x="158" y="177"/>
                    </a:cubicBezTo>
                    <a:lnTo>
                      <a:pt x="447" y="177"/>
                    </a:lnTo>
                    <a:lnTo>
                      <a:pt x="447" y="1133"/>
                    </a:lnTo>
                    <a:lnTo>
                      <a:pt x="375" y="1139"/>
                    </a:lnTo>
                    <a:cubicBezTo>
                      <a:pt x="362" y="1146"/>
                      <a:pt x="353" y="1146"/>
                      <a:pt x="346" y="1146"/>
                    </a:cubicBezTo>
                    <a:lnTo>
                      <a:pt x="334" y="1146"/>
                    </a:lnTo>
                    <a:cubicBezTo>
                      <a:pt x="305" y="1149"/>
                      <a:pt x="268" y="1199"/>
                      <a:pt x="268" y="1199"/>
                    </a:cubicBezTo>
                    <a:lnTo>
                      <a:pt x="268" y="1341"/>
                    </a:lnTo>
                    <a:lnTo>
                      <a:pt x="805" y="1341"/>
                    </a:lnTo>
                    <a:lnTo>
                      <a:pt x="805" y="1199"/>
                    </a:lnTo>
                    <a:cubicBezTo>
                      <a:pt x="805" y="1199"/>
                      <a:pt x="790" y="1149"/>
                      <a:pt x="761" y="1146"/>
                    </a:cubicBezTo>
                    <a:lnTo>
                      <a:pt x="752" y="1146"/>
                    </a:lnTo>
                    <a:cubicBezTo>
                      <a:pt x="743" y="1146"/>
                      <a:pt x="736" y="1139"/>
                      <a:pt x="724" y="1139"/>
                    </a:cubicBezTo>
                    <a:lnTo>
                      <a:pt x="626" y="1133"/>
                    </a:lnTo>
                    <a:lnTo>
                      <a:pt x="626" y="177"/>
                    </a:lnTo>
                    <a:lnTo>
                      <a:pt x="941" y="177"/>
                    </a:lnTo>
                    <a:cubicBezTo>
                      <a:pt x="944" y="237"/>
                      <a:pt x="947" y="259"/>
                      <a:pt x="947" y="271"/>
                    </a:cubicBezTo>
                    <a:cubicBezTo>
                      <a:pt x="948" y="277"/>
                      <a:pt x="952" y="279"/>
                      <a:pt x="958" y="279"/>
                    </a:cubicBezTo>
                    <a:cubicBezTo>
                      <a:pt x="971" y="279"/>
                      <a:pt x="991" y="268"/>
                      <a:pt x="991" y="268"/>
                    </a:cubicBezTo>
                    <a:lnTo>
                      <a:pt x="1073" y="268"/>
                    </a:lnTo>
                    <a:lnTo>
                      <a:pt x="10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4" name="Google Shape;1084;p28"/>
              <p:cNvSpPr/>
              <p:nvPr/>
            </p:nvSpPr>
            <p:spPr>
              <a:xfrm>
                <a:off x="636660" y="2686904"/>
                <a:ext cx="119900" cy="11990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47" extrusionOk="0">
                    <a:moveTo>
                      <a:pt x="1255" y="92"/>
                    </a:moveTo>
                    <a:lnTo>
                      <a:pt x="1255" y="1171"/>
                    </a:lnTo>
                    <a:lnTo>
                      <a:pt x="176" y="1171"/>
                    </a:lnTo>
                    <a:lnTo>
                      <a:pt x="176" y="92"/>
                    </a:lnTo>
                    <a:close/>
                    <a:moveTo>
                      <a:pt x="0" y="1"/>
                    </a:moveTo>
                    <a:lnTo>
                      <a:pt x="0" y="1347"/>
                    </a:lnTo>
                    <a:lnTo>
                      <a:pt x="1346" y="1347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5" name="Google Shape;1085;p28"/>
              <p:cNvSpPr/>
              <p:nvPr/>
            </p:nvSpPr>
            <p:spPr>
              <a:xfrm>
                <a:off x="843789" y="3070187"/>
                <a:ext cx="103967" cy="96133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080" extrusionOk="0">
                    <a:moveTo>
                      <a:pt x="991" y="92"/>
                    </a:moveTo>
                    <a:lnTo>
                      <a:pt x="991" y="897"/>
                    </a:lnTo>
                    <a:lnTo>
                      <a:pt x="95" y="897"/>
                    </a:lnTo>
                    <a:lnTo>
                      <a:pt x="95" y="92"/>
                    </a:lnTo>
                    <a:close/>
                    <a:moveTo>
                      <a:pt x="1" y="1"/>
                    </a:moveTo>
                    <a:lnTo>
                      <a:pt x="1" y="1079"/>
                    </a:lnTo>
                    <a:lnTo>
                      <a:pt x="1167" y="1079"/>
                    </a:lnTo>
                    <a:lnTo>
                      <a:pt x="11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6" name="Google Shape;1086;p28"/>
              <p:cNvSpPr/>
              <p:nvPr/>
            </p:nvSpPr>
            <p:spPr>
              <a:xfrm>
                <a:off x="820023" y="3125908"/>
                <a:ext cx="71744" cy="64178"/>
              </a:xfrm>
              <a:custGeom>
                <a:avLst/>
                <a:gdLst/>
                <a:ahLst/>
                <a:cxnLst/>
                <a:rect l="l" t="t" r="r" b="b"/>
                <a:pathLst>
                  <a:path w="806" h="721" extrusionOk="0">
                    <a:moveTo>
                      <a:pt x="629" y="95"/>
                    </a:moveTo>
                    <a:lnTo>
                      <a:pt x="629" y="633"/>
                    </a:lnTo>
                    <a:lnTo>
                      <a:pt x="91" y="633"/>
                    </a:lnTo>
                    <a:lnTo>
                      <a:pt x="91" y="95"/>
                    </a:lnTo>
                    <a:close/>
                    <a:moveTo>
                      <a:pt x="0" y="0"/>
                    </a:moveTo>
                    <a:lnTo>
                      <a:pt x="0" y="721"/>
                    </a:lnTo>
                    <a:lnTo>
                      <a:pt x="805" y="721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7" name="Google Shape;1087;p28"/>
              <p:cNvSpPr/>
              <p:nvPr/>
            </p:nvSpPr>
            <p:spPr>
              <a:xfrm>
                <a:off x="897819" y="3087811"/>
                <a:ext cx="30353" cy="30620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44" extrusionOk="0">
                    <a:moveTo>
                      <a:pt x="290" y="1"/>
                    </a:moveTo>
                    <a:lnTo>
                      <a:pt x="1" y="290"/>
                    </a:lnTo>
                    <a:lnTo>
                      <a:pt x="51" y="344"/>
                    </a:lnTo>
                    <a:lnTo>
                      <a:pt x="340" y="54"/>
                    </a:lnTo>
                    <a:lnTo>
                      <a:pt x="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8" name="Google Shape;1088;p28"/>
              <p:cNvSpPr/>
              <p:nvPr/>
            </p:nvSpPr>
            <p:spPr>
              <a:xfrm>
                <a:off x="916066" y="3086387"/>
                <a:ext cx="16022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180" h="269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88" y="92"/>
                    </a:lnTo>
                    <a:lnTo>
                      <a:pt x="88" y="268"/>
                    </a:lnTo>
                    <a:lnTo>
                      <a:pt x="179" y="268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9" name="Google Shape;1089;p28"/>
              <p:cNvSpPr/>
              <p:nvPr/>
            </p:nvSpPr>
            <p:spPr>
              <a:xfrm>
                <a:off x="836223" y="2648095"/>
                <a:ext cx="146248" cy="158709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783" extrusionOk="0">
                    <a:moveTo>
                      <a:pt x="1079" y="59"/>
                    </a:moveTo>
                    <a:cubicBezTo>
                      <a:pt x="1284" y="59"/>
                      <a:pt x="1457" y="248"/>
                      <a:pt x="1438" y="500"/>
                    </a:cubicBezTo>
                    <a:cubicBezTo>
                      <a:pt x="1425" y="651"/>
                      <a:pt x="1322" y="776"/>
                      <a:pt x="1183" y="830"/>
                    </a:cubicBezTo>
                    <a:lnTo>
                      <a:pt x="1168" y="836"/>
                    </a:lnTo>
                    <a:lnTo>
                      <a:pt x="1168" y="1607"/>
                    </a:lnTo>
                    <a:lnTo>
                      <a:pt x="89" y="1607"/>
                    </a:lnTo>
                    <a:lnTo>
                      <a:pt x="95" y="528"/>
                    </a:lnTo>
                    <a:lnTo>
                      <a:pt x="724" y="528"/>
                    </a:lnTo>
                    <a:lnTo>
                      <a:pt x="724" y="443"/>
                    </a:lnTo>
                    <a:cubicBezTo>
                      <a:pt x="724" y="229"/>
                      <a:pt x="884" y="59"/>
                      <a:pt x="1079" y="59"/>
                    </a:cubicBezTo>
                    <a:close/>
                    <a:moveTo>
                      <a:pt x="1131" y="0"/>
                    </a:moveTo>
                    <a:cubicBezTo>
                      <a:pt x="881" y="0"/>
                      <a:pt x="664" y="185"/>
                      <a:pt x="630" y="437"/>
                    </a:cubicBezTo>
                    <a:lnTo>
                      <a:pt x="1" y="437"/>
                    </a:lnTo>
                    <a:lnTo>
                      <a:pt x="1" y="1783"/>
                    </a:lnTo>
                    <a:lnTo>
                      <a:pt x="1340" y="1783"/>
                    </a:lnTo>
                    <a:lnTo>
                      <a:pt x="1344" y="968"/>
                    </a:lnTo>
                    <a:cubicBezTo>
                      <a:pt x="1523" y="886"/>
                      <a:pt x="1642" y="707"/>
                      <a:pt x="1642" y="506"/>
                    </a:cubicBezTo>
                    <a:cubicBezTo>
                      <a:pt x="1639" y="254"/>
                      <a:pt x="1454" y="40"/>
                      <a:pt x="1205" y="6"/>
                    </a:cubicBezTo>
                    <a:cubicBezTo>
                      <a:pt x="1180" y="2"/>
                      <a:pt x="1155" y="0"/>
                      <a:pt x="11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0" name="Google Shape;1090;p28"/>
              <p:cNvSpPr/>
              <p:nvPr/>
            </p:nvSpPr>
            <p:spPr>
              <a:xfrm>
                <a:off x="873163" y="2720550"/>
                <a:ext cx="55544" cy="41569"/>
              </a:xfrm>
              <a:custGeom>
                <a:avLst/>
                <a:gdLst/>
                <a:ahLst/>
                <a:cxnLst/>
                <a:rect l="l" t="t" r="r" b="b"/>
                <a:pathLst>
                  <a:path w="624" h="467" extrusionOk="0">
                    <a:moveTo>
                      <a:pt x="355" y="0"/>
                    </a:moveTo>
                    <a:cubicBezTo>
                      <a:pt x="189" y="0"/>
                      <a:pt x="164" y="188"/>
                      <a:pt x="161" y="261"/>
                    </a:cubicBezTo>
                    <a:cubicBezTo>
                      <a:pt x="145" y="349"/>
                      <a:pt x="83" y="415"/>
                      <a:pt x="1" y="444"/>
                    </a:cubicBezTo>
                    <a:cubicBezTo>
                      <a:pt x="1" y="444"/>
                      <a:pt x="84" y="467"/>
                      <a:pt x="186" y="467"/>
                    </a:cubicBezTo>
                    <a:cubicBezTo>
                      <a:pt x="280" y="467"/>
                      <a:pt x="391" y="447"/>
                      <a:pt x="466" y="371"/>
                    </a:cubicBezTo>
                    <a:cubicBezTo>
                      <a:pt x="624" y="211"/>
                      <a:pt x="529" y="25"/>
                      <a:pt x="394" y="3"/>
                    </a:cubicBezTo>
                    <a:cubicBezTo>
                      <a:pt x="380" y="1"/>
                      <a:pt x="367" y="0"/>
                      <a:pt x="3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1" name="Google Shape;1091;p28"/>
              <p:cNvSpPr/>
              <p:nvPr/>
            </p:nvSpPr>
            <p:spPr>
              <a:xfrm>
                <a:off x="905385" y="2662871"/>
                <a:ext cx="65869" cy="67828"/>
              </a:xfrm>
              <a:custGeom>
                <a:avLst/>
                <a:gdLst/>
                <a:ahLst/>
                <a:cxnLst/>
                <a:rect l="l" t="t" r="r" b="b"/>
                <a:pathLst>
                  <a:path w="740" h="762" extrusionOk="0">
                    <a:moveTo>
                      <a:pt x="740" y="0"/>
                    </a:moveTo>
                    <a:lnTo>
                      <a:pt x="444" y="3"/>
                    </a:lnTo>
                    <a:lnTo>
                      <a:pt x="1" y="632"/>
                    </a:lnTo>
                    <a:lnTo>
                      <a:pt x="41" y="632"/>
                    </a:lnTo>
                    <a:cubicBezTo>
                      <a:pt x="111" y="645"/>
                      <a:pt x="173" y="692"/>
                      <a:pt x="205" y="761"/>
                    </a:cubicBezTo>
                    <a:lnTo>
                      <a:pt x="74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2" name="Google Shape;1092;p28"/>
              <p:cNvSpPr/>
              <p:nvPr/>
            </p:nvSpPr>
            <p:spPr>
              <a:xfrm>
                <a:off x="644493" y="2903914"/>
                <a:ext cx="94976" cy="94976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067" extrusionOk="0">
                    <a:moveTo>
                      <a:pt x="714" y="0"/>
                    </a:moveTo>
                    <a:lnTo>
                      <a:pt x="0" y="717"/>
                    </a:lnTo>
                    <a:lnTo>
                      <a:pt x="349" y="1066"/>
                    </a:lnTo>
                    <a:lnTo>
                      <a:pt x="1066" y="353"/>
                    </a:lnTo>
                    <a:lnTo>
                      <a:pt x="7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3" name="Google Shape;1093;p28"/>
              <p:cNvSpPr/>
              <p:nvPr/>
            </p:nvSpPr>
            <p:spPr>
              <a:xfrm>
                <a:off x="713655" y="2885132"/>
                <a:ext cx="44862" cy="44862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04" extrusionOk="0">
                    <a:moveTo>
                      <a:pt x="151" y="1"/>
                    </a:moveTo>
                    <a:lnTo>
                      <a:pt x="0" y="152"/>
                    </a:lnTo>
                    <a:lnTo>
                      <a:pt x="349" y="504"/>
                    </a:lnTo>
                    <a:lnTo>
                      <a:pt x="503" y="350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4" name="Google Shape;1094;p28"/>
              <p:cNvSpPr/>
              <p:nvPr/>
            </p:nvSpPr>
            <p:spPr>
              <a:xfrm>
                <a:off x="641912" y="2968536"/>
                <a:ext cx="33469" cy="33113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72" extrusionOk="0">
                    <a:moveTo>
                      <a:pt x="29" y="1"/>
                    </a:moveTo>
                    <a:lnTo>
                      <a:pt x="1" y="372"/>
                    </a:lnTo>
                    <a:lnTo>
                      <a:pt x="375" y="347"/>
                    </a:lnTo>
                    <a:lnTo>
                      <a:pt x="369" y="268"/>
                    </a:lnTo>
                    <a:lnTo>
                      <a:pt x="83" y="290"/>
                    </a:lnTo>
                    <a:lnTo>
                      <a:pt x="108" y="7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5" name="Google Shape;1095;p28"/>
              <p:cNvSpPr/>
              <p:nvPr/>
            </p:nvSpPr>
            <p:spPr>
              <a:xfrm>
                <a:off x="905652" y="2901333"/>
                <a:ext cx="47711" cy="47711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36" extrusionOk="0">
                    <a:moveTo>
                      <a:pt x="268" y="105"/>
                    </a:moveTo>
                    <a:cubicBezTo>
                      <a:pt x="356" y="105"/>
                      <a:pt x="425" y="177"/>
                      <a:pt x="422" y="259"/>
                    </a:cubicBezTo>
                    <a:cubicBezTo>
                      <a:pt x="422" y="341"/>
                      <a:pt x="356" y="413"/>
                      <a:pt x="268" y="413"/>
                    </a:cubicBezTo>
                    <a:cubicBezTo>
                      <a:pt x="186" y="413"/>
                      <a:pt x="117" y="347"/>
                      <a:pt x="117" y="259"/>
                    </a:cubicBezTo>
                    <a:cubicBezTo>
                      <a:pt x="117" y="177"/>
                      <a:pt x="183" y="105"/>
                      <a:pt x="268" y="105"/>
                    </a:cubicBezTo>
                    <a:close/>
                    <a:moveTo>
                      <a:pt x="268" y="1"/>
                    </a:moveTo>
                    <a:cubicBezTo>
                      <a:pt x="123" y="1"/>
                      <a:pt x="1" y="120"/>
                      <a:pt x="1" y="268"/>
                    </a:cubicBezTo>
                    <a:cubicBezTo>
                      <a:pt x="1" y="413"/>
                      <a:pt x="120" y="536"/>
                      <a:pt x="268" y="536"/>
                    </a:cubicBezTo>
                    <a:cubicBezTo>
                      <a:pt x="419" y="536"/>
                      <a:pt x="535" y="413"/>
                      <a:pt x="535" y="268"/>
                    </a:cubicBezTo>
                    <a:cubicBezTo>
                      <a:pt x="535" y="120"/>
                      <a:pt x="419" y="1"/>
                      <a:pt x="2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6" name="Google Shape;1096;p28"/>
              <p:cNvSpPr/>
              <p:nvPr/>
            </p:nvSpPr>
            <p:spPr>
              <a:xfrm>
                <a:off x="819756" y="2934445"/>
                <a:ext cx="110375" cy="56701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637" extrusionOk="0">
                    <a:moveTo>
                      <a:pt x="1057" y="0"/>
                    </a:moveTo>
                    <a:lnTo>
                      <a:pt x="0" y="582"/>
                    </a:lnTo>
                    <a:cubicBezTo>
                      <a:pt x="0" y="582"/>
                      <a:pt x="125" y="637"/>
                      <a:pt x="243" y="637"/>
                    </a:cubicBezTo>
                    <a:cubicBezTo>
                      <a:pt x="275" y="637"/>
                      <a:pt x="306" y="633"/>
                      <a:pt x="333" y="623"/>
                    </a:cubicBezTo>
                    <a:cubicBezTo>
                      <a:pt x="469" y="576"/>
                      <a:pt x="1239" y="104"/>
                      <a:pt x="1239" y="104"/>
                    </a:cubicBezTo>
                    <a:lnTo>
                      <a:pt x="10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7" name="Google Shape;1097;p28"/>
              <p:cNvSpPr/>
              <p:nvPr/>
            </p:nvSpPr>
            <p:spPr>
              <a:xfrm>
                <a:off x="905385" y="2954561"/>
                <a:ext cx="47711" cy="47711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36" extrusionOk="0">
                    <a:moveTo>
                      <a:pt x="268" y="107"/>
                    </a:moveTo>
                    <a:cubicBezTo>
                      <a:pt x="356" y="107"/>
                      <a:pt x="425" y="180"/>
                      <a:pt x="422" y="262"/>
                    </a:cubicBezTo>
                    <a:cubicBezTo>
                      <a:pt x="422" y="347"/>
                      <a:pt x="353" y="416"/>
                      <a:pt x="268" y="416"/>
                    </a:cubicBezTo>
                    <a:cubicBezTo>
                      <a:pt x="186" y="416"/>
                      <a:pt x="114" y="350"/>
                      <a:pt x="114" y="262"/>
                    </a:cubicBezTo>
                    <a:cubicBezTo>
                      <a:pt x="114" y="180"/>
                      <a:pt x="183" y="107"/>
                      <a:pt x="268" y="107"/>
                    </a:cubicBezTo>
                    <a:close/>
                    <a:moveTo>
                      <a:pt x="268" y="1"/>
                    </a:moveTo>
                    <a:cubicBezTo>
                      <a:pt x="123" y="1"/>
                      <a:pt x="1" y="120"/>
                      <a:pt x="1" y="268"/>
                    </a:cubicBezTo>
                    <a:cubicBezTo>
                      <a:pt x="1" y="413"/>
                      <a:pt x="117" y="535"/>
                      <a:pt x="268" y="535"/>
                    </a:cubicBezTo>
                    <a:cubicBezTo>
                      <a:pt x="419" y="535"/>
                      <a:pt x="535" y="413"/>
                      <a:pt x="535" y="268"/>
                    </a:cubicBezTo>
                    <a:cubicBezTo>
                      <a:pt x="535" y="120"/>
                      <a:pt x="419" y="1"/>
                      <a:pt x="2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8" name="Google Shape;1098;p28"/>
              <p:cNvSpPr/>
              <p:nvPr/>
            </p:nvSpPr>
            <p:spPr>
              <a:xfrm>
                <a:off x="818866" y="2911747"/>
                <a:ext cx="110376" cy="56879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639" extrusionOk="0">
                    <a:moveTo>
                      <a:pt x="240" y="1"/>
                    </a:moveTo>
                    <a:cubicBezTo>
                      <a:pt x="122" y="1"/>
                      <a:pt x="1" y="57"/>
                      <a:pt x="1" y="57"/>
                    </a:cubicBezTo>
                    <a:lnTo>
                      <a:pt x="1061" y="639"/>
                    </a:lnTo>
                    <a:lnTo>
                      <a:pt x="1240" y="535"/>
                    </a:lnTo>
                    <a:cubicBezTo>
                      <a:pt x="1240" y="535"/>
                      <a:pt x="469" y="63"/>
                      <a:pt x="334" y="16"/>
                    </a:cubicBezTo>
                    <a:cubicBezTo>
                      <a:pt x="305" y="5"/>
                      <a:pt x="273" y="1"/>
                      <a:pt x="2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9" name="Google Shape;1099;p28"/>
              <p:cNvSpPr/>
              <p:nvPr/>
            </p:nvSpPr>
            <p:spPr>
              <a:xfrm>
                <a:off x="644493" y="3084785"/>
                <a:ext cx="56078" cy="87677"/>
              </a:xfrm>
              <a:custGeom>
                <a:avLst/>
                <a:gdLst/>
                <a:ahLst/>
                <a:cxnLst/>
                <a:rect l="l" t="t" r="r" b="b"/>
                <a:pathLst>
                  <a:path w="630" h="985" extrusionOk="0">
                    <a:moveTo>
                      <a:pt x="88" y="230"/>
                    </a:moveTo>
                    <a:lnTo>
                      <a:pt x="418" y="494"/>
                    </a:lnTo>
                    <a:lnTo>
                      <a:pt x="88" y="755"/>
                    </a:lnTo>
                    <a:lnTo>
                      <a:pt x="88" y="230"/>
                    </a:lnTo>
                    <a:close/>
                    <a:moveTo>
                      <a:pt x="0" y="0"/>
                    </a:moveTo>
                    <a:lnTo>
                      <a:pt x="0" y="985"/>
                    </a:lnTo>
                    <a:lnTo>
                      <a:pt x="629" y="4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0" name="Google Shape;1100;p28"/>
              <p:cNvSpPr/>
              <p:nvPr/>
            </p:nvSpPr>
            <p:spPr>
              <a:xfrm>
                <a:off x="701549" y="3085586"/>
                <a:ext cx="55010" cy="85452"/>
              </a:xfrm>
              <a:custGeom>
                <a:avLst/>
                <a:gdLst/>
                <a:ahLst/>
                <a:cxnLst/>
                <a:rect l="l" t="t" r="r" b="b"/>
                <a:pathLst>
                  <a:path w="618" h="960" extrusionOk="0">
                    <a:moveTo>
                      <a:pt x="617" y="1"/>
                    </a:moveTo>
                    <a:lnTo>
                      <a:pt x="1" y="482"/>
                    </a:lnTo>
                    <a:lnTo>
                      <a:pt x="617" y="960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1" name="Google Shape;1101;p28"/>
              <p:cNvSpPr/>
              <p:nvPr/>
            </p:nvSpPr>
            <p:spPr>
              <a:xfrm>
                <a:off x="700214" y="3078287"/>
                <a:ext cx="8189" cy="961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080" extrusionOk="0">
                    <a:moveTo>
                      <a:pt x="0" y="1"/>
                    </a:moveTo>
                    <a:lnTo>
                      <a:pt x="0" y="183"/>
                    </a:lnTo>
                    <a:lnTo>
                      <a:pt x="91" y="183"/>
                    </a:lnTo>
                    <a:lnTo>
                      <a:pt x="91" y="1"/>
                    </a:lnTo>
                    <a:close/>
                    <a:moveTo>
                      <a:pt x="0" y="268"/>
                    </a:moveTo>
                    <a:lnTo>
                      <a:pt x="0" y="451"/>
                    </a:lnTo>
                    <a:lnTo>
                      <a:pt x="91" y="451"/>
                    </a:lnTo>
                    <a:lnTo>
                      <a:pt x="91" y="268"/>
                    </a:lnTo>
                    <a:close/>
                    <a:moveTo>
                      <a:pt x="0" y="627"/>
                    </a:moveTo>
                    <a:lnTo>
                      <a:pt x="0" y="806"/>
                    </a:lnTo>
                    <a:lnTo>
                      <a:pt x="91" y="806"/>
                    </a:lnTo>
                    <a:lnTo>
                      <a:pt x="91" y="627"/>
                    </a:lnTo>
                    <a:close/>
                    <a:moveTo>
                      <a:pt x="0" y="897"/>
                    </a:moveTo>
                    <a:lnTo>
                      <a:pt x="0" y="1080"/>
                    </a:lnTo>
                    <a:lnTo>
                      <a:pt x="91" y="1080"/>
                    </a:lnTo>
                    <a:lnTo>
                      <a:pt x="91" y="89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2" name="Google Shape;1102;p28"/>
              <p:cNvSpPr/>
              <p:nvPr/>
            </p:nvSpPr>
            <p:spPr>
              <a:xfrm>
                <a:off x="1661268" y="2079312"/>
                <a:ext cx="462865" cy="423789"/>
              </a:xfrm>
              <a:custGeom>
                <a:avLst/>
                <a:gdLst/>
                <a:ahLst/>
                <a:cxnLst/>
                <a:rect l="l" t="t" r="r" b="b"/>
                <a:pathLst>
                  <a:path w="5200" h="4761" extrusionOk="0">
                    <a:moveTo>
                      <a:pt x="2588" y="0"/>
                    </a:moveTo>
                    <a:cubicBezTo>
                      <a:pt x="2348" y="0"/>
                      <a:pt x="2114" y="48"/>
                      <a:pt x="1913" y="168"/>
                    </a:cubicBezTo>
                    <a:cubicBezTo>
                      <a:pt x="1120" y="637"/>
                      <a:pt x="551" y="1467"/>
                      <a:pt x="1" y="2150"/>
                    </a:cubicBezTo>
                    <a:lnTo>
                      <a:pt x="727" y="4760"/>
                    </a:lnTo>
                    <a:cubicBezTo>
                      <a:pt x="727" y="4760"/>
                      <a:pt x="2545" y="1939"/>
                      <a:pt x="2677" y="1832"/>
                    </a:cubicBezTo>
                    <a:cubicBezTo>
                      <a:pt x="2706" y="1810"/>
                      <a:pt x="2735" y="1801"/>
                      <a:pt x="2765" y="1801"/>
                    </a:cubicBezTo>
                    <a:cubicBezTo>
                      <a:pt x="2880" y="1801"/>
                      <a:pt x="3002" y="1943"/>
                      <a:pt x="3102" y="2055"/>
                    </a:cubicBezTo>
                    <a:cubicBezTo>
                      <a:pt x="3162" y="2159"/>
                      <a:pt x="3209" y="2263"/>
                      <a:pt x="3243" y="2373"/>
                    </a:cubicBezTo>
                    <a:cubicBezTo>
                      <a:pt x="3415" y="2806"/>
                      <a:pt x="3708" y="3505"/>
                      <a:pt x="4148" y="3505"/>
                    </a:cubicBezTo>
                    <a:cubicBezTo>
                      <a:pt x="4233" y="3505"/>
                      <a:pt x="4324" y="3479"/>
                      <a:pt x="4420" y="3420"/>
                    </a:cubicBezTo>
                    <a:cubicBezTo>
                      <a:pt x="5200" y="2936"/>
                      <a:pt x="4350" y="917"/>
                      <a:pt x="4168" y="621"/>
                    </a:cubicBezTo>
                    <a:cubicBezTo>
                      <a:pt x="4071" y="502"/>
                      <a:pt x="3948" y="404"/>
                      <a:pt x="3809" y="338"/>
                    </a:cubicBezTo>
                    <a:cubicBezTo>
                      <a:pt x="3497" y="165"/>
                      <a:pt x="3032" y="0"/>
                      <a:pt x="2588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3" name="Google Shape;1103;p28"/>
              <p:cNvSpPr/>
              <p:nvPr/>
            </p:nvSpPr>
            <p:spPr>
              <a:xfrm>
                <a:off x="1661268" y="2079312"/>
                <a:ext cx="339138" cy="423789"/>
              </a:xfrm>
              <a:custGeom>
                <a:avLst/>
                <a:gdLst/>
                <a:ahLst/>
                <a:cxnLst/>
                <a:rect l="l" t="t" r="r" b="b"/>
                <a:pathLst>
                  <a:path w="3810" h="4761" extrusionOk="0">
                    <a:moveTo>
                      <a:pt x="2588" y="0"/>
                    </a:moveTo>
                    <a:cubicBezTo>
                      <a:pt x="2348" y="0"/>
                      <a:pt x="2114" y="48"/>
                      <a:pt x="1913" y="168"/>
                    </a:cubicBezTo>
                    <a:cubicBezTo>
                      <a:pt x="1120" y="637"/>
                      <a:pt x="551" y="1467"/>
                      <a:pt x="1" y="2150"/>
                    </a:cubicBezTo>
                    <a:lnTo>
                      <a:pt x="727" y="4760"/>
                    </a:lnTo>
                    <a:cubicBezTo>
                      <a:pt x="727" y="4760"/>
                      <a:pt x="2545" y="1939"/>
                      <a:pt x="2677" y="1832"/>
                    </a:cubicBezTo>
                    <a:cubicBezTo>
                      <a:pt x="2706" y="1810"/>
                      <a:pt x="2735" y="1801"/>
                      <a:pt x="2765" y="1801"/>
                    </a:cubicBezTo>
                    <a:cubicBezTo>
                      <a:pt x="2880" y="1801"/>
                      <a:pt x="3002" y="1943"/>
                      <a:pt x="3102" y="2055"/>
                    </a:cubicBezTo>
                    <a:cubicBezTo>
                      <a:pt x="3162" y="2159"/>
                      <a:pt x="3209" y="2263"/>
                      <a:pt x="3243" y="2373"/>
                    </a:cubicBezTo>
                    <a:cubicBezTo>
                      <a:pt x="3448" y="1650"/>
                      <a:pt x="3668" y="848"/>
                      <a:pt x="3809" y="338"/>
                    </a:cubicBezTo>
                    <a:cubicBezTo>
                      <a:pt x="3497" y="165"/>
                      <a:pt x="3032" y="0"/>
                      <a:pt x="2588" y="0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4" name="Google Shape;1104;p28"/>
              <p:cNvSpPr/>
              <p:nvPr/>
            </p:nvSpPr>
            <p:spPr>
              <a:xfrm>
                <a:off x="1571723" y="1917490"/>
                <a:ext cx="562826" cy="845352"/>
              </a:xfrm>
              <a:custGeom>
                <a:avLst/>
                <a:gdLst/>
                <a:ahLst/>
                <a:cxnLst/>
                <a:rect l="l" t="t" r="r" b="b"/>
                <a:pathLst>
                  <a:path w="6323" h="9497" extrusionOk="0">
                    <a:moveTo>
                      <a:pt x="5847" y="1"/>
                    </a:moveTo>
                    <a:cubicBezTo>
                      <a:pt x="5458" y="1"/>
                      <a:pt x="4829" y="209"/>
                      <a:pt x="4111" y="401"/>
                    </a:cubicBezTo>
                    <a:cubicBezTo>
                      <a:pt x="2642" y="794"/>
                      <a:pt x="862" y="1357"/>
                      <a:pt x="516" y="2096"/>
                    </a:cubicBezTo>
                    <a:cubicBezTo>
                      <a:pt x="0" y="3191"/>
                      <a:pt x="302" y="4987"/>
                      <a:pt x="334" y="5534"/>
                    </a:cubicBezTo>
                    <a:cubicBezTo>
                      <a:pt x="365" y="6078"/>
                      <a:pt x="54" y="7928"/>
                      <a:pt x="54" y="7928"/>
                    </a:cubicBezTo>
                    <a:cubicBezTo>
                      <a:pt x="1648" y="8757"/>
                      <a:pt x="4138" y="9496"/>
                      <a:pt x="4774" y="9496"/>
                    </a:cubicBezTo>
                    <a:cubicBezTo>
                      <a:pt x="4865" y="9496"/>
                      <a:pt x="4918" y="9482"/>
                      <a:pt x="4926" y="9450"/>
                    </a:cubicBezTo>
                    <a:cubicBezTo>
                      <a:pt x="4973" y="9255"/>
                      <a:pt x="5294" y="8462"/>
                      <a:pt x="5781" y="7286"/>
                    </a:cubicBezTo>
                    <a:cubicBezTo>
                      <a:pt x="5297" y="6424"/>
                      <a:pt x="4539" y="4600"/>
                      <a:pt x="4337" y="4122"/>
                    </a:cubicBezTo>
                    <a:cubicBezTo>
                      <a:pt x="4020" y="3622"/>
                      <a:pt x="3617" y="2379"/>
                      <a:pt x="3677" y="2357"/>
                    </a:cubicBezTo>
                    <a:cubicBezTo>
                      <a:pt x="3778" y="2317"/>
                      <a:pt x="4133" y="2169"/>
                      <a:pt x="4545" y="1955"/>
                    </a:cubicBezTo>
                    <a:cubicBezTo>
                      <a:pt x="5092" y="1672"/>
                      <a:pt x="5746" y="1279"/>
                      <a:pt x="6070" y="863"/>
                    </a:cubicBezTo>
                    <a:cubicBezTo>
                      <a:pt x="6253" y="637"/>
                      <a:pt x="6322" y="411"/>
                      <a:pt x="6231" y="187"/>
                    </a:cubicBezTo>
                    <a:cubicBezTo>
                      <a:pt x="6177" y="53"/>
                      <a:pt x="6043" y="1"/>
                      <a:pt x="5847" y="1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5" name="Google Shape;1105;p28"/>
              <p:cNvSpPr/>
              <p:nvPr/>
            </p:nvSpPr>
            <p:spPr>
              <a:xfrm>
                <a:off x="1957765" y="2067118"/>
                <a:ext cx="236239" cy="498915"/>
              </a:xfrm>
              <a:custGeom>
                <a:avLst/>
                <a:gdLst/>
                <a:ahLst/>
                <a:cxnLst/>
                <a:rect l="l" t="t" r="r" b="b"/>
                <a:pathLst>
                  <a:path w="2654" h="5605" extrusionOk="0">
                    <a:moveTo>
                      <a:pt x="1896" y="0"/>
                    </a:moveTo>
                    <a:cubicBezTo>
                      <a:pt x="1832" y="0"/>
                      <a:pt x="1757" y="12"/>
                      <a:pt x="1671" y="38"/>
                    </a:cubicBezTo>
                    <a:cubicBezTo>
                      <a:pt x="567" y="365"/>
                      <a:pt x="511" y="2643"/>
                      <a:pt x="213" y="2643"/>
                    </a:cubicBezTo>
                    <a:cubicBezTo>
                      <a:pt x="210" y="2643"/>
                      <a:pt x="208" y="2643"/>
                      <a:pt x="205" y="2642"/>
                    </a:cubicBezTo>
                    <a:cubicBezTo>
                      <a:pt x="145" y="2633"/>
                      <a:pt x="73" y="2557"/>
                      <a:pt x="0" y="2441"/>
                    </a:cubicBezTo>
                    <a:lnTo>
                      <a:pt x="0" y="2441"/>
                    </a:lnTo>
                    <a:cubicBezTo>
                      <a:pt x="202" y="2919"/>
                      <a:pt x="960" y="4743"/>
                      <a:pt x="1444" y="5605"/>
                    </a:cubicBezTo>
                    <a:cubicBezTo>
                      <a:pt x="1608" y="5202"/>
                      <a:pt x="1762" y="4847"/>
                      <a:pt x="1875" y="4611"/>
                    </a:cubicBezTo>
                    <a:cubicBezTo>
                      <a:pt x="2312" y="3668"/>
                      <a:pt x="2249" y="3004"/>
                      <a:pt x="2079" y="2318"/>
                    </a:cubicBezTo>
                    <a:cubicBezTo>
                      <a:pt x="1923" y="1686"/>
                      <a:pt x="2654" y="0"/>
                      <a:pt x="1896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6" name="Google Shape;1106;p28"/>
              <p:cNvSpPr/>
              <p:nvPr/>
            </p:nvSpPr>
            <p:spPr>
              <a:xfrm>
                <a:off x="1941208" y="2157375"/>
                <a:ext cx="88389" cy="146159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642" extrusionOk="0">
                    <a:moveTo>
                      <a:pt x="972" y="1"/>
                    </a:moveTo>
                    <a:cubicBezTo>
                      <a:pt x="965" y="1"/>
                      <a:pt x="959" y="5"/>
                      <a:pt x="957" y="15"/>
                    </a:cubicBezTo>
                    <a:cubicBezTo>
                      <a:pt x="781" y="427"/>
                      <a:pt x="539" y="1455"/>
                      <a:pt x="378" y="1521"/>
                    </a:cubicBezTo>
                    <a:cubicBezTo>
                      <a:pt x="374" y="1523"/>
                      <a:pt x="370" y="1523"/>
                      <a:pt x="365" y="1523"/>
                    </a:cubicBezTo>
                    <a:cubicBezTo>
                      <a:pt x="266" y="1523"/>
                      <a:pt x="74" y="1178"/>
                      <a:pt x="29" y="1093"/>
                    </a:cubicBezTo>
                    <a:cubicBezTo>
                      <a:pt x="23" y="1079"/>
                      <a:pt x="15" y="1072"/>
                      <a:pt x="9" y="1072"/>
                    </a:cubicBezTo>
                    <a:cubicBezTo>
                      <a:pt x="4" y="1072"/>
                      <a:pt x="1" y="1079"/>
                      <a:pt x="4" y="1093"/>
                    </a:cubicBezTo>
                    <a:cubicBezTo>
                      <a:pt x="34" y="1189"/>
                      <a:pt x="254" y="1642"/>
                      <a:pt x="389" y="1642"/>
                    </a:cubicBezTo>
                    <a:cubicBezTo>
                      <a:pt x="396" y="1642"/>
                      <a:pt x="403" y="1640"/>
                      <a:pt x="410" y="1638"/>
                    </a:cubicBezTo>
                    <a:cubicBezTo>
                      <a:pt x="611" y="1556"/>
                      <a:pt x="737" y="902"/>
                      <a:pt x="797" y="691"/>
                    </a:cubicBezTo>
                    <a:cubicBezTo>
                      <a:pt x="850" y="468"/>
                      <a:pt x="913" y="247"/>
                      <a:pt x="988" y="27"/>
                    </a:cubicBezTo>
                    <a:cubicBezTo>
                      <a:pt x="992" y="12"/>
                      <a:pt x="982" y="1"/>
                      <a:pt x="9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7" name="Google Shape;1107;p28"/>
              <p:cNvSpPr/>
              <p:nvPr/>
            </p:nvSpPr>
            <p:spPr>
              <a:xfrm>
                <a:off x="1026351" y="2575106"/>
                <a:ext cx="991866" cy="1169357"/>
              </a:xfrm>
              <a:custGeom>
                <a:avLst/>
                <a:gdLst/>
                <a:ahLst/>
                <a:cxnLst/>
                <a:rect l="l" t="t" r="r" b="b"/>
                <a:pathLst>
                  <a:path w="11143" h="13137" extrusionOk="0">
                    <a:moveTo>
                      <a:pt x="6502" y="1"/>
                    </a:moveTo>
                    <a:cubicBezTo>
                      <a:pt x="6355" y="1"/>
                      <a:pt x="6266" y="18"/>
                      <a:pt x="6256" y="52"/>
                    </a:cubicBezTo>
                    <a:cubicBezTo>
                      <a:pt x="6181" y="319"/>
                      <a:pt x="5391" y="6166"/>
                      <a:pt x="5196" y="6500"/>
                    </a:cubicBezTo>
                    <a:cubicBezTo>
                      <a:pt x="4998" y="6833"/>
                      <a:pt x="2432" y="9805"/>
                      <a:pt x="1523" y="10752"/>
                    </a:cubicBezTo>
                    <a:cubicBezTo>
                      <a:pt x="1" y="12341"/>
                      <a:pt x="605" y="13136"/>
                      <a:pt x="1667" y="13136"/>
                    </a:cubicBezTo>
                    <a:cubicBezTo>
                      <a:pt x="1950" y="13136"/>
                      <a:pt x="2266" y="13080"/>
                      <a:pt x="2582" y="12966"/>
                    </a:cubicBezTo>
                    <a:cubicBezTo>
                      <a:pt x="3152" y="12762"/>
                      <a:pt x="8747" y="10010"/>
                      <a:pt x="9335" y="9076"/>
                    </a:cubicBezTo>
                    <a:cubicBezTo>
                      <a:pt x="9574" y="8686"/>
                      <a:pt x="10955" y="3471"/>
                      <a:pt x="11053" y="2062"/>
                    </a:cubicBezTo>
                    <a:cubicBezTo>
                      <a:pt x="11143" y="769"/>
                      <a:pt x="7494" y="1"/>
                      <a:pt x="6502" y="1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8" name="Google Shape;1108;p28"/>
              <p:cNvSpPr/>
              <p:nvPr/>
            </p:nvSpPr>
            <p:spPr>
              <a:xfrm>
                <a:off x="1044688" y="2503007"/>
                <a:ext cx="994893" cy="1252139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14067" extrusionOk="0">
                    <a:moveTo>
                      <a:pt x="5905" y="0"/>
                    </a:moveTo>
                    <a:cubicBezTo>
                      <a:pt x="5905" y="0"/>
                      <a:pt x="5040" y="7093"/>
                      <a:pt x="4899" y="7215"/>
                    </a:cubicBezTo>
                    <a:cubicBezTo>
                      <a:pt x="4761" y="7338"/>
                      <a:pt x="2084" y="10656"/>
                      <a:pt x="1232" y="11521"/>
                    </a:cubicBezTo>
                    <a:cubicBezTo>
                      <a:pt x="14" y="12754"/>
                      <a:pt x="1" y="14067"/>
                      <a:pt x="1299" y="14067"/>
                    </a:cubicBezTo>
                    <a:cubicBezTo>
                      <a:pt x="1627" y="14067"/>
                      <a:pt x="2039" y="13983"/>
                      <a:pt x="2537" y="13792"/>
                    </a:cubicBezTo>
                    <a:cubicBezTo>
                      <a:pt x="5905" y="12503"/>
                      <a:pt x="8538" y="10917"/>
                      <a:pt x="9280" y="9895"/>
                    </a:cubicBezTo>
                    <a:cubicBezTo>
                      <a:pt x="10114" y="8744"/>
                      <a:pt x="11177" y="3334"/>
                      <a:pt x="11177" y="3334"/>
                    </a:cubicBezTo>
                    <a:lnTo>
                      <a:pt x="59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9" name="Google Shape;1109;p28"/>
              <p:cNvSpPr/>
              <p:nvPr/>
            </p:nvSpPr>
            <p:spPr>
              <a:xfrm>
                <a:off x="1575016" y="2674176"/>
                <a:ext cx="426281" cy="250748"/>
              </a:xfrm>
              <a:custGeom>
                <a:avLst/>
                <a:gdLst/>
                <a:ahLst/>
                <a:cxnLst/>
                <a:rect l="l" t="t" r="r" b="b"/>
                <a:pathLst>
                  <a:path w="4789" h="2817" extrusionOk="0">
                    <a:moveTo>
                      <a:pt x="27" y="0"/>
                    </a:moveTo>
                    <a:cubicBezTo>
                      <a:pt x="1" y="0"/>
                      <a:pt x="5" y="28"/>
                      <a:pt x="42" y="53"/>
                    </a:cubicBezTo>
                    <a:cubicBezTo>
                      <a:pt x="715" y="502"/>
                      <a:pt x="3951" y="2386"/>
                      <a:pt x="4756" y="2814"/>
                    </a:cubicBezTo>
                    <a:cubicBezTo>
                      <a:pt x="4759" y="2816"/>
                      <a:pt x="4762" y="2817"/>
                      <a:pt x="4765" y="2817"/>
                    </a:cubicBezTo>
                    <a:cubicBezTo>
                      <a:pt x="4779" y="2817"/>
                      <a:pt x="4788" y="2793"/>
                      <a:pt x="4772" y="2779"/>
                    </a:cubicBezTo>
                    <a:cubicBezTo>
                      <a:pt x="4005" y="2320"/>
                      <a:pt x="2508" y="1238"/>
                      <a:pt x="57" y="8"/>
                    </a:cubicBezTo>
                    <a:cubicBezTo>
                      <a:pt x="45" y="3"/>
                      <a:pt x="34" y="0"/>
                      <a:pt x="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0" name="Google Shape;1110;p28"/>
              <p:cNvSpPr/>
              <p:nvPr/>
            </p:nvSpPr>
            <p:spPr>
              <a:xfrm>
                <a:off x="1659844" y="3219014"/>
                <a:ext cx="273090" cy="291605"/>
              </a:xfrm>
              <a:custGeom>
                <a:avLst/>
                <a:gdLst/>
                <a:ahLst/>
                <a:cxnLst/>
                <a:rect l="l" t="t" r="r" b="b"/>
                <a:pathLst>
                  <a:path w="3068" h="3276" extrusionOk="0">
                    <a:moveTo>
                      <a:pt x="2264" y="0"/>
                    </a:moveTo>
                    <a:cubicBezTo>
                      <a:pt x="2236" y="0"/>
                      <a:pt x="2214" y="4"/>
                      <a:pt x="2199" y="11"/>
                    </a:cubicBezTo>
                    <a:cubicBezTo>
                      <a:pt x="2080" y="80"/>
                      <a:pt x="1618" y="1266"/>
                      <a:pt x="1331" y="1502"/>
                    </a:cubicBezTo>
                    <a:cubicBezTo>
                      <a:pt x="1042" y="1738"/>
                      <a:pt x="111" y="2213"/>
                      <a:pt x="58" y="2260"/>
                    </a:cubicBezTo>
                    <a:cubicBezTo>
                      <a:pt x="1" y="2307"/>
                      <a:pt x="602" y="3251"/>
                      <a:pt x="674" y="3276"/>
                    </a:cubicBezTo>
                    <a:cubicBezTo>
                      <a:pt x="674" y="3276"/>
                      <a:pt x="1580" y="3068"/>
                      <a:pt x="2234" y="2597"/>
                    </a:cubicBezTo>
                    <a:cubicBezTo>
                      <a:pt x="3067" y="1990"/>
                      <a:pt x="3049" y="197"/>
                      <a:pt x="3049" y="197"/>
                    </a:cubicBezTo>
                    <a:cubicBezTo>
                      <a:pt x="3049" y="197"/>
                      <a:pt x="2481" y="0"/>
                      <a:pt x="2264" y="0"/>
                    </a:cubicBezTo>
                    <a:close/>
                  </a:path>
                </a:pathLst>
              </a:custGeom>
              <a:solidFill>
                <a:srgbClr val="B1A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1" name="Google Shape;1111;p28"/>
              <p:cNvSpPr/>
              <p:nvPr/>
            </p:nvSpPr>
            <p:spPr>
              <a:xfrm>
                <a:off x="1659844" y="3219014"/>
                <a:ext cx="273090" cy="291605"/>
              </a:xfrm>
              <a:custGeom>
                <a:avLst/>
                <a:gdLst/>
                <a:ahLst/>
                <a:cxnLst/>
                <a:rect l="l" t="t" r="r" b="b"/>
                <a:pathLst>
                  <a:path w="3068" h="3276" extrusionOk="0">
                    <a:moveTo>
                      <a:pt x="2264" y="0"/>
                    </a:moveTo>
                    <a:cubicBezTo>
                      <a:pt x="2236" y="0"/>
                      <a:pt x="2214" y="4"/>
                      <a:pt x="2199" y="11"/>
                    </a:cubicBezTo>
                    <a:cubicBezTo>
                      <a:pt x="2080" y="80"/>
                      <a:pt x="1618" y="1266"/>
                      <a:pt x="1331" y="1502"/>
                    </a:cubicBezTo>
                    <a:cubicBezTo>
                      <a:pt x="1042" y="1738"/>
                      <a:pt x="111" y="2213"/>
                      <a:pt x="58" y="2260"/>
                    </a:cubicBezTo>
                    <a:cubicBezTo>
                      <a:pt x="1" y="2307"/>
                      <a:pt x="602" y="3251"/>
                      <a:pt x="674" y="3276"/>
                    </a:cubicBezTo>
                    <a:cubicBezTo>
                      <a:pt x="674" y="3276"/>
                      <a:pt x="1580" y="3068"/>
                      <a:pt x="2234" y="2597"/>
                    </a:cubicBezTo>
                    <a:cubicBezTo>
                      <a:pt x="3067" y="1990"/>
                      <a:pt x="3049" y="197"/>
                      <a:pt x="3049" y="197"/>
                    </a:cubicBezTo>
                    <a:cubicBezTo>
                      <a:pt x="3049" y="197"/>
                      <a:pt x="2481" y="0"/>
                      <a:pt x="2264" y="0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2" name="Google Shape;1112;p28"/>
              <p:cNvSpPr/>
              <p:nvPr/>
            </p:nvSpPr>
            <p:spPr>
              <a:xfrm>
                <a:off x="1777428" y="3300638"/>
                <a:ext cx="46554" cy="59104"/>
              </a:xfrm>
              <a:custGeom>
                <a:avLst/>
                <a:gdLst/>
                <a:ahLst/>
                <a:cxnLst/>
                <a:rect l="l" t="t" r="r" b="b"/>
                <a:pathLst>
                  <a:path w="523" h="664" extrusionOk="0">
                    <a:moveTo>
                      <a:pt x="1" y="0"/>
                    </a:moveTo>
                    <a:cubicBezTo>
                      <a:pt x="17" y="69"/>
                      <a:pt x="45" y="142"/>
                      <a:pt x="80" y="204"/>
                    </a:cubicBezTo>
                    <a:cubicBezTo>
                      <a:pt x="114" y="267"/>
                      <a:pt x="155" y="330"/>
                      <a:pt x="199" y="384"/>
                    </a:cubicBezTo>
                    <a:cubicBezTo>
                      <a:pt x="287" y="497"/>
                      <a:pt x="397" y="594"/>
                      <a:pt x="523" y="664"/>
                    </a:cubicBezTo>
                    <a:cubicBezTo>
                      <a:pt x="514" y="588"/>
                      <a:pt x="488" y="519"/>
                      <a:pt x="448" y="456"/>
                    </a:cubicBezTo>
                    <a:cubicBezTo>
                      <a:pt x="413" y="393"/>
                      <a:pt x="375" y="330"/>
                      <a:pt x="331" y="274"/>
                    </a:cubicBezTo>
                    <a:cubicBezTo>
                      <a:pt x="287" y="220"/>
                      <a:pt x="240" y="170"/>
                      <a:pt x="186" y="120"/>
                    </a:cubicBezTo>
                    <a:cubicBezTo>
                      <a:pt x="130" y="72"/>
                      <a:pt x="67" y="31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3" name="Google Shape;1113;p28"/>
              <p:cNvSpPr/>
              <p:nvPr/>
            </p:nvSpPr>
            <p:spPr>
              <a:xfrm>
                <a:off x="1899284" y="3190531"/>
                <a:ext cx="22164" cy="72901"/>
              </a:xfrm>
              <a:custGeom>
                <a:avLst/>
                <a:gdLst/>
                <a:ahLst/>
                <a:cxnLst/>
                <a:rect l="l" t="t" r="r" b="b"/>
                <a:pathLst>
                  <a:path w="249" h="819" extrusionOk="0">
                    <a:moveTo>
                      <a:pt x="223" y="1"/>
                    </a:moveTo>
                    <a:cubicBezTo>
                      <a:pt x="176" y="58"/>
                      <a:pt x="138" y="124"/>
                      <a:pt x="110" y="190"/>
                    </a:cubicBezTo>
                    <a:cubicBezTo>
                      <a:pt x="82" y="253"/>
                      <a:pt x="60" y="322"/>
                      <a:pt x="44" y="391"/>
                    </a:cubicBezTo>
                    <a:cubicBezTo>
                      <a:pt x="9" y="529"/>
                      <a:pt x="0" y="677"/>
                      <a:pt x="25" y="819"/>
                    </a:cubicBezTo>
                    <a:cubicBezTo>
                      <a:pt x="72" y="765"/>
                      <a:pt x="113" y="702"/>
                      <a:pt x="142" y="636"/>
                    </a:cubicBezTo>
                    <a:cubicBezTo>
                      <a:pt x="198" y="504"/>
                      <a:pt x="233" y="363"/>
                      <a:pt x="239" y="221"/>
                    </a:cubicBezTo>
                    <a:cubicBezTo>
                      <a:pt x="249" y="149"/>
                      <a:pt x="239" y="73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4" name="Google Shape;1114;p28"/>
              <p:cNvSpPr/>
              <p:nvPr/>
            </p:nvSpPr>
            <p:spPr>
              <a:xfrm>
                <a:off x="1877654" y="3187771"/>
                <a:ext cx="16378" cy="75661"/>
              </a:xfrm>
              <a:custGeom>
                <a:avLst/>
                <a:gdLst/>
                <a:ahLst/>
                <a:cxnLst/>
                <a:rect l="l" t="t" r="r" b="b"/>
                <a:pathLst>
                  <a:path w="184" h="850" extrusionOk="0">
                    <a:moveTo>
                      <a:pt x="95" y="1"/>
                    </a:moveTo>
                    <a:cubicBezTo>
                      <a:pt x="57" y="70"/>
                      <a:pt x="35" y="139"/>
                      <a:pt x="23" y="214"/>
                    </a:cubicBezTo>
                    <a:cubicBezTo>
                      <a:pt x="10" y="284"/>
                      <a:pt x="4" y="356"/>
                      <a:pt x="4" y="425"/>
                    </a:cubicBezTo>
                    <a:cubicBezTo>
                      <a:pt x="1" y="573"/>
                      <a:pt x="23" y="718"/>
                      <a:pt x="80" y="850"/>
                    </a:cubicBezTo>
                    <a:cubicBezTo>
                      <a:pt x="114" y="784"/>
                      <a:pt x="142" y="714"/>
                      <a:pt x="158" y="636"/>
                    </a:cubicBezTo>
                    <a:cubicBezTo>
                      <a:pt x="180" y="497"/>
                      <a:pt x="183" y="356"/>
                      <a:pt x="161" y="214"/>
                    </a:cubicBezTo>
                    <a:cubicBezTo>
                      <a:pt x="149" y="139"/>
                      <a:pt x="127" y="70"/>
                      <a:pt x="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5" name="Google Shape;1115;p28"/>
              <p:cNvSpPr/>
              <p:nvPr/>
            </p:nvSpPr>
            <p:spPr>
              <a:xfrm>
                <a:off x="1652634" y="3457921"/>
                <a:ext cx="76729" cy="15488"/>
              </a:xfrm>
              <a:custGeom>
                <a:avLst/>
                <a:gdLst/>
                <a:ahLst/>
                <a:cxnLst/>
                <a:rect l="l" t="t" r="r" b="b"/>
                <a:pathLst>
                  <a:path w="862" h="174" extrusionOk="0">
                    <a:moveTo>
                      <a:pt x="406" y="0"/>
                    </a:moveTo>
                    <a:cubicBezTo>
                      <a:pt x="269" y="0"/>
                      <a:pt x="132" y="29"/>
                      <a:pt x="0" y="79"/>
                    </a:cubicBezTo>
                    <a:cubicBezTo>
                      <a:pt x="66" y="117"/>
                      <a:pt x="139" y="139"/>
                      <a:pt x="217" y="155"/>
                    </a:cubicBezTo>
                    <a:cubicBezTo>
                      <a:pt x="288" y="167"/>
                      <a:pt x="359" y="174"/>
                      <a:pt x="431" y="174"/>
                    </a:cubicBezTo>
                    <a:cubicBezTo>
                      <a:pt x="503" y="174"/>
                      <a:pt x="574" y="167"/>
                      <a:pt x="645" y="155"/>
                    </a:cubicBezTo>
                    <a:cubicBezTo>
                      <a:pt x="720" y="142"/>
                      <a:pt x="793" y="120"/>
                      <a:pt x="862" y="89"/>
                    </a:cubicBezTo>
                    <a:cubicBezTo>
                      <a:pt x="790" y="57"/>
                      <a:pt x="720" y="32"/>
                      <a:pt x="645" y="23"/>
                    </a:cubicBezTo>
                    <a:cubicBezTo>
                      <a:pt x="573" y="7"/>
                      <a:pt x="500" y="1"/>
                      <a:pt x="428" y="1"/>
                    </a:cubicBezTo>
                    <a:cubicBezTo>
                      <a:pt x="421" y="0"/>
                      <a:pt x="413" y="0"/>
                      <a:pt x="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6" name="Google Shape;1116;p28"/>
              <p:cNvSpPr/>
              <p:nvPr/>
            </p:nvSpPr>
            <p:spPr>
              <a:xfrm>
                <a:off x="1751971" y="3325472"/>
                <a:ext cx="76818" cy="1495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168" extrusionOk="0">
                    <a:moveTo>
                      <a:pt x="389" y="0"/>
                    </a:moveTo>
                    <a:cubicBezTo>
                      <a:pt x="257" y="0"/>
                      <a:pt x="126" y="28"/>
                      <a:pt x="1" y="80"/>
                    </a:cubicBezTo>
                    <a:cubicBezTo>
                      <a:pt x="67" y="114"/>
                      <a:pt x="139" y="136"/>
                      <a:pt x="211" y="149"/>
                    </a:cubicBezTo>
                    <a:cubicBezTo>
                      <a:pt x="284" y="161"/>
                      <a:pt x="359" y="168"/>
                      <a:pt x="428" y="168"/>
                    </a:cubicBezTo>
                    <a:cubicBezTo>
                      <a:pt x="504" y="168"/>
                      <a:pt x="573" y="161"/>
                      <a:pt x="645" y="149"/>
                    </a:cubicBezTo>
                    <a:cubicBezTo>
                      <a:pt x="721" y="136"/>
                      <a:pt x="793" y="114"/>
                      <a:pt x="862" y="83"/>
                    </a:cubicBezTo>
                    <a:cubicBezTo>
                      <a:pt x="790" y="51"/>
                      <a:pt x="721" y="26"/>
                      <a:pt x="645" y="17"/>
                    </a:cubicBezTo>
                    <a:cubicBezTo>
                      <a:pt x="573" y="4"/>
                      <a:pt x="501" y="1"/>
                      <a:pt x="428" y="1"/>
                    </a:cubicBezTo>
                    <a:cubicBezTo>
                      <a:pt x="415" y="0"/>
                      <a:pt x="402" y="0"/>
                      <a:pt x="3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7" name="Google Shape;1117;p28"/>
              <p:cNvSpPr/>
              <p:nvPr/>
            </p:nvSpPr>
            <p:spPr>
              <a:xfrm>
                <a:off x="1044688" y="3496552"/>
                <a:ext cx="418181" cy="258581"/>
              </a:xfrm>
              <a:custGeom>
                <a:avLst/>
                <a:gdLst/>
                <a:ahLst/>
                <a:cxnLst/>
                <a:rect l="l" t="t" r="r" b="b"/>
                <a:pathLst>
                  <a:path w="4698" h="2905" extrusionOk="0">
                    <a:moveTo>
                      <a:pt x="1562" y="1"/>
                    </a:moveTo>
                    <a:cubicBezTo>
                      <a:pt x="1436" y="145"/>
                      <a:pt x="1323" y="268"/>
                      <a:pt x="1232" y="359"/>
                    </a:cubicBezTo>
                    <a:cubicBezTo>
                      <a:pt x="14" y="1592"/>
                      <a:pt x="1" y="2905"/>
                      <a:pt x="1299" y="2905"/>
                    </a:cubicBezTo>
                    <a:cubicBezTo>
                      <a:pt x="1627" y="2905"/>
                      <a:pt x="2039" y="2821"/>
                      <a:pt x="2537" y="2630"/>
                    </a:cubicBezTo>
                    <a:cubicBezTo>
                      <a:pt x="3298" y="2341"/>
                      <a:pt x="4028" y="2029"/>
                      <a:pt x="4698" y="1718"/>
                    </a:cubicBezTo>
                    <a:lnTo>
                      <a:pt x="1562" y="1"/>
                    </a:ln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8" name="Google Shape;1118;p28"/>
              <p:cNvSpPr/>
              <p:nvPr/>
            </p:nvSpPr>
            <p:spPr>
              <a:xfrm>
                <a:off x="428374" y="3492457"/>
                <a:ext cx="1218759" cy="1441824"/>
              </a:xfrm>
              <a:custGeom>
                <a:avLst/>
                <a:gdLst/>
                <a:ahLst/>
                <a:cxnLst/>
                <a:rect l="l" t="t" r="r" b="b"/>
                <a:pathLst>
                  <a:path w="13692" h="16198" extrusionOk="0">
                    <a:moveTo>
                      <a:pt x="7716" y="1"/>
                    </a:moveTo>
                    <a:cubicBezTo>
                      <a:pt x="7151" y="1"/>
                      <a:pt x="6570" y="124"/>
                      <a:pt x="6130" y="490"/>
                    </a:cubicBezTo>
                    <a:cubicBezTo>
                      <a:pt x="3438" y="2733"/>
                      <a:pt x="31" y="15921"/>
                      <a:pt x="0" y="16197"/>
                    </a:cubicBezTo>
                    <a:lnTo>
                      <a:pt x="13499" y="16157"/>
                    </a:lnTo>
                    <a:cubicBezTo>
                      <a:pt x="13691" y="15993"/>
                      <a:pt x="12263" y="2585"/>
                      <a:pt x="9656" y="456"/>
                    </a:cubicBezTo>
                    <a:cubicBezTo>
                      <a:pt x="9491" y="320"/>
                      <a:pt x="8625" y="1"/>
                      <a:pt x="77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9" name="Google Shape;1119;p28"/>
              <p:cNvSpPr/>
              <p:nvPr/>
            </p:nvSpPr>
            <p:spPr>
              <a:xfrm>
                <a:off x="965290" y="3571855"/>
                <a:ext cx="359878" cy="277007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311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2" y="322"/>
                      <a:pt x="520" y="630"/>
                      <a:pt x="809" y="922"/>
                    </a:cubicBezTo>
                    <a:cubicBezTo>
                      <a:pt x="1098" y="1209"/>
                      <a:pt x="1400" y="1482"/>
                      <a:pt x="1718" y="1737"/>
                    </a:cubicBezTo>
                    <a:cubicBezTo>
                      <a:pt x="1797" y="1803"/>
                      <a:pt x="1875" y="1863"/>
                      <a:pt x="1957" y="1926"/>
                    </a:cubicBezTo>
                    <a:cubicBezTo>
                      <a:pt x="2042" y="1989"/>
                      <a:pt x="2120" y="2051"/>
                      <a:pt x="2202" y="2111"/>
                    </a:cubicBezTo>
                    <a:cubicBezTo>
                      <a:pt x="2366" y="2228"/>
                      <a:pt x="2532" y="2347"/>
                      <a:pt x="2705" y="2457"/>
                    </a:cubicBezTo>
                    <a:cubicBezTo>
                      <a:pt x="3048" y="2680"/>
                      <a:pt x="3401" y="2885"/>
                      <a:pt x="3762" y="3074"/>
                    </a:cubicBezTo>
                    <a:lnTo>
                      <a:pt x="3838" y="3111"/>
                    </a:lnTo>
                    <a:lnTo>
                      <a:pt x="3872" y="3039"/>
                    </a:lnTo>
                    <a:cubicBezTo>
                      <a:pt x="3882" y="3023"/>
                      <a:pt x="3888" y="3008"/>
                      <a:pt x="3891" y="2992"/>
                    </a:cubicBezTo>
                    <a:cubicBezTo>
                      <a:pt x="3898" y="2979"/>
                      <a:pt x="3901" y="2964"/>
                      <a:pt x="3904" y="2951"/>
                    </a:cubicBezTo>
                    <a:cubicBezTo>
                      <a:pt x="3913" y="2923"/>
                      <a:pt x="3916" y="2901"/>
                      <a:pt x="3923" y="2872"/>
                    </a:cubicBezTo>
                    <a:cubicBezTo>
                      <a:pt x="3935" y="2819"/>
                      <a:pt x="3948" y="2765"/>
                      <a:pt x="3954" y="2715"/>
                    </a:cubicBezTo>
                    <a:cubicBezTo>
                      <a:pt x="3970" y="2614"/>
                      <a:pt x="3986" y="2507"/>
                      <a:pt x="3998" y="2404"/>
                    </a:cubicBezTo>
                    <a:cubicBezTo>
                      <a:pt x="4017" y="2196"/>
                      <a:pt x="4039" y="1992"/>
                      <a:pt x="4039" y="1784"/>
                    </a:cubicBezTo>
                    <a:cubicBezTo>
                      <a:pt x="4039" y="1577"/>
                      <a:pt x="4042" y="1372"/>
                      <a:pt x="4039" y="1161"/>
                    </a:cubicBezTo>
                    <a:cubicBezTo>
                      <a:pt x="4033" y="954"/>
                      <a:pt x="4026" y="749"/>
                      <a:pt x="4014" y="542"/>
                    </a:cubicBezTo>
                    <a:lnTo>
                      <a:pt x="3976" y="1158"/>
                    </a:lnTo>
                    <a:cubicBezTo>
                      <a:pt x="3954" y="1369"/>
                      <a:pt x="3945" y="1573"/>
                      <a:pt x="3923" y="1778"/>
                    </a:cubicBezTo>
                    <a:cubicBezTo>
                      <a:pt x="3904" y="1982"/>
                      <a:pt x="3885" y="2180"/>
                      <a:pt x="3853" y="2385"/>
                    </a:cubicBezTo>
                    <a:cubicBezTo>
                      <a:pt x="3841" y="2485"/>
                      <a:pt x="3822" y="2586"/>
                      <a:pt x="3803" y="2684"/>
                    </a:cubicBezTo>
                    <a:cubicBezTo>
                      <a:pt x="3791" y="2737"/>
                      <a:pt x="3778" y="2784"/>
                      <a:pt x="3765" y="2831"/>
                    </a:cubicBezTo>
                    <a:cubicBezTo>
                      <a:pt x="3763" y="2845"/>
                      <a:pt x="3760" y="2860"/>
                      <a:pt x="3756" y="2875"/>
                    </a:cubicBezTo>
                    <a:lnTo>
                      <a:pt x="3756" y="2875"/>
                    </a:lnTo>
                    <a:cubicBezTo>
                      <a:pt x="3429" y="2696"/>
                      <a:pt x="3110" y="2507"/>
                      <a:pt x="2800" y="2306"/>
                    </a:cubicBezTo>
                    <a:cubicBezTo>
                      <a:pt x="2460" y="2092"/>
                      <a:pt x="2136" y="1856"/>
                      <a:pt x="1812" y="1611"/>
                    </a:cubicBezTo>
                    <a:cubicBezTo>
                      <a:pt x="1491" y="1369"/>
                      <a:pt x="1180" y="1108"/>
                      <a:pt x="878" y="841"/>
                    </a:cubicBezTo>
                    <a:cubicBezTo>
                      <a:pt x="724" y="708"/>
                      <a:pt x="573" y="573"/>
                      <a:pt x="428" y="432"/>
                    </a:cubicBezTo>
                    <a:cubicBezTo>
                      <a:pt x="284" y="290"/>
                      <a:pt x="139" y="145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0" name="Google Shape;1120;p28"/>
              <p:cNvSpPr/>
              <p:nvPr/>
            </p:nvSpPr>
            <p:spPr>
              <a:xfrm>
                <a:off x="864618" y="3638792"/>
                <a:ext cx="698214" cy="1349162"/>
              </a:xfrm>
              <a:custGeom>
                <a:avLst/>
                <a:gdLst/>
                <a:ahLst/>
                <a:cxnLst/>
                <a:rect l="l" t="t" r="r" b="b"/>
                <a:pathLst>
                  <a:path w="7844" h="15157" extrusionOk="0">
                    <a:moveTo>
                      <a:pt x="766" y="1"/>
                    </a:moveTo>
                    <a:cubicBezTo>
                      <a:pt x="100" y="1"/>
                      <a:pt x="0" y="1653"/>
                      <a:pt x="125" y="2482"/>
                    </a:cubicBezTo>
                    <a:cubicBezTo>
                      <a:pt x="852" y="7404"/>
                      <a:pt x="4289" y="14890"/>
                      <a:pt x="5988" y="15148"/>
                    </a:cubicBezTo>
                    <a:cubicBezTo>
                      <a:pt x="6027" y="15154"/>
                      <a:pt x="6065" y="15157"/>
                      <a:pt x="6101" y="15157"/>
                    </a:cubicBezTo>
                    <a:cubicBezTo>
                      <a:pt x="7843" y="15157"/>
                      <a:pt x="6942" y="8697"/>
                      <a:pt x="6705" y="8543"/>
                    </a:cubicBezTo>
                    <a:cubicBezTo>
                      <a:pt x="6526" y="8420"/>
                      <a:pt x="3937" y="4328"/>
                      <a:pt x="2091" y="1312"/>
                    </a:cubicBezTo>
                    <a:cubicBezTo>
                      <a:pt x="1505" y="356"/>
                      <a:pt x="1075" y="1"/>
                      <a:pt x="766" y="1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1" name="Google Shape;1121;p28"/>
              <p:cNvSpPr/>
              <p:nvPr/>
            </p:nvSpPr>
            <p:spPr>
              <a:xfrm>
                <a:off x="852779" y="3632917"/>
                <a:ext cx="671154" cy="1360022"/>
              </a:xfrm>
              <a:custGeom>
                <a:avLst/>
                <a:gdLst/>
                <a:ahLst/>
                <a:cxnLst/>
                <a:rect l="l" t="t" r="r" b="b"/>
                <a:pathLst>
                  <a:path w="7540" h="15279" extrusionOk="0">
                    <a:moveTo>
                      <a:pt x="874" y="0"/>
                    </a:moveTo>
                    <a:cubicBezTo>
                      <a:pt x="334" y="0"/>
                      <a:pt x="0" y="847"/>
                      <a:pt x="148" y="2451"/>
                    </a:cubicBezTo>
                    <a:cubicBezTo>
                      <a:pt x="384" y="5011"/>
                      <a:pt x="2554" y="11201"/>
                      <a:pt x="4429" y="13805"/>
                    </a:cubicBezTo>
                    <a:cubicBezTo>
                      <a:pt x="5168" y="14834"/>
                      <a:pt x="5787" y="15279"/>
                      <a:pt x="6269" y="15279"/>
                    </a:cubicBezTo>
                    <a:cubicBezTo>
                      <a:pt x="6963" y="15279"/>
                      <a:pt x="7371" y="14354"/>
                      <a:pt x="7442" y="12924"/>
                    </a:cubicBezTo>
                    <a:cubicBezTo>
                      <a:pt x="7539" y="10946"/>
                      <a:pt x="6860" y="8581"/>
                      <a:pt x="6860" y="8581"/>
                    </a:cubicBezTo>
                    <a:cubicBezTo>
                      <a:pt x="6561" y="8172"/>
                      <a:pt x="3111" y="2592"/>
                      <a:pt x="2007" y="925"/>
                    </a:cubicBezTo>
                    <a:cubicBezTo>
                      <a:pt x="1594" y="302"/>
                      <a:pt x="1197" y="0"/>
                      <a:pt x="874" y="0"/>
                    </a:cubicBezTo>
                    <a:close/>
                  </a:path>
                </a:pathLst>
              </a:custGeom>
              <a:solidFill>
                <a:srgbClr val="B1A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2" name="Google Shape;1122;p28"/>
              <p:cNvSpPr/>
              <p:nvPr/>
            </p:nvSpPr>
            <p:spPr>
              <a:xfrm>
                <a:off x="1161292" y="3918199"/>
                <a:ext cx="340740" cy="541285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608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255"/>
                      <a:pt x="305" y="516"/>
                      <a:pt x="459" y="771"/>
                    </a:cubicBezTo>
                    <a:lnTo>
                      <a:pt x="928" y="1538"/>
                    </a:lnTo>
                    <a:lnTo>
                      <a:pt x="1875" y="3064"/>
                    </a:lnTo>
                    <a:cubicBezTo>
                      <a:pt x="2199" y="3567"/>
                      <a:pt x="2516" y="4073"/>
                      <a:pt x="2844" y="4577"/>
                    </a:cubicBezTo>
                    <a:cubicBezTo>
                      <a:pt x="3167" y="5080"/>
                      <a:pt x="3495" y="5583"/>
                      <a:pt x="3828" y="6080"/>
                    </a:cubicBezTo>
                    <a:cubicBezTo>
                      <a:pt x="3526" y="5564"/>
                      <a:pt x="3212" y="5048"/>
                      <a:pt x="2897" y="4545"/>
                    </a:cubicBezTo>
                    <a:cubicBezTo>
                      <a:pt x="2586" y="4036"/>
                      <a:pt x="2265" y="3526"/>
                      <a:pt x="1950" y="3020"/>
                    </a:cubicBezTo>
                    <a:lnTo>
                      <a:pt x="982" y="1507"/>
                    </a:lnTo>
                    <a:lnTo>
                      <a:pt x="494" y="752"/>
                    </a:lnTo>
                    <a:cubicBezTo>
                      <a:pt x="330" y="500"/>
                      <a:pt x="170" y="24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3" name="Google Shape;1123;p28"/>
              <p:cNvSpPr/>
              <p:nvPr/>
            </p:nvSpPr>
            <p:spPr>
              <a:xfrm>
                <a:off x="1200457" y="3942232"/>
                <a:ext cx="29196" cy="7931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891" extrusionOk="0">
                    <a:moveTo>
                      <a:pt x="1" y="1"/>
                    </a:moveTo>
                    <a:cubicBezTo>
                      <a:pt x="19" y="76"/>
                      <a:pt x="38" y="155"/>
                      <a:pt x="63" y="230"/>
                    </a:cubicBezTo>
                    <a:cubicBezTo>
                      <a:pt x="85" y="306"/>
                      <a:pt x="111" y="378"/>
                      <a:pt x="136" y="454"/>
                    </a:cubicBezTo>
                    <a:cubicBezTo>
                      <a:pt x="192" y="605"/>
                      <a:pt x="252" y="749"/>
                      <a:pt x="328" y="891"/>
                    </a:cubicBezTo>
                    <a:cubicBezTo>
                      <a:pt x="293" y="734"/>
                      <a:pt x="255" y="583"/>
                      <a:pt x="199" y="432"/>
                    </a:cubicBezTo>
                    <a:cubicBezTo>
                      <a:pt x="148" y="281"/>
                      <a:pt x="82" y="136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4" name="Google Shape;1124;p28"/>
              <p:cNvSpPr/>
              <p:nvPr/>
            </p:nvSpPr>
            <p:spPr>
              <a:xfrm>
                <a:off x="871472" y="3988429"/>
                <a:ext cx="425925" cy="943889"/>
              </a:xfrm>
              <a:custGeom>
                <a:avLst/>
                <a:gdLst/>
                <a:ahLst/>
                <a:cxnLst/>
                <a:rect l="l" t="t" r="r" b="b"/>
                <a:pathLst>
                  <a:path w="4785" h="1060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822" y="3130"/>
                      <a:pt x="2571" y="8289"/>
                      <a:pt x="4785" y="10603"/>
                    </a:cubicBezTo>
                    <a:cubicBezTo>
                      <a:pt x="4156" y="9858"/>
                      <a:pt x="3675" y="9006"/>
                      <a:pt x="3228" y="8144"/>
                    </a:cubicBezTo>
                    <a:cubicBezTo>
                      <a:pt x="1920" y="5530"/>
                      <a:pt x="941" y="2765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5" name="Google Shape;1125;p28"/>
              <p:cNvSpPr/>
              <p:nvPr/>
            </p:nvSpPr>
            <p:spPr>
              <a:xfrm>
                <a:off x="871472" y="4050025"/>
                <a:ext cx="38186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709" extrusionOk="0">
                    <a:moveTo>
                      <a:pt x="1" y="1"/>
                    </a:moveTo>
                    <a:cubicBezTo>
                      <a:pt x="64" y="281"/>
                      <a:pt x="212" y="529"/>
                      <a:pt x="429" y="708"/>
                    </a:cubicBezTo>
                    <a:cubicBezTo>
                      <a:pt x="315" y="457"/>
                      <a:pt x="174" y="218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6" name="Google Shape;1126;p28"/>
              <p:cNvSpPr/>
              <p:nvPr/>
            </p:nvSpPr>
            <p:spPr>
              <a:xfrm>
                <a:off x="1231522" y="4009702"/>
                <a:ext cx="768445" cy="981808"/>
              </a:xfrm>
              <a:custGeom>
                <a:avLst/>
                <a:gdLst/>
                <a:ahLst/>
                <a:cxnLst/>
                <a:rect l="l" t="t" r="r" b="b"/>
                <a:pathLst>
                  <a:path w="8633" h="11030" extrusionOk="0">
                    <a:moveTo>
                      <a:pt x="4908" y="0"/>
                    </a:moveTo>
                    <a:cubicBezTo>
                      <a:pt x="4856" y="0"/>
                      <a:pt x="4812" y="18"/>
                      <a:pt x="4778" y="54"/>
                    </a:cubicBezTo>
                    <a:cubicBezTo>
                      <a:pt x="4071" y="831"/>
                      <a:pt x="1488" y="4005"/>
                      <a:pt x="1331" y="4260"/>
                    </a:cubicBezTo>
                    <a:cubicBezTo>
                      <a:pt x="0" y="6395"/>
                      <a:pt x="1009" y="11030"/>
                      <a:pt x="1955" y="11030"/>
                    </a:cubicBezTo>
                    <a:cubicBezTo>
                      <a:pt x="1966" y="11030"/>
                      <a:pt x="1977" y="11029"/>
                      <a:pt x="1988" y="11028"/>
                    </a:cubicBezTo>
                    <a:cubicBezTo>
                      <a:pt x="3404" y="10861"/>
                      <a:pt x="4583" y="9242"/>
                      <a:pt x="8166" y="4876"/>
                    </a:cubicBezTo>
                    <a:cubicBezTo>
                      <a:pt x="8633" y="4308"/>
                      <a:pt x="5727" y="0"/>
                      <a:pt x="4908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7" name="Google Shape;1127;p28"/>
              <p:cNvSpPr/>
              <p:nvPr/>
            </p:nvSpPr>
            <p:spPr>
              <a:xfrm>
                <a:off x="1566115" y="3546220"/>
                <a:ext cx="747527" cy="921101"/>
              </a:xfrm>
              <a:custGeom>
                <a:avLst/>
                <a:gdLst/>
                <a:ahLst/>
                <a:cxnLst/>
                <a:rect l="l" t="t" r="r" b="b"/>
                <a:pathLst>
                  <a:path w="8398" h="10348" extrusionOk="0">
                    <a:moveTo>
                      <a:pt x="6022" y="0"/>
                    </a:moveTo>
                    <a:cubicBezTo>
                      <a:pt x="4928" y="0"/>
                      <a:pt x="2818" y="1425"/>
                      <a:pt x="2243" y="1865"/>
                    </a:cubicBezTo>
                    <a:cubicBezTo>
                      <a:pt x="1419" y="2490"/>
                      <a:pt x="0" y="6541"/>
                      <a:pt x="0" y="6541"/>
                    </a:cubicBezTo>
                    <a:lnTo>
                      <a:pt x="4196" y="10347"/>
                    </a:lnTo>
                    <a:cubicBezTo>
                      <a:pt x="4463" y="9812"/>
                      <a:pt x="6244" y="8598"/>
                      <a:pt x="6819" y="7869"/>
                    </a:cubicBezTo>
                    <a:cubicBezTo>
                      <a:pt x="7354" y="7183"/>
                      <a:pt x="8398" y="6284"/>
                      <a:pt x="8203" y="5409"/>
                    </a:cubicBezTo>
                    <a:cubicBezTo>
                      <a:pt x="8115" y="5088"/>
                      <a:pt x="7914" y="4808"/>
                      <a:pt x="7634" y="4620"/>
                    </a:cubicBezTo>
                    <a:cubicBezTo>
                      <a:pt x="7634" y="4620"/>
                      <a:pt x="7819" y="3755"/>
                      <a:pt x="7439" y="3418"/>
                    </a:cubicBezTo>
                    <a:cubicBezTo>
                      <a:pt x="7197" y="3214"/>
                      <a:pt x="6891" y="3091"/>
                      <a:pt x="6574" y="3060"/>
                    </a:cubicBezTo>
                    <a:cubicBezTo>
                      <a:pt x="6574" y="3060"/>
                      <a:pt x="6873" y="2245"/>
                      <a:pt x="6439" y="1934"/>
                    </a:cubicBezTo>
                    <a:cubicBezTo>
                      <a:pt x="6233" y="1799"/>
                      <a:pt x="5989" y="1726"/>
                      <a:pt x="5742" y="1726"/>
                    </a:cubicBezTo>
                    <a:cubicBezTo>
                      <a:pt x="5690" y="1726"/>
                      <a:pt x="5638" y="1729"/>
                      <a:pt x="5586" y="1736"/>
                    </a:cubicBezTo>
                    <a:cubicBezTo>
                      <a:pt x="5586" y="1736"/>
                      <a:pt x="6992" y="732"/>
                      <a:pt x="6542" y="198"/>
                    </a:cubicBezTo>
                    <a:cubicBezTo>
                      <a:pt x="6425" y="59"/>
                      <a:pt x="6245" y="0"/>
                      <a:pt x="6022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8" name="Google Shape;1128;p28"/>
              <p:cNvSpPr/>
              <p:nvPr/>
            </p:nvSpPr>
            <p:spPr>
              <a:xfrm>
                <a:off x="1847747" y="3699498"/>
                <a:ext cx="217012" cy="141263"/>
              </a:xfrm>
              <a:custGeom>
                <a:avLst/>
                <a:gdLst/>
                <a:ahLst/>
                <a:cxnLst/>
                <a:rect l="l" t="t" r="r" b="b"/>
                <a:pathLst>
                  <a:path w="2438" h="1587" extrusionOk="0">
                    <a:moveTo>
                      <a:pt x="2408" y="1"/>
                    </a:moveTo>
                    <a:cubicBezTo>
                      <a:pt x="2404" y="1"/>
                      <a:pt x="2400" y="2"/>
                      <a:pt x="2397" y="4"/>
                    </a:cubicBezTo>
                    <a:cubicBezTo>
                      <a:pt x="1526" y="385"/>
                      <a:pt x="749" y="979"/>
                      <a:pt x="7" y="1558"/>
                    </a:cubicBezTo>
                    <a:cubicBezTo>
                      <a:pt x="0" y="1564"/>
                      <a:pt x="0" y="1577"/>
                      <a:pt x="10" y="1580"/>
                    </a:cubicBezTo>
                    <a:cubicBezTo>
                      <a:pt x="13" y="1586"/>
                      <a:pt x="22" y="1586"/>
                      <a:pt x="29" y="1586"/>
                    </a:cubicBezTo>
                    <a:cubicBezTo>
                      <a:pt x="758" y="998"/>
                      <a:pt x="1667" y="599"/>
                      <a:pt x="2422" y="45"/>
                    </a:cubicBezTo>
                    <a:cubicBezTo>
                      <a:pt x="2435" y="36"/>
                      <a:pt x="2438" y="23"/>
                      <a:pt x="2432" y="14"/>
                    </a:cubicBezTo>
                    <a:cubicBezTo>
                      <a:pt x="2425" y="5"/>
                      <a:pt x="2416" y="1"/>
                      <a:pt x="24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9" name="Google Shape;1129;p28"/>
              <p:cNvSpPr/>
              <p:nvPr/>
            </p:nvSpPr>
            <p:spPr>
              <a:xfrm>
                <a:off x="1963906" y="3814678"/>
                <a:ext cx="186036" cy="163961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1842" extrusionOk="0">
                    <a:moveTo>
                      <a:pt x="2052" y="0"/>
                    </a:moveTo>
                    <a:cubicBezTo>
                      <a:pt x="2047" y="0"/>
                      <a:pt x="2042" y="1"/>
                      <a:pt x="2039" y="3"/>
                    </a:cubicBezTo>
                    <a:cubicBezTo>
                      <a:pt x="1850" y="110"/>
                      <a:pt x="1671" y="239"/>
                      <a:pt x="1520" y="393"/>
                    </a:cubicBezTo>
                    <a:cubicBezTo>
                      <a:pt x="1347" y="541"/>
                      <a:pt x="1174" y="695"/>
                      <a:pt x="1004" y="852"/>
                    </a:cubicBezTo>
                    <a:cubicBezTo>
                      <a:pt x="667" y="1163"/>
                      <a:pt x="337" y="1487"/>
                      <a:pt x="13" y="1811"/>
                    </a:cubicBezTo>
                    <a:cubicBezTo>
                      <a:pt x="1" y="1824"/>
                      <a:pt x="10" y="1841"/>
                      <a:pt x="21" y="1841"/>
                    </a:cubicBezTo>
                    <a:cubicBezTo>
                      <a:pt x="25" y="1841"/>
                      <a:pt x="29" y="1840"/>
                      <a:pt x="32" y="1836"/>
                    </a:cubicBezTo>
                    <a:cubicBezTo>
                      <a:pt x="372" y="1525"/>
                      <a:pt x="715" y="1223"/>
                      <a:pt x="1064" y="924"/>
                    </a:cubicBezTo>
                    <a:cubicBezTo>
                      <a:pt x="1240" y="773"/>
                      <a:pt x="1416" y="629"/>
                      <a:pt x="1595" y="484"/>
                    </a:cubicBezTo>
                    <a:cubicBezTo>
                      <a:pt x="1771" y="358"/>
                      <a:pt x="1932" y="214"/>
                      <a:pt x="2076" y="50"/>
                    </a:cubicBezTo>
                    <a:cubicBezTo>
                      <a:pt x="2089" y="34"/>
                      <a:pt x="2086" y="15"/>
                      <a:pt x="2070" y="3"/>
                    </a:cubicBezTo>
                    <a:cubicBezTo>
                      <a:pt x="2064" y="1"/>
                      <a:pt x="2058" y="0"/>
                      <a:pt x="20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0" name="Google Shape;1130;p28"/>
              <p:cNvSpPr/>
              <p:nvPr/>
            </p:nvSpPr>
            <p:spPr>
              <a:xfrm>
                <a:off x="2080155" y="3958076"/>
                <a:ext cx="165830" cy="1498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684" extrusionOk="0">
                    <a:moveTo>
                      <a:pt x="1851" y="0"/>
                    </a:moveTo>
                    <a:cubicBezTo>
                      <a:pt x="1849" y="0"/>
                      <a:pt x="1848" y="1"/>
                      <a:pt x="1846" y="2"/>
                    </a:cubicBezTo>
                    <a:cubicBezTo>
                      <a:pt x="1673" y="75"/>
                      <a:pt x="1532" y="247"/>
                      <a:pt x="1396" y="373"/>
                    </a:cubicBezTo>
                    <a:cubicBezTo>
                      <a:pt x="1249" y="521"/>
                      <a:pt x="1094" y="666"/>
                      <a:pt x="940" y="807"/>
                    </a:cubicBezTo>
                    <a:cubicBezTo>
                      <a:pt x="635" y="1094"/>
                      <a:pt x="327" y="1380"/>
                      <a:pt x="12" y="1657"/>
                    </a:cubicBezTo>
                    <a:cubicBezTo>
                      <a:pt x="0" y="1666"/>
                      <a:pt x="9" y="1684"/>
                      <a:pt x="21" y="1684"/>
                    </a:cubicBezTo>
                    <a:cubicBezTo>
                      <a:pt x="24" y="1684"/>
                      <a:pt x="28" y="1682"/>
                      <a:pt x="31" y="1679"/>
                    </a:cubicBezTo>
                    <a:cubicBezTo>
                      <a:pt x="355" y="1402"/>
                      <a:pt x="682" y="1125"/>
                      <a:pt x="1000" y="845"/>
                    </a:cubicBezTo>
                    <a:cubicBezTo>
                      <a:pt x="1157" y="710"/>
                      <a:pt x="1315" y="568"/>
                      <a:pt x="1469" y="430"/>
                    </a:cubicBezTo>
                    <a:cubicBezTo>
                      <a:pt x="1601" y="310"/>
                      <a:pt x="1777" y="178"/>
                      <a:pt x="1856" y="12"/>
                    </a:cubicBezTo>
                    <a:cubicBezTo>
                      <a:pt x="1863" y="7"/>
                      <a:pt x="1857" y="0"/>
                      <a:pt x="18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1" name="Google Shape;1131;p28"/>
              <p:cNvSpPr/>
              <p:nvPr/>
            </p:nvSpPr>
            <p:spPr>
              <a:xfrm>
                <a:off x="1213809" y="4052250"/>
                <a:ext cx="616412" cy="943889"/>
              </a:xfrm>
              <a:custGeom>
                <a:avLst/>
                <a:gdLst/>
                <a:ahLst/>
                <a:cxnLst/>
                <a:rect l="l" t="t" r="r" b="b"/>
                <a:pathLst>
                  <a:path w="6925" h="10604" extrusionOk="0">
                    <a:moveTo>
                      <a:pt x="4461" y="1"/>
                    </a:moveTo>
                    <a:lnTo>
                      <a:pt x="1662" y="3574"/>
                    </a:lnTo>
                    <a:cubicBezTo>
                      <a:pt x="0" y="5844"/>
                      <a:pt x="1205" y="10604"/>
                      <a:pt x="2160" y="10604"/>
                    </a:cubicBezTo>
                    <a:cubicBezTo>
                      <a:pt x="2163" y="10604"/>
                      <a:pt x="2166" y="10604"/>
                      <a:pt x="2169" y="10603"/>
                    </a:cubicBezTo>
                    <a:cubicBezTo>
                      <a:pt x="3615" y="10566"/>
                      <a:pt x="6924" y="6839"/>
                      <a:pt x="6924" y="6839"/>
                    </a:cubicBezTo>
                    <a:lnTo>
                      <a:pt x="4461" y="1"/>
                    </a:lnTo>
                    <a:close/>
                  </a:path>
                </a:pathLst>
              </a:custGeom>
              <a:solidFill>
                <a:srgbClr val="B1A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2" name="Google Shape;1132;p28"/>
              <p:cNvSpPr/>
              <p:nvPr/>
            </p:nvSpPr>
            <p:spPr>
              <a:xfrm>
                <a:off x="1277185" y="4369308"/>
                <a:ext cx="86164" cy="300239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373" extrusionOk="0">
                    <a:moveTo>
                      <a:pt x="952" y="0"/>
                    </a:moveTo>
                    <a:cubicBezTo>
                      <a:pt x="949" y="0"/>
                      <a:pt x="946" y="2"/>
                      <a:pt x="944" y="6"/>
                    </a:cubicBezTo>
                    <a:cubicBezTo>
                      <a:pt x="0" y="1330"/>
                      <a:pt x="66" y="2808"/>
                      <a:pt x="139" y="3358"/>
                    </a:cubicBezTo>
                    <a:cubicBezTo>
                      <a:pt x="142" y="3368"/>
                      <a:pt x="148" y="3373"/>
                      <a:pt x="153" y="3373"/>
                    </a:cubicBezTo>
                    <a:cubicBezTo>
                      <a:pt x="158" y="3373"/>
                      <a:pt x="162" y="3368"/>
                      <a:pt x="161" y="3358"/>
                    </a:cubicBezTo>
                    <a:cubicBezTo>
                      <a:pt x="136" y="2824"/>
                      <a:pt x="353" y="1075"/>
                      <a:pt x="963" y="15"/>
                    </a:cubicBezTo>
                    <a:cubicBezTo>
                      <a:pt x="967" y="8"/>
                      <a:pt x="95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3" name="Google Shape;1133;p28"/>
              <p:cNvSpPr/>
              <p:nvPr/>
            </p:nvSpPr>
            <p:spPr>
              <a:xfrm>
                <a:off x="1519918" y="4208821"/>
                <a:ext cx="186748" cy="518943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5830" extrusionOk="0">
                    <a:moveTo>
                      <a:pt x="13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126" y="447"/>
                      <a:pt x="271" y="875"/>
                      <a:pt x="412" y="1309"/>
                    </a:cubicBezTo>
                    <a:cubicBezTo>
                      <a:pt x="664" y="2067"/>
                      <a:pt x="938" y="2825"/>
                      <a:pt x="1205" y="3576"/>
                    </a:cubicBezTo>
                    <a:cubicBezTo>
                      <a:pt x="1475" y="4328"/>
                      <a:pt x="1746" y="5080"/>
                      <a:pt x="2057" y="5819"/>
                    </a:cubicBezTo>
                    <a:cubicBezTo>
                      <a:pt x="2059" y="5827"/>
                      <a:pt x="2066" y="5830"/>
                      <a:pt x="2072" y="5830"/>
                    </a:cubicBezTo>
                    <a:cubicBezTo>
                      <a:pt x="2084" y="5830"/>
                      <a:pt x="2098" y="5820"/>
                      <a:pt x="2092" y="5809"/>
                    </a:cubicBezTo>
                    <a:cubicBezTo>
                      <a:pt x="1966" y="5378"/>
                      <a:pt x="1825" y="4944"/>
                      <a:pt x="1680" y="4517"/>
                    </a:cubicBezTo>
                    <a:cubicBezTo>
                      <a:pt x="1416" y="3759"/>
                      <a:pt x="1151" y="3004"/>
                      <a:pt x="878" y="2246"/>
                    </a:cubicBezTo>
                    <a:cubicBezTo>
                      <a:pt x="607" y="1497"/>
                      <a:pt x="331" y="742"/>
                      <a:pt x="19" y="6"/>
                    </a:cubicBezTo>
                    <a:cubicBezTo>
                      <a:pt x="18" y="2"/>
                      <a:pt x="16" y="0"/>
                      <a:pt x="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4" name="Google Shape;1134;p28"/>
              <p:cNvSpPr/>
              <p:nvPr/>
            </p:nvSpPr>
            <p:spPr>
              <a:xfrm>
                <a:off x="1342875" y="4046998"/>
                <a:ext cx="272022" cy="351421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3948" extrusionOk="0">
                    <a:moveTo>
                      <a:pt x="2980" y="0"/>
                    </a:moveTo>
                    <a:cubicBezTo>
                      <a:pt x="2974" y="3"/>
                      <a:pt x="2964" y="10"/>
                      <a:pt x="2958" y="16"/>
                    </a:cubicBezTo>
                    <a:cubicBezTo>
                      <a:pt x="2738" y="236"/>
                      <a:pt x="2530" y="472"/>
                      <a:pt x="2345" y="720"/>
                    </a:cubicBezTo>
                    <a:cubicBezTo>
                      <a:pt x="2147" y="963"/>
                      <a:pt x="1958" y="1208"/>
                      <a:pt x="1766" y="1456"/>
                    </a:cubicBezTo>
                    <a:cubicBezTo>
                      <a:pt x="1389" y="1947"/>
                      <a:pt x="536" y="2950"/>
                      <a:pt x="1" y="3944"/>
                    </a:cubicBezTo>
                    <a:cubicBezTo>
                      <a:pt x="0" y="3947"/>
                      <a:pt x="2" y="3947"/>
                      <a:pt x="6" y="3947"/>
                    </a:cubicBezTo>
                    <a:cubicBezTo>
                      <a:pt x="22" y="3947"/>
                      <a:pt x="81" y="3926"/>
                      <a:pt x="83" y="3916"/>
                    </a:cubicBezTo>
                    <a:cubicBezTo>
                      <a:pt x="310" y="3428"/>
                      <a:pt x="2816" y="396"/>
                      <a:pt x="2983" y="126"/>
                    </a:cubicBezTo>
                    <a:cubicBezTo>
                      <a:pt x="2996" y="145"/>
                      <a:pt x="3011" y="170"/>
                      <a:pt x="3024" y="189"/>
                    </a:cubicBezTo>
                    <a:cubicBezTo>
                      <a:pt x="3026" y="196"/>
                      <a:pt x="3034" y="200"/>
                      <a:pt x="3040" y="200"/>
                    </a:cubicBezTo>
                    <a:cubicBezTo>
                      <a:pt x="3043" y="200"/>
                      <a:pt x="3044" y="199"/>
                      <a:pt x="3046" y="198"/>
                    </a:cubicBezTo>
                    <a:cubicBezTo>
                      <a:pt x="3056" y="192"/>
                      <a:pt x="3056" y="186"/>
                      <a:pt x="3056" y="176"/>
                    </a:cubicBezTo>
                    <a:cubicBezTo>
                      <a:pt x="3056" y="129"/>
                      <a:pt x="3037" y="88"/>
                      <a:pt x="3027" y="44"/>
                    </a:cubicBezTo>
                    <a:cubicBezTo>
                      <a:pt x="3027" y="19"/>
                      <a:pt x="3005" y="0"/>
                      <a:pt x="29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5" name="Google Shape;1135;p28"/>
              <p:cNvSpPr/>
              <p:nvPr/>
            </p:nvSpPr>
            <p:spPr>
              <a:xfrm>
                <a:off x="1494995" y="4616671"/>
                <a:ext cx="339672" cy="355961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999" extrusionOk="0">
                    <a:moveTo>
                      <a:pt x="3649" y="1"/>
                    </a:moveTo>
                    <a:lnTo>
                      <a:pt x="3771" y="491"/>
                    </a:lnTo>
                    <a:lnTo>
                      <a:pt x="3771" y="491"/>
                    </a:lnTo>
                    <a:cubicBezTo>
                      <a:pt x="3151" y="1084"/>
                      <a:pt x="2540" y="1689"/>
                      <a:pt x="1928" y="2290"/>
                    </a:cubicBezTo>
                    <a:cubicBezTo>
                      <a:pt x="1620" y="2592"/>
                      <a:pt x="1309" y="2891"/>
                      <a:pt x="994" y="3187"/>
                    </a:cubicBezTo>
                    <a:cubicBezTo>
                      <a:pt x="837" y="3332"/>
                      <a:pt x="680" y="3476"/>
                      <a:pt x="516" y="3615"/>
                    </a:cubicBezTo>
                    <a:cubicBezTo>
                      <a:pt x="356" y="3756"/>
                      <a:pt x="183" y="3885"/>
                      <a:pt x="0" y="3998"/>
                    </a:cubicBezTo>
                    <a:cubicBezTo>
                      <a:pt x="198" y="3910"/>
                      <a:pt x="387" y="3803"/>
                      <a:pt x="563" y="3671"/>
                    </a:cubicBezTo>
                    <a:cubicBezTo>
                      <a:pt x="739" y="3552"/>
                      <a:pt x="912" y="3416"/>
                      <a:pt x="1079" y="3278"/>
                    </a:cubicBezTo>
                    <a:cubicBezTo>
                      <a:pt x="1416" y="3004"/>
                      <a:pt x="1737" y="2706"/>
                      <a:pt x="2045" y="2410"/>
                    </a:cubicBezTo>
                    <a:cubicBezTo>
                      <a:pt x="2356" y="2117"/>
                      <a:pt x="2664" y="1806"/>
                      <a:pt x="2954" y="1488"/>
                    </a:cubicBezTo>
                    <a:cubicBezTo>
                      <a:pt x="3249" y="1168"/>
                      <a:pt x="3539" y="847"/>
                      <a:pt x="3806" y="513"/>
                    </a:cubicBezTo>
                    <a:lnTo>
                      <a:pt x="3816" y="501"/>
                    </a:lnTo>
                    <a:lnTo>
                      <a:pt x="3816" y="491"/>
                    </a:lnTo>
                    <a:lnTo>
                      <a:pt x="36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6" name="Google Shape;1136;p28"/>
              <p:cNvSpPr/>
              <p:nvPr/>
            </p:nvSpPr>
            <p:spPr>
              <a:xfrm>
                <a:off x="1253686" y="4788819"/>
                <a:ext cx="351955" cy="211583"/>
              </a:xfrm>
              <a:custGeom>
                <a:avLst/>
                <a:gdLst/>
                <a:ahLst/>
                <a:cxnLst/>
                <a:rect l="l" t="t" r="r" b="b"/>
                <a:pathLst>
                  <a:path w="3954" h="2377" extrusionOk="0">
                    <a:moveTo>
                      <a:pt x="345" y="1"/>
                    </a:moveTo>
                    <a:cubicBezTo>
                      <a:pt x="270" y="1"/>
                      <a:pt x="0" y="926"/>
                      <a:pt x="32" y="995"/>
                    </a:cubicBezTo>
                    <a:cubicBezTo>
                      <a:pt x="32" y="995"/>
                      <a:pt x="724" y="2152"/>
                      <a:pt x="1526" y="2347"/>
                    </a:cubicBezTo>
                    <a:cubicBezTo>
                      <a:pt x="1605" y="2367"/>
                      <a:pt x="1686" y="2377"/>
                      <a:pt x="1768" y="2377"/>
                    </a:cubicBezTo>
                    <a:cubicBezTo>
                      <a:pt x="2761" y="2377"/>
                      <a:pt x="3954" y="1039"/>
                      <a:pt x="3954" y="1039"/>
                    </a:cubicBezTo>
                    <a:cubicBezTo>
                      <a:pt x="3954" y="1039"/>
                      <a:pt x="3674" y="662"/>
                      <a:pt x="3542" y="611"/>
                    </a:cubicBezTo>
                    <a:cubicBezTo>
                      <a:pt x="3534" y="608"/>
                      <a:pt x="3523" y="607"/>
                      <a:pt x="3508" y="607"/>
                    </a:cubicBezTo>
                    <a:cubicBezTo>
                      <a:pt x="3286" y="607"/>
                      <a:pt x="2313" y="920"/>
                      <a:pt x="1883" y="920"/>
                    </a:cubicBezTo>
                    <a:cubicBezTo>
                      <a:pt x="1847" y="920"/>
                      <a:pt x="1814" y="918"/>
                      <a:pt x="1787" y="913"/>
                    </a:cubicBezTo>
                    <a:cubicBezTo>
                      <a:pt x="1416" y="847"/>
                      <a:pt x="415" y="14"/>
                      <a:pt x="346" y="1"/>
                    </a:cubicBezTo>
                    <a:cubicBezTo>
                      <a:pt x="346" y="1"/>
                      <a:pt x="345" y="1"/>
                      <a:pt x="345" y="1"/>
                    </a:cubicBezTo>
                    <a:close/>
                  </a:path>
                </a:pathLst>
              </a:custGeom>
              <a:solidFill>
                <a:srgbClr val="B1A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7" name="Google Shape;1137;p28"/>
              <p:cNvSpPr/>
              <p:nvPr/>
            </p:nvSpPr>
            <p:spPr>
              <a:xfrm>
                <a:off x="1253686" y="4788819"/>
                <a:ext cx="351955" cy="211583"/>
              </a:xfrm>
              <a:custGeom>
                <a:avLst/>
                <a:gdLst/>
                <a:ahLst/>
                <a:cxnLst/>
                <a:rect l="l" t="t" r="r" b="b"/>
                <a:pathLst>
                  <a:path w="3954" h="2377" extrusionOk="0">
                    <a:moveTo>
                      <a:pt x="345" y="1"/>
                    </a:moveTo>
                    <a:cubicBezTo>
                      <a:pt x="270" y="1"/>
                      <a:pt x="0" y="926"/>
                      <a:pt x="32" y="995"/>
                    </a:cubicBezTo>
                    <a:cubicBezTo>
                      <a:pt x="32" y="995"/>
                      <a:pt x="724" y="2152"/>
                      <a:pt x="1526" y="2347"/>
                    </a:cubicBezTo>
                    <a:cubicBezTo>
                      <a:pt x="1605" y="2367"/>
                      <a:pt x="1686" y="2377"/>
                      <a:pt x="1768" y="2377"/>
                    </a:cubicBezTo>
                    <a:cubicBezTo>
                      <a:pt x="2761" y="2377"/>
                      <a:pt x="3954" y="1039"/>
                      <a:pt x="3954" y="1039"/>
                    </a:cubicBezTo>
                    <a:cubicBezTo>
                      <a:pt x="3954" y="1039"/>
                      <a:pt x="3674" y="662"/>
                      <a:pt x="3542" y="611"/>
                    </a:cubicBezTo>
                    <a:cubicBezTo>
                      <a:pt x="3534" y="608"/>
                      <a:pt x="3523" y="607"/>
                      <a:pt x="3508" y="607"/>
                    </a:cubicBezTo>
                    <a:cubicBezTo>
                      <a:pt x="3286" y="607"/>
                      <a:pt x="2313" y="920"/>
                      <a:pt x="1883" y="920"/>
                    </a:cubicBezTo>
                    <a:cubicBezTo>
                      <a:pt x="1847" y="920"/>
                      <a:pt x="1814" y="918"/>
                      <a:pt x="1787" y="913"/>
                    </a:cubicBezTo>
                    <a:cubicBezTo>
                      <a:pt x="1416" y="847"/>
                      <a:pt x="415" y="14"/>
                      <a:pt x="346" y="1"/>
                    </a:cubicBezTo>
                    <a:cubicBezTo>
                      <a:pt x="346" y="1"/>
                      <a:pt x="345" y="1"/>
                      <a:pt x="345" y="1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8" name="Google Shape;1138;p28"/>
              <p:cNvSpPr/>
              <p:nvPr/>
            </p:nvSpPr>
            <p:spPr>
              <a:xfrm>
                <a:off x="1359164" y="4813742"/>
                <a:ext cx="20829" cy="757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851" extrusionOk="0">
                    <a:moveTo>
                      <a:pt x="205" y="1"/>
                    </a:moveTo>
                    <a:cubicBezTo>
                      <a:pt x="158" y="64"/>
                      <a:pt x="124" y="130"/>
                      <a:pt x="95" y="202"/>
                    </a:cubicBezTo>
                    <a:cubicBezTo>
                      <a:pt x="70" y="268"/>
                      <a:pt x="48" y="337"/>
                      <a:pt x="32" y="410"/>
                    </a:cubicBezTo>
                    <a:cubicBezTo>
                      <a:pt x="1" y="555"/>
                      <a:pt x="1" y="705"/>
                      <a:pt x="29" y="850"/>
                    </a:cubicBezTo>
                    <a:cubicBezTo>
                      <a:pt x="76" y="790"/>
                      <a:pt x="117" y="724"/>
                      <a:pt x="149" y="652"/>
                    </a:cubicBezTo>
                    <a:cubicBezTo>
                      <a:pt x="174" y="586"/>
                      <a:pt x="196" y="517"/>
                      <a:pt x="212" y="444"/>
                    </a:cubicBezTo>
                    <a:cubicBezTo>
                      <a:pt x="227" y="375"/>
                      <a:pt x="234" y="303"/>
                      <a:pt x="234" y="227"/>
                    </a:cubicBezTo>
                    <a:cubicBezTo>
                      <a:pt x="234" y="149"/>
                      <a:pt x="227" y="76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9" name="Google Shape;1139;p28"/>
              <p:cNvSpPr/>
              <p:nvPr/>
            </p:nvSpPr>
            <p:spPr>
              <a:xfrm>
                <a:off x="1397795" y="4828073"/>
                <a:ext cx="37118" cy="68362"/>
              </a:xfrm>
              <a:custGeom>
                <a:avLst/>
                <a:gdLst/>
                <a:ahLst/>
                <a:cxnLst/>
                <a:rect l="l" t="t" r="r" b="b"/>
                <a:pathLst>
                  <a:path w="417" h="768" extrusionOk="0">
                    <a:moveTo>
                      <a:pt x="416" y="0"/>
                    </a:moveTo>
                    <a:lnTo>
                      <a:pt x="416" y="0"/>
                    </a:lnTo>
                    <a:cubicBezTo>
                      <a:pt x="353" y="48"/>
                      <a:pt x="300" y="104"/>
                      <a:pt x="253" y="167"/>
                    </a:cubicBezTo>
                    <a:cubicBezTo>
                      <a:pt x="209" y="224"/>
                      <a:pt x="171" y="283"/>
                      <a:pt x="133" y="346"/>
                    </a:cubicBezTo>
                    <a:cubicBezTo>
                      <a:pt x="61" y="475"/>
                      <a:pt x="17" y="617"/>
                      <a:pt x="1" y="768"/>
                    </a:cubicBezTo>
                    <a:cubicBezTo>
                      <a:pt x="64" y="724"/>
                      <a:pt x="117" y="670"/>
                      <a:pt x="165" y="607"/>
                    </a:cubicBezTo>
                    <a:cubicBezTo>
                      <a:pt x="212" y="548"/>
                      <a:pt x="253" y="488"/>
                      <a:pt x="287" y="425"/>
                    </a:cubicBezTo>
                    <a:cubicBezTo>
                      <a:pt x="322" y="362"/>
                      <a:pt x="353" y="296"/>
                      <a:pt x="378" y="224"/>
                    </a:cubicBezTo>
                    <a:cubicBezTo>
                      <a:pt x="400" y="154"/>
                      <a:pt x="413" y="76"/>
                      <a:pt x="4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0" name="Google Shape;1140;p28"/>
              <p:cNvSpPr/>
              <p:nvPr/>
            </p:nvSpPr>
            <p:spPr>
              <a:xfrm>
                <a:off x="1244162" y="4808491"/>
                <a:ext cx="50203" cy="60529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8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" y="79"/>
                      <a:pt x="44" y="154"/>
                      <a:pt x="82" y="220"/>
                    </a:cubicBezTo>
                    <a:cubicBezTo>
                      <a:pt x="117" y="286"/>
                      <a:pt x="161" y="346"/>
                      <a:pt x="208" y="403"/>
                    </a:cubicBezTo>
                    <a:cubicBezTo>
                      <a:pt x="255" y="459"/>
                      <a:pt x="312" y="513"/>
                      <a:pt x="365" y="560"/>
                    </a:cubicBezTo>
                    <a:cubicBezTo>
                      <a:pt x="425" y="604"/>
                      <a:pt x="491" y="648"/>
                      <a:pt x="563" y="680"/>
                    </a:cubicBezTo>
                    <a:cubicBezTo>
                      <a:pt x="544" y="604"/>
                      <a:pt x="510" y="535"/>
                      <a:pt x="472" y="469"/>
                    </a:cubicBezTo>
                    <a:cubicBezTo>
                      <a:pt x="437" y="406"/>
                      <a:pt x="393" y="343"/>
                      <a:pt x="346" y="286"/>
                    </a:cubicBezTo>
                    <a:cubicBezTo>
                      <a:pt x="252" y="170"/>
                      <a:pt x="135" y="6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1" name="Google Shape;1141;p28"/>
              <p:cNvSpPr/>
              <p:nvPr/>
            </p:nvSpPr>
            <p:spPr>
              <a:xfrm>
                <a:off x="950069" y="3278207"/>
                <a:ext cx="386848" cy="408656"/>
              </a:xfrm>
              <a:custGeom>
                <a:avLst/>
                <a:gdLst/>
                <a:ahLst/>
                <a:cxnLst/>
                <a:rect l="l" t="t" r="r" b="b"/>
                <a:pathLst>
                  <a:path w="4346" h="4591" extrusionOk="0">
                    <a:moveTo>
                      <a:pt x="2150" y="0"/>
                    </a:moveTo>
                    <a:cubicBezTo>
                      <a:pt x="1175" y="0"/>
                      <a:pt x="1" y="13"/>
                      <a:pt x="17" y="76"/>
                    </a:cubicBezTo>
                    <a:cubicBezTo>
                      <a:pt x="153" y="589"/>
                      <a:pt x="253" y="1155"/>
                      <a:pt x="345" y="1667"/>
                    </a:cubicBezTo>
                    <a:cubicBezTo>
                      <a:pt x="483" y="2513"/>
                      <a:pt x="562" y="3209"/>
                      <a:pt x="612" y="3262"/>
                    </a:cubicBezTo>
                    <a:cubicBezTo>
                      <a:pt x="1235" y="3922"/>
                      <a:pt x="2430" y="4590"/>
                      <a:pt x="3223" y="4590"/>
                    </a:cubicBezTo>
                    <a:cubicBezTo>
                      <a:pt x="3391" y="4590"/>
                      <a:pt x="3540" y="4561"/>
                      <a:pt x="3663" y="4495"/>
                    </a:cubicBezTo>
                    <a:cubicBezTo>
                      <a:pt x="4345" y="4127"/>
                      <a:pt x="3899" y="2674"/>
                      <a:pt x="3726" y="2287"/>
                    </a:cubicBezTo>
                    <a:cubicBezTo>
                      <a:pt x="3719" y="2281"/>
                      <a:pt x="3713" y="2268"/>
                      <a:pt x="3710" y="2256"/>
                    </a:cubicBezTo>
                    <a:cubicBezTo>
                      <a:pt x="3679" y="2189"/>
                      <a:pt x="3650" y="2123"/>
                      <a:pt x="3631" y="2051"/>
                    </a:cubicBezTo>
                    <a:cubicBezTo>
                      <a:pt x="3395" y="1164"/>
                      <a:pt x="3427" y="7"/>
                      <a:pt x="3427" y="7"/>
                    </a:cubicBezTo>
                    <a:cubicBezTo>
                      <a:pt x="3427" y="7"/>
                      <a:pt x="2838" y="0"/>
                      <a:pt x="2150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2" name="Google Shape;1142;p28"/>
              <p:cNvSpPr/>
              <p:nvPr/>
            </p:nvSpPr>
            <p:spPr>
              <a:xfrm>
                <a:off x="969740" y="3278118"/>
                <a:ext cx="312256" cy="218259"/>
              </a:xfrm>
              <a:custGeom>
                <a:avLst/>
                <a:gdLst/>
                <a:ahLst/>
                <a:cxnLst/>
                <a:rect l="l" t="t" r="r" b="b"/>
                <a:pathLst>
                  <a:path w="3508" h="2452" extrusionOk="0">
                    <a:moveTo>
                      <a:pt x="2083" y="0"/>
                    </a:moveTo>
                    <a:cubicBezTo>
                      <a:pt x="1326" y="0"/>
                      <a:pt x="399" y="7"/>
                      <a:pt x="1" y="36"/>
                    </a:cubicBezTo>
                    <a:cubicBezTo>
                      <a:pt x="343" y="785"/>
                      <a:pt x="1266" y="2452"/>
                      <a:pt x="2718" y="2452"/>
                    </a:cubicBezTo>
                    <a:cubicBezTo>
                      <a:pt x="2869" y="2452"/>
                      <a:pt x="3025" y="2434"/>
                      <a:pt x="3187" y="2395"/>
                    </a:cubicBezTo>
                    <a:cubicBezTo>
                      <a:pt x="3297" y="2373"/>
                      <a:pt x="3407" y="2335"/>
                      <a:pt x="3508" y="2294"/>
                    </a:cubicBezTo>
                    <a:lnTo>
                      <a:pt x="3495" y="2257"/>
                    </a:lnTo>
                    <a:cubicBezTo>
                      <a:pt x="3464" y="2190"/>
                      <a:pt x="3435" y="2124"/>
                      <a:pt x="3417" y="2052"/>
                    </a:cubicBezTo>
                    <a:cubicBezTo>
                      <a:pt x="3178" y="1159"/>
                      <a:pt x="3212" y="5"/>
                      <a:pt x="3212" y="5"/>
                    </a:cubicBezTo>
                    <a:cubicBezTo>
                      <a:pt x="3212" y="5"/>
                      <a:pt x="2705" y="0"/>
                      <a:pt x="2083" y="0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3" name="Google Shape;1143;p28"/>
              <p:cNvSpPr/>
              <p:nvPr/>
            </p:nvSpPr>
            <p:spPr>
              <a:xfrm>
                <a:off x="794833" y="2724111"/>
                <a:ext cx="624334" cy="695722"/>
              </a:xfrm>
              <a:custGeom>
                <a:avLst/>
                <a:gdLst/>
                <a:ahLst/>
                <a:cxnLst/>
                <a:rect l="l" t="t" r="r" b="b"/>
                <a:pathLst>
                  <a:path w="7014" h="7816" extrusionOk="0">
                    <a:moveTo>
                      <a:pt x="2964" y="0"/>
                    </a:moveTo>
                    <a:cubicBezTo>
                      <a:pt x="1509" y="0"/>
                      <a:pt x="0" y="1287"/>
                      <a:pt x="41" y="2841"/>
                    </a:cubicBezTo>
                    <a:cubicBezTo>
                      <a:pt x="72" y="4071"/>
                      <a:pt x="1746" y="7094"/>
                      <a:pt x="2771" y="7543"/>
                    </a:cubicBezTo>
                    <a:cubicBezTo>
                      <a:pt x="3188" y="7725"/>
                      <a:pt x="3636" y="7815"/>
                      <a:pt x="4075" y="7815"/>
                    </a:cubicBezTo>
                    <a:cubicBezTo>
                      <a:pt x="5218" y="7815"/>
                      <a:pt x="6301" y="7203"/>
                      <a:pt x="6605" y="5990"/>
                    </a:cubicBezTo>
                    <a:cubicBezTo>
                      <a:pt x="7014" y="4360"/>
                      <a:pt x="4768" y="460"/>
                      <a:pt x="3667" y="108"/>
                    </a:cubicBezTo>
                    <a:cubicBezTo>
                      <a:pt x="3439" y="35"/>
                      <a:pt x="3202" y="0"/>
                      <a:pt x="2964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1131919" y="3067339"/>
                <a:ext cx="24656" cy="5910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64" extrusionOk="0">
                    <a:moveTo>
                      <a:pt x="11" y="0"/>
                    </a:moveTo>
                    <a:cubicBezTo>
                      <a:pt x="5" y="0"/>
                      <a:pt x="0" y="24"/>
                      <a:pt x="3" y="29"/>
                    </a:cubicBezTo>
                    <a:cubicBezTo>
                      <a:pt x="113" y="234"/>
                      <a:pt x="208" y="485"/>
                      <a:pt x="53" y="652"/>
                    </a:cubicBezTo>
                    <a:cubicBezTo>
                      <a:pt x="51" y="655"/>
                      <a:pt x="52" y="663"/>
                      <a:pt x="58" y="663"/>
                    </a:cubicBezTo>
                    <a:cubicBezTo>
                      <a:pt x="59" y="663"/>
                      <a:pt x="61" y="663"/>
                      <a:pt x="63" y="662"/>
                    </a:cubicBezTo>
                    <a:cubicBezTo>
                      <a:pt x="277" y="514"/>
                      <a:pt x="154" y="180"/>
                      <a:pt x="13" y="1"/>
                    </a:cubicBezTo>
                    <a:cubicBezTo>
                      <a:pt x="12" y="0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5" name="Google Shape;1145;p28"/>
              <p:cNvSpPr/>
              <p:nvPr/>
            </p:nvSpPr>
            <p:spPr>
              <a:xfrm>
                <a:off x="1078868" y="3055500"/>
                <a:ext cx="80200" cy="6444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724" extrusionOk="0">
                    <a:moveTo>
                      <a:pt x="385" y="1"/>
                    </a:moveTo>
                    <a:cubicBezTo>
                      <a:pt x="362" y="1"/>
                      <a:pt x="339" y="5"/>
                      <a:pt x="316" y="15"/>
                    </a:cubicBezTo>
                    <a:cubicBezTo>
                      <a:pt x="0" y="147"/>
                      <a:pt x="232" y="723"/>
                      <a:pt x="518" y="723"/>
                    </a:cubicBezTo>
                    <a:cubicBezTo>
                      <a:pt x="546" y="723"/>
                      <a:pt x="574" y="718"/>
                      <a:pt x="602" y="707"/>
                    </a:cubicBezTo>
                    <a:cubicBezTo>
                      <a:pt x="900" y="585"/>
                      <a:pt x="650" y="1"/>
                      <a:pt x="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6" name="Google Shape;1146;p28"/>
              <p:cNvSpPr/>
              <p:nvPr/>
            </p:nvSpPr>
            <p:spPr>
              <a:xfrm>
                <a:off x="1235439" y="3015089"/>
                <a:ext cx="43260" cy="41658"/>
              </a:xfrm>
              <a:custGeom>
                <a:avLst/>
                <a:gdLst/>
                <a:ahLst/>
                <a:cxnLst/>
                <a:rect l="l" t="t" r="r" b="b"/>
                <a:pathLst>
                  <a:path w="486" h="468" extrusionOk="0">
                    <a:moveTo>
                      <a:pt x="4" y="1"/>
                    </a:moveTo>
                    <a:cubicBezTo>
                      <a:pt x="2" y="1"/>
                      <a:pt x="1" y="1"/>
                      <a:pt x="1" y="3"/>
                    </a:cubicBezTo>
                    <a:cubicBezTo>
                      <a:pt x="46" y="200"/>
                      <a:pt x="197" y="468"/>
                      <a:pt x="399" y="468"/>
                    </a:cubicBezTo>
                    <a:cubicBezTo>
                      <a:pt x="423" y="468"/>
                      <a:pt x="447" y="464"/>
                      <a:pt x="473" y="456"/>
                    </a:cubicBezTo>
                    <a:cubicBezTo>
                      <a:pt x="485" y="456"/>
                      <a:pt x="479" y="443"/>
                      <a:pt x="473" y="443"/>
                    </a:cubicBezTo>
                    <a:cubicBezTo>
                      <a:pt x="464" y="444"/>
                      <a:pt x="456" y="444"/>
                      <a:pt x="447" y="444"/>
                    </a:cubicBezTo>
                    <a:cubicBezTo>
                      <a:pt x="242" y="444"/>
                      <a:pt x="110" y="224"/>
                      <a:pt x="23" y="16"/>
                    </a:cubicBezTo>
                    <a:cubicBezTo>
                      <a:pt x="20" y="6"/>
                      <a:pt x="10" y="1"/>
                      <a:pt x="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7" name="Google Shape;1147;p28"/>
              <p:cNvSpPr/>
              <p:nvPr/>
            </p:nvSpPr>
            <p:spPr>
              <a:xfrm>
                <a:off x="1221553" y="2985359"/>
                <a:ext cx="77708" cy="63555"/>
              </a:xfrm>
              <a:custGeom>
                <a:avLst/>
                <a:gdLst/>
                <a:ahLst/>
                <a:cxnLst/>
                <a:rect l="l" t="t" r="r" b="b"/>
                <a:pathLst>
                  <a:path w="873" h="714" extrusionOk="0">
                    <a:moveTo>
                      <a:pt x="355" y="1"/>
                    </a:moveTo>
                    <a:cubicBezTo>
                      <a:pt x="317" y="1"/>
                      <a:pt x="278" y="10"/>
                      <a:pt x="239" y="32"/>
                    </a:cubicBezTo>
                    <a:cubicBezTo>
                      <a:pt x="1" y="166"/>
                      <a:pt x="228" y="713"/>
                      <a:pt x="498" y="713"/>
                    </a:cubicBezTo>
                    <a:cubicBezTo>
                      <a:pt x="532" y="713"/>
                      <a:pt x="566" y="705"/>
                      <a:pt x="600" y="686"/>
                    </a:cubicBezTo>
                    <a:cubicBezTo>
                      <a:pt x="872" y="539"/>
                      <a:pt x="640" y="1"/>
                      <a:pt x="3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8" name="Google Shape;1148;p28"/>
              <p:cNvSpPr/>
              <p:nvPr/>
            </p:nvSpPr>
            <p:spPr>
              <a:xfrm>
                <a:off x="1032760" y="2970583"/>
                <a:ext cx="68451" cy="55900"/>
              </a:xfrm>
              <a:custGeom>
                <a:avLst/>
                <a:gdLst/>
                <a:ahLst/>
                <a:cxnLst/>
                <a:rect l="l" t="t" r="r" b="b"/>
                <a:pathLst>
                  <a:path w="769" h="628" extrusionOk="0">
                    <a:moveTo>
                      <a:pt x="547" y="1"/>
                    </a:moveTo>
                    <a:cubicBezTo>
                      <a:pt x="458" y="1"/>
                      <a:pt x="369" y="40"/>
                      <a:pt x="284" y="91"/>
                    </a:cubicBezTo>
                    <a:cubicBezTo>
                      <a:pt x="158" y="160"/>
                      <a:pt x="67" y="280"/>
                      <a:pt x="26" y="418"/>
                    </a:cubicBezTo>
                    <a:cubicBezTo>
                      <a:pt x="1" y="506"/>
                      <a:pt x="57" y="601"/>
                      <a:pt x="145" y="623"/>
                    </a:cubicBezTo>
                    <a:cubicBezTo>
                      <a:pt x="159" y="626"/>
                      <a:pt x="173" y="628"/>
                      <a:pt x="187" y="628"/>
                    </a:cubicBezTo>
                    <a:cubicBezTo>
                      <a:pt x="212" y="628"/>
                      <a:pt x="239" y="622"/>
                      <a:pt x="265" y="610"/>
                    </a:cubicBezTo>
                    <a:cubicBezTo>
                      <a:pt x="350" y="560"/>
                      <a:pt x="438" y="500"/>
                      <a:pt x="520" y="437"/>
                    </a:cubicBezTo>
                    <a:cubicBezTo>
                      <a:pt x="617" y="371"/>
                      <a:pt x="702" y="327"/>
                      <a:pt x="749" y="214"/>
                    </a:cubicBezTo>
                    <a:cubicBezTo>
                      <a:pt x="768" y="141"/>
                      <a:pt x="737" y="72"/>
                      <a:pt x="677" y="31"/>
                    </a:cubicBezTo>
                    <a:cubicBezTo>
                      <a:pt x="634" y="10"/>
                      <a:pt x="591" y="1"/>
                      <a:pt x="5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>
                <a:off x="1187551" y="2897238"/>
                <a:ext cx="76551" cy="40857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59" extrusionOk="0">
                    <a:moveTo>
                      <a:pt x="486" y="0"/>
                    </a:moveTo>
                    <a:cubicBezTo>
                      <a:pt x="440" y="0"/>
                      <a:pt x="393" y="6"/>
                      <a:pt x="347" y="19"/>
                    </a:cubicBezTo>
                    <a:cubicBezTo>
                      <a:pt x="202" y="50"/>
                      <a:pt x="70" y="107"/>
                      <a:pt x="20" y="248"/>
                    </a:cubicBezTo>
                    <a:cubicBezTo>
                      <a:pt x="1" y="321"/>
                      <a:pt x="26" y="396"/>
                      <a:pt x="89" y="431"/>
                    </a:cubicBezTo>
                    <a:cubicBezTo>
                      <a:pt x="135" y="452"/>
                      <a:pt x="178" y="459"/>
                      <a:pt x="220" y="459"/>
                    </a:cubicBezTo>
                    <a:cubicBezTo>
                      <a:pt x="280" y="459"/>
                      <a:pt x="340" y="445"/>
                      <a:pt x="410" y="434"/>
                    </a:cubicBezTo>
                    <a:cubicBezTo>
                      <a:pt x="510" y="418"/>
                      <a:pt x="614" y="402"/>
                      <a:pt x="712" y="380"/>
                    </a:cubicBezTo>
                    <a:cubicBezTo>
                      <a:pt x="749" y="368"/>
                      <a:pt x="787" y="339"/>
                      <a:pt x="812" y="305"/>
                    </a:cubicBezTo>
                    <a:cubicBezTo>
                      <a:pt x="860" y="226"/>
                      <a:pt x="838" y="122"/>
                      <a:pt x="759" y="72"/>
                    </a:cubicBezTo>
                    <a:cubicBezTo>
                      <a:pt x="674" y="26"/>
                      <a:pt x="581" y="0"/>
                      <a:pt x="4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0" name="Google Shape;1150;p28"/>
              <p:cNvSpPr/>
              <p:nvPr/>
            </p:nvSpPr>
            <p:spPr>
              <a:xfrm>
                <a:off x="1182388" y="3235481"/>
                <a:ext cx="42815" cy="22342"/>
              </a:xfrm>
              <a:custGeom>
                <a:avLst/>
                <a:gdLst/>
                <a:ahLst/>
                <a:cxnLst/>
                <a:rect l="l" t="t" r="r" b="b"/>
                <a:pathLst>
                  <a:path w="481" h="251" extrusionOk="0">
                    <a:moveTo>
                      <a:pt x="472" y="1"/>
                    </a:moveTo>
                    <a:cubicBezTo>
                      <a:pt x="470" y="1"/>
                      <a:pt x="468" y="2"/>
                      <a:pt x="465" y="5"/>
                    </a:cubicBezTo>
                    <a:cubicBezTo>
                      <a:pt x="408" y="72"/>
                      <a:pt x="339" y="122"/>
                      <a:pt x="260" y="163"/>
                    </a:cubicBezTo>
                    <a:cubicBezTo>
                      <a:pt x="242" y="165"/>
                      <a:pt x="223" y="166"/>
                      <a:pt x="204" y="166"/>
                    </a:cubicBezTo>
                    <a:cubicBezTo>
                      <a:pt x="142" y="166"/>
                      <a:pt x="80" y="153"/>
                      <a:pt x="24" y="119"/>
                    </a:cubicBezTo>
                    <a:cubicBezTo>
                      <a:pt x="23" y="118"/>
                      <a:pt x="23" y="118"/>
                      <a:pt x="22" y="118"/>
                    </a:cubicBezTo>
                    <a:cubicBezTo>
                      <a:pt x="12" y="118"/>
                      <a:pt x="1" y="132"/>
                      <a:pt x="15" y="138"/>
                    </a:cubicBezTo>
                    <a:cubicBezTo>
                      <a:pt x="61" y="208"/>
                      <a:pt x="140" y="251"/>
                      <a:pt x="226" y="251"/>
                    </a:cubicBezTo>
                    <a:cubicBezTo>
                      <a:pt x="239" y="251"/>
                      <a:pt x="253" y="250"/>
                      <a:pt x="266" y="248"/>
                    </a:cubicBezTo>
                    <a:cubicBezTo>
                      <a:pt x="377" y="216"/>
                      <a:pt x="458" y="125"/>
                      <a:pt x="480" y="12"/>
                    </a:cubicBezTo>
                    <a:cubicBezTo>
                      <a:pt x="480" y="9"/>
                      <a:pt x="480" y="5"/>
                      <a:pt x="477" y="5"/>
                    </a:cubicBezTo>
                    <a:cubicBezTo>
                      <a:pt x="476" y="2"/>
                      <a:pt x="474" y="1"/>
                      <a:pt x="4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1" name="Google Shape;1151;p28"/>
              <p:cNvSpPr/>
              <p:nvPr/>
            </p:nvSpPr>
            <p:spPr>
              <a:xfrm>
                <a:off x="1165476" y="2938984"/>
                <a:ext cx="121858" cy="252974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842" extrusionOk="0">
                    <a:moveTo>
                      <a:pt x="25" y="0"/>
                    </a:moveTo>
                    <a:cubicBezTo>
                      <a:pt x="20" y="0"/>
                      <a:pt x="15" y="2"/>
                      <a:pt x="10" y="6"/>
                    </a:cubicBezTo>
                    <a:cubicBezTo>
                      <a:pt x="4" y="12"/>
                      <a:pt x="0" y="21"/>
                      <a:pt x="7" y="31"/>
                    </a:cubicBezTo>
                    <a:cubicBezTo>
                      <a:pt x="331" y="704"/>
                      <a:pt x="771" y="1314"/>
                      <a:pt x="1108" y="1981"/>
                    </a:cubicBezTo>
                    <a:cubicBezTo>
                      <a:pt x="979" y="1981"/>
                      <a:pt x="850" y="1997"/>
                      <a:pt x="724" y="2034"/>
                    </a:cubicBezTo>
                    <a:cubicBezTo>
                      <a:pt x="702" y="2050"/>
                      <a:pt x="982" y="2494"/>
                      <a:pt x="1007" y="2572"/>
                    </a:cubicBezTo>
                    <a:lnTo>
                      <a:pt x="1007" y="2582"/>
                    </a:lnTo>
                    <a:cubicBezTo>
                      <a:pt x="843" y="2684"/>
                      <a:pt x="683" y="2725"/>
                      <a:pt x="499" y="2725"/>
                    </a:cubicBezTo>
                    <a:cubicBezTo>
                      <a:pt x="393" y="2725"/>
                      <a:pt x="279" y="2711"/>
                      <a:pt x="151" y="2689"/>
                    </a:cubicBezTo>
                    <a:cubicBezTo>
                      <a:pt x="149" y="2688"/>
                      <a:pt x="147" y="2687"/>
                      <a:pt x="145" y="2687"/>
                    </a:cubicBezTo>
                    <a:cubicBezTo>
                      <a:pt x="134" y="2687"/>
                      <a:pt x="129" y="2703"/>
                      <a:pt x="145" y="2714"/>
                    </a:cubicBezTo>
                    <a:cubicBezTo>
                      <a:pt x="275" y="2798"/>
                      <a:pt x="426" y="2841"/>
                      <a:pt x="579" y="2841"/>
                    </a:cubicBezTo>
                    <a:cubicBezTo>
                      <a:pt x="644" y="2841"/>
                      <a:pt x="710" y="2833"/>
                      <a:pt x="774" y="2818"/>
                    </a:cubicBezTo>
                    <a:cubicBezTo>
                      <a:pt x="869" y="2792"/>
                      <a:pt x="957" y="2758"/>
                      <a:pt x="1038" y="2711"/>
                    </a:cubicBezTo>
                    <a:cubicBezTo>
                      <a:pt x="1054" y="2701"/>
                      <a:pt x="1070" y="2695"/>
                      <a:pt x="1086" y="2682"/>
                    </a:cubicBezTo>
                    <a:lnTo>
                      <a:pt x="1126" y="2654"/>
                    </a:lnTo>
                    <a:cubicBezTo>
                      <a:pt x="1148" y="2638"/>
                      <a:pt x="1155" y="2610"/>
                      <a:pt x="1148" y="2588"/>
                    </a:cubicBezTo>
                    <a:cubicBezTo>
                      <a:pt x="1142" y="2578"/>
                      <a:pt x="1139" y="2572"/>
                      <a:pt x="1136" y="2569"/>
                    </a:cubicBezTo>
                    <a:lnTo>
                      <a:pt x="1126" y="2547"/>
                    </a:lnTo>
                    <a:cubicBezTo>
                      <a:pt x="1057" y="2383"/>
                      <a:pt x="928" y="2144"/>
                      <a:pt x="928" y="2144"/>
                    </a:cubicBezTo>
                    <a:cubicBezTo>
                      <a:pt x="997" y="2144"/>
                      <a:pt x="1369" y="2144"/>
                      <a:pt x="1321" y="2060"/>
                    </a:cubicBezTo>
                    <a:cubicBezTo>
                      <a:pt x="953" y="1377"/>
                      <a:pt x="551" y="616"/>
                      <a:pt x="41" y="9"/>
                    </a:cubicBezTo>
                    <a:cubicBezTo>
                      <a:pt x="38" y="3"/>
                      <a:pt x="32" y="0"/>
                      <a:pt x="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2" name="Google Shape;1152;p28"/>
              <p:cNvSpPr/>
              <p:nvPr/>
            </p:nvSpPr>
            <p:spPr>
              <a:xfrm>
                <a:off x="1178382" y="3176556"/>
                <a:ext cx="67560" cy="48957"/>
              </a:xfrm>
              <a:custGeom>
                <a:avLst/>
                <a:gdLst/>
                <a:ahLst/>
                <a:cxnLst/>
                <a:rect l="l" t="t" r="r" b="b"/>
                <a:pathLst>
                  <a:path w="759" h="550" extrusionOk="0">
                    <a:moveTo>
                      <a:pt x="758" y="1"/>
                    </a:moveTo>
                    <a:cubicBezTo>
                      <a:pt x="618" y="54"/>
                      <a:pt x="468" y="81"/>
                      <a:pt x="317" y="81"/>
                    </a:cubicBezTo>
                    <a:cubicBezTo>
                      <a:pt x="211" y="81"/>
                      <a:pt x="104" y="68"/>
                      <a:pt x="0" y="42"/>
                    </a:cubicBezTo>
                    <a:lnTo>
                      <a:pt x="0" y="42"/>
                    </a:lnTo>
                    <a:cubicBezTo>
                      <a:pt x="0" y="120"/>
                      <a:pt x="3" y="199"/>
                      <a:pt x="19" y="277"/>
                    </a:cubicBezTo>
                    <a:cubicBezTo>
                      <a:pt x="48" y="412"/>
                      <a:pt x="113" y="549"/>
                      <a:pt x="266" y="549"/>
                    </a:cubicBezTo>
                    <a:cubicBezTo>
                      <a:pt x="281" y="549"/>
                      <a:pt x="298" y="548"/>
                      <a:pt x="315" y="545"/>
                    </a:cubicBezTo>
                    <a:cubicBezTo>
                      <a:pt x="396" y="529"/>
                      <a:pt x="481" y="485"/>
                      <a:pt x="538" y="422"/>
                    </a:cubicBezTo>
                    <a:cubicBezTo>
                      <a:pt x="648" y="306"/>
                      <a:pt x="724" y="158"/>
                      <a:pt x="7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3" name="Google Shape;1153;p28"/>
              <p:cNvSpPr/>
              <p:nvPr/>
            </p:nvSpPr>
            <p:spPr>
              <a:xfrm>
                <a:off x="1179985" y="3198542"/>
                <a:ext cx="46286" cy="26971"/>
              </a:xfrm>
              <a:custGeom>
                <a:avLst/>
                <a:gdLst/>
                <a:ahLst/>
                <a:cxnLst/>
                <a:rect l="l" t="t" r="r" b="b"/>
                <a:pathLst>
                  <a:path w="520" h="303" extrusionOk="0">
                    <a:moveTo>
                      <a:pt x="178" y="1"/>
                    </a:moveTo>
                    <a:cubicBezTo>
                      <a:pt x="118" y="1"/>
                      <a:pt x="58" y="11"/>
                      <a:pt x="1" y="30"/>
                    </a:cubicBezTo>
                    <a:cubicBezTo>
                      <a:pt x="30" y="165"/>
                      <a:pt x="95" y="302"/>
                      <a:pt x="248" y="302"/>
                    </a:cubicBezTo>
                    <a:cubicBezTo>
                      <a:pt x="263" y="302"/>
                      <a:pt x="280" y="301"/>
                      <a:pt x="297" y="298"/>
                    </a:cubicBezTo>
                    <a:cubicBezTo>
                      <a:pt x="378" y="282"/>
                      <a:pt x="463" y="238"/>
                      <a:pt x="520" y="175"/>
                    </a:cubicBezTo>
                    <a:cubicBezTo>
                      <a:pt x="454" y="56"/>
                      <a:pt x="318" y="1"/>
                      <a:pt x="178" y="1"/>
                    </a:cubicBezTo>
                    <a:close/>
                  </a:path>
                </a:pathLst>
              </a:custGeom>
              <a:solidFill>
                <a:srgbClr val="FF98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4" name="Google Shape;1154;p28"/>
              <p:cNvSpPr/>
              <p:nvPr/>
            </p:nvSpPr>
            <p:spPr>
              <a:xfrm>
                <a:off x="692915" y="2673107"/>
                <a:ext cx="564784" cy="561580"/>
              </a:xfrm>
              <a:custGeom>
                <a:avLst/>
                <a:gdLst/>
                <a:ahLst/>
                <a:cxnLst/>
                <a:rect l="l" t="t" r="r" b="b"/>
                <a:pathLst>
                  <a:path w="6345" h="6309" extrusionOk="0">
                    <a:moveTo>
                      <a:pt x="4398" y="1"/>
                    </a:moveTo>
                    <a:cubicBezTo>
                      <a:pt x="4154" y="1"/>
                      <a:pt x="3890" y="35"/>
                      <a:pt x="3608" y="105"/>
                    </a:cubicBezTo>
                    <a:cubicBezTo>
                      <a:pt x="2529" y="373"/>
                      <a:pt x="1784" y="1162"/>
                      <a:pt x="1416" y="1691"/>
                    </a:cubicBezTo>
                    <a:cubicBezTo>
                      <a:pt x="1416" y="1691"/>
                      <a:pt x="1491" y="1247"/>
                      <a:pt x="1362" y="1172"/>
                    </a:cubicBezTo>
                    <a:cubicBezTo>
                      <a:pt x="1353" y="1167"/>
                      <a:pt x="1344" y="1164"/>
                      <a:pt x="1334" y="1164"/>
                    </a:cubicBezTo>
                    <a:cubicBezTo>
                      <a:pt x="1196" y="1164"/>
                      <a:pt x="945" y="1625"/>
                      <a:pt x="878" y="1807"/>
                    </a:cubicBezTo>
                    <a:cubicBezTo>
                      <a:pt x="834" y="1974"/>
                      <a:pt x="818" y="2147"/>
                      <a:pt x="840" y="2316"/>
                    </a:cubicBezTo>
                    <a:cubicBezTo>
                      <a:pt x="699" y="2335"/>
                      <a:pt x="557" y="2379"/>
                      <a:pt x="425" y="2436"/>
                    </a:cubicBezTo>
                    <a:cubicBezTo>
                      <a:pt x="205" y="2537"/>
                      <a:pt x="0" y="2823"/>
                      <a:pt x="7" y="2886"/>
                    </a:cubicBezTo>
                    <a:cubicBezTo>
                      <a:pt x="7" y="2900"/>
                      <a:pt x="25" y="2906"/>
                      <a:pt x="55" y="2906"/>
                    </a:cubicBezTo>
                    <a:cubicBezTo>
                      <a:pt x="156" y="2906"/>
                      <a:pt x="395" y="2836"/>
                      <a:pt x="573" y="2773"/>
                    </a:cubicBezTo>
                    <a:lnTo>
                      <a:pt x="573" y="2773"/>
                    </a:lnTo>
                    <a:cubicBezTo>
                      <a:pt x="573" y="2773"/>
                      <a:pt x="387" y="3490"/>
                      <a:pt x="592" y="3958"/>
                    </a:cubicBezTo>
                    <a:cubicBezTo>
                      <a:pt x="794" y="4421"/>
                      <a:pt x="2414" y="6309"/>
                      <a:pt x="2632" y="6309"/>
                    </a:cubicBezTo>
                    <a:cubicBezTo>
                      <a:pt x="2634" y="6309"/>
                      <a:pt x="2637" y="6308"/>
                      <a:pt x="2639" y="6308"/>
                    </a:cubicBezTo>
                    <a:cubicBezTo>
                      <a:pt x="2884" y="6245"/>
                      <a:pt x="2979" y="5216"/>
                      <a:pt x="2957" y="4946"/>
                    </a:cubicBezTo>
                    <a:cubicBezTo>
                      <a:pt x="2916" y="4273"/>
                      <a:pt x="2164" y="3420"/>
                      <a:pt x="2350" y="3034"/>
                    </a:cubicBezTo>
                    <a:cubicBezTo>
                      <a:pt x="2580" y="2551"/>
                      <a:pt x="3264" y="2533"/>
                      <a:pt x="3973" y="2533"/>
                    </a:cubicBezTo>
                    <a:cubicBezTo>
                      <a:pt x="4031" y="2533"/>
                      <a:pt x="4088" y="2533"/>
                      <a:pt x="4145" y="2533"/>
                    </a:cubicBezTo>
                    <a:cubicBezTo>
                      <a:pt x="4610" y="2533"/>
                      <a:pt x="5071" y="2526"/>
                      <a:pt x="5410" y="2386"/>
                    </a:cubicBezTo>
                    <a:cubicBezTo>
                      <a:pt x="6284" y="2027"/>
                      <a:pt x="6344" y="1348"/>
                      <a:pt x="5891" y="712"/>
                    </a:cubicBezTo>
                    <a:cubicBezTo>
                      <a:pt x="5561" y="247"/>
                      <a:pt x="5051" y="1"/>
                      <a:pt x="43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5" name="Google Shape;1155;p28"/>
              <p:cNvSpPr/>
              <p:nvPr/>
            </p:nvSpPr>
            <p:spPr>
              <a:xfrm>
                <a:off x="714723" y="2911391"/>
                <a:ext cx="182120" cy="296323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3329" extrusionOk="0">
                    <a:moveTo>
                      <a:pt x="400" y="0"/>
                    </a:moveTo>
                    <a:cubicBezTo>
                      <a:pt x="398" y="0"/>
                      <a:pt x="396" y="2"/>
                      <a:pt x="394" y="4"/>
                    </a:cubicBezTo>
                    <a:cubicBezTo>
                      <a:pt x="1" y="536"/>
                      <a:pt x="139" y="1240"/>
                      <a:pt x="469" y="1759"/>
                    </a:cubicBezTo>
                    <a:cubicBezTo>
                      <a:pt x="866" y="2373"/>
                      <a:pt x="1447" y="2876"/>
                      <a:pt x="2010" y="3326"/>
                    </a:cubicBezTo>
                    <a:cubicBezTo>
                      <a:pt x="2013" y="3328"/>
                      <a:pt x="2016" y="3329"/>
                      <a:pt x="2019" y="3329"/>
                    </a:cubicBezTo>
                    <a:cubicBezTo>
                      <a:pt x="2033" y="3329"/>
                      <a:pt x="2045" y="3308"/>
                      <a:pt x="2032" y="3301"/>
                    </a:cubicBezTo>
                    <a:cubicBezTo>
                      <a:pt x="1532" y="2838"/>
                      <a:pt x="998" y="2407"/>
                      <a:pt x="604" y="1844"/>
                    </a:cubicBezTo>
                    <a:cubicBezTo>
                      <a:pt x="391" y="1561"/>
                      <a:pt x="255" y="1228"/>
                      <a:pt x="211" y="872"/>
                    </a:cubicBezTo>
                    <a:cubicBezTo>
                      <a:pt x="196" y="574"/>
                      <a:pt x="268" y="275"/>
                      <a:pt x="409" y="14"/>
                    </a:cubicBezTo>
                    <a:cubicBezTo>
                      <a:pt x="412" y="7"/>
                      <a:pt x="406" y="0"/>
                      <a:pt x="4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6" name="Google Shape;1156;p28"/>
              <p:cNvSpPr/>
              <p:nvPr/>
            </p:nvSpPr>
            <p:spPr>
              <a:xfrm>
                <a:off x="888829" y="2884865"/>
                <a:ext cx="306381" cy="44417"/>
              </a:xfrm>
              <a:custGeom>
                <a:avLst/>
                <a:gdLst/>
                <a:ahLst/>
                <a:cxnLst/>
                <a:rect l="l" t="t" r="r" b="b"/>
                <a:pathLst>
                  <a:path w="3442" h="499" extrusionOk="0">
                    <a:moveTo>
                      <a:pt x="3429" y="0"/>
                    </a:moveTo>
                    <a:cubicBezTo>
                      <a:pt x="3039" y="190"/>
                      <a:pt x="2614" y="254"/>
                      <a:pt x="2185" y="254"/>
                    </a:cubicBezTo>
                    <a:cubicBezTo>
                      <a:pt x="2002" y="254"/>
                      <a:pt x="1818" y="243"/>
                      <a:pt x="1636" y="224"/>
                    </a:cubicBezTo>
                    <a:cubicBezTo>
                      <a:pt x="1429" y="202"/>
                      <a:pt x="1217" y="157"/>
                      <a:pt x="1007" y="157"/>
                    </a:cubicBezTo>
                    <a:cubicBezTo>
                      <a:pt x="946" y="157"/>
                      <a:pt x="885" y="161"/>
                      <a:pt x="825" y="170"/>
                    </a:cubicBezTo>
                    <a:cubicBezTo>
                      <a:pt x="542" y="208"/>
                      <a:pt x="265" y="302"/>
                      <a:pt x="17" y="444"/>
                    </a:cubicBezTo>
                    <a:cubicBezTo>
                      <a:pt x="7" y="447"/>
                      <a:pt x="1" y="463"/>
                      <a:pt x="1" y="485"/>
                    </a:cubicBezTo>
                    <a:cubicBezTo>
                      <a:pt x="8" y="491"/>
                      <a:pt x="17" y="498"/>
                      <a:pt x="26" y="498"/>
                    </a:cubicBezTo>
                    <a:cubicBezTo>
                      <a:pt x="29" y="498"/>
                      <a:pt x="33" y="497"/>
                      <a:pt x="36" y="494"/>
                    </a:cubicBezTo>
                    <a:cubicBezTo>
                      <a:pt x="331" y="378"/>
                      <a:pt x="630" y="246"/>
                      <a:pt x="954" y="230"/>
                    </a:cubicBezTo>
                    <a:cubicBezTo>
                      <a:pt x="980" y="229"/>
                      <a:pt x="1006" y="228"/>
                      <a:pt x="1032" y="228"/>
                    </a:cubicBezTo>
                    <a:cubicBezTo>
                      <a:pt x="1285" y="228"/>
                      <a:pt x="1550" y="292"/>
                      <a:pt x="1806" y="309"/>
                    </a:cubicBezTo>
                    <a:cubicBezTo>
                      <a:pt x="1910" y="316"/>
                      <a:pt x="2015" y="320"/>
                      <a:pt x="2119" y="320"/>
                    </a:cubicBezTo>
                    <a:cubicBezTo>
                      <a:pt x="2575" y="320"/>
                      <a:pt x="3031" y="240"/>
                      <a:pt x="3432" y="10"/>
                    </a:cubicBezTo>
                    <a:cubicBezTo>
                      <a:pt x="3442" y="7"/>
                      <a:pt x="3439" y="0"/>
                      <a:pt x="3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7" name="Google Shape;1157;p28"/>
              <p:cNvSpPr/>
              <p:nvPr/>
            </p:nvSpPr>
            <p:spPr>
              <a:xfrm>
                <a:off x="857764" y="2657085"/>
                <a:ext cx="380617" cy="154259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1733" extrusionOk="0">
                    <a:moveTo>
                      <a:pt x="1" y="1401"/>
                    </a:moveTo>
                    <a:lnTo>
                      <a:pt x="1" y="1401"/>
                    </a:lnTo>
                    <a:cubicBezTo>
                      <a:pt x="1" y="1402"/>
                      <a:pt x="1" y="1402"/>
                      <a:pt x="1" y="1402"/>
                    </a:cubicBezTo>
                    <a:cubicBezTo>
                      <a:pt x="2" y="1403"/>
                      <a:pt x="2" y="1403"/>
                      <a:pt x="2" y="1403"/>
                    </a:cubicBezTo>
                    <a:cubicBezTo>
                      <a:pt x="2" y="1403"/>
                      <a:pt x="2" y="1402"/>
                      <a:pt x="1" y="1401"/>
                    </a:cubicBezTo>
                    <a:close/>
                    <a:moveTo>
                      <a:pt x="2575" y="1"/>
                    </a:moveTo>
                    <a:cubicBezTo>
                      <a:pt x="2407" y="1"/>
                      <a:pt x="2238" y="21"/>
                      <a:pt x="2074" y="59"/>
                    </a:cubicBezTo>
                    <a:cubicBezTo>
                      <a:pt x="1677" y="163"/>
                      <a:pt x="1303" y="333"/>
                      <a:pt x="963" y="565"/>
                    </a:cubicBezTo>
                    <a:cubicBezTo>
                      <a:pt x="608" y="798"/>
                      <a:pt x="281" y="1078"/>
                      <a:pt x="1" y="1399"/>
                    </a:cubicBezTo>
                    <a:cubicBezTo>
                      <a:pt x="1" y="1400"/>
                      <a:pt x="1" y="1401"/>
                      <a:pt x="1" y="1401"/>
                    </a:cubicBezTo>
                    <a:lnTo>
                      <a:pt x="1" y="1401"/>
                    </a:lnTo>
                    <a:cubicBezTo>
                      <a:pt x="325" y="1084"/>
                      <a:pt x="680" y="801"/>
                      <a:pt x="1064" y="556"/>
                    </a:cubicBezTo>
                    <a:cubicBezTo>
                      <a:pt x="1519" y="275"/>
                      <a:pt x="2050" y="54"/>
                      <a:pt x="2587" y="54"/>
                    </a:cubicBezTo>
                    <a:cubicBezTo>
                      <a:pt x="2777" y="54"/>
                      <a:pt x="2967" y="81"/>
                      <a:pt x="3155" y="144"/>
                    </a:cubicBezTo>
                    <a:cubicBezTo>
                      <a:pt x="3825" y="373"/>
                      <a:pt x="4219" y="1028"/>
                      <a:pt x="4197" y="1716"/>
                    </a:cubicBezTo>
                    <a:cubicBezTo>
                      <a:pt x="4200" y="1726"/>
                      <a:pt x="4203" y="1732"/>
                      <a:pt x="4212" y="1732"/>
                    </a:cubicBezTo>
                    <a:cubicBezTo>
                      <a:pt x="4222" y="1732"/>
                      <a:pt x="4231" y="1729"/>
                      <a:pt x="4234" y="1716"/>
                    </a:cubicBezTo>
                    <a:cubicBezTo>
                      <a:pt x="4275" y="1342"/>
                      <a:pt x="4171" y="965"/>
                      <a:pt x="3948" y="660"/>
                    </a:cubicBezTo>
                    <a:cubicBezTo>
                      <a:pt x="3625" y="203"/>
                      <a:pt x="3107" y="1"/>
                      <a:pt x="257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8" name="Google Shape;1158;p28"/>
              <p:cNvSpPr/>
              <p:nvPr/>
            </p:nvSpPr>
            <p:spPr>
              <a:xfrm>
                <a:off x="1004455" y="3013487"/>
                <a:ext cx="210069" cy="185502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084" extrusionOk="0">
                    <a:moveTo>
                      <a:pt x="1170" y="138"/>
                    </a:moveTo>
                    <a:cubicBezTo>
                      <a:pt x="1459" y="138"/>
                      <a:pt x="1739" y="276"/>
                      <a:pt x="1916" y="521"/>
                    </a:cubicBezTo>
                    <a:cubicBezTo>
                      <a:pt x="1957" y="578"/>
                      <a:pt x="1995" y="647"/>
                      <a:pt x="2020" y="716"/>
                    </a:cubicBezTo>
                    <a:cubicBezTo>
                      <a:pt x="2199" y="1185"/>
                      <a:pt x="1964" y="1704"/>
                      <a:pt x="1498" y="1880"/>
                    </a:cubicBezTo>
                    <a:cubicBezTo>
                      <a:pt x="1391" y="1921"/>
                      <a:pt x="1282" y="1940"/>
                      <a:pt x="1175" y="1940"/>
                    </a:cubicBezTo>
                    <a:cubicBezTo>
                      <a:pt x="811" y="1940"/>
                      <a:pt x="470" y="1717"/>
                      <a:pt x="334" y="1358"/>
                    </a:cubicBezTo>
                    <a:cubicBezTo>
                      <a:pt x="158" y="889"/>
                      <a:pt x="394" y="370"/>
                      <a:pt x="856" y="194"/>
                    </a:cubicBezTo>
                    <a:cubicBezTo>
                      <a:pt x="959" y="156"/>
                      <a:pt x="1065" y="138"/>
                      <a:pt x="1170" y="138"/>
                    </a:cubicBezTo>
                    <a:close/>
                    <a:moveTo>
                      <a:pt x="1178" y="0"/>
                    </a:moveTo>
                    <a:cubicBezTo>
                      <a:pt x="1055" y="0"/>
                      <a:pt x="930" y="22"/>
                      <a:pt x="809" y="68"/>
                    </a:cubicBezTo>
                    <a:cubicBezTo>
                      <a:pt x="271" y="273"/>
                      <a:pt x="1" y="870"/>
                      <a:pt x="205" y="1408"/>
                    </a:cubicBezTo>
                    <a:cubicBezTo>
                      <a:pt x="364" y="1827"/>
                      <a:pt x="757" y="2083"/>
                      <a:pt x="1176" y="2083"/>
                    </a:cubicBezTo>
                    <a:cubicBezTo>
                      <a:pt x="1299" y="2083"/>
                      <a:pt x="1424" y="2061"/>
                      <a:pt x="1545" y="2015"/>
                    </a:cubicBezTo>
                    <a:cubicBezTo>
                      <a:pt x="1624" y="1984"/>
                      <a:pt x="1702" y="1943"/>
                      <a:pt x="1775" y="1896"/>
                    </a:cubicBezTo>
                    <a:cubicBezTo>
                      <a:pt x="2247" y="1565"/>
                      <a:pt x="2360" y="917"/>
                      <a:pt x="2030" y="446"/>
                    </a:cubicBezTo>
                    <a:cubicBezTo>
                      <a:pt x="1832" y="161"/>
                      <a:pt x="1511" y="0"/>
                      <a:pt x="11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9" name="Google Shape;1159;p28"/>
              <p:cNvSpPr/>
              <p:nvPr/>
            </p:nvSpPr>
            <p:spPr>
              <a:xfrm>
                <a:off x="1216390" y="2920292"/>
                <a:ext cx="161914" cy="176957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988" extrusionOk="0">
                    <a:moveTo>
                      <a:pt x="674" y="146"/>
                    </a:moveTo>
                    <a:cubicBezTo>
                      <a:pt x="772" y="146"/>
                      <a:pt x="870" y="170"/>
                      <a:pt x="957" y="219"/>
                    </a:cubicBezTo>
                    <a:cubicBezTo>
                      <a:pt x="1158" y="326"/>
                      <a:pt x="1322" y="499"/>
                      <a:pt x="1426" y="703"/>
                    </a:cubicBezTo>
                    <a:cubicBezTo>
                      <a:pt x="1652" y="1144"/>
                      <a:pt x="1586" y="1634"/>
                      <a:pt x="1275" y="1795"/>
                    </a:cubicBezTo>
                    <a:cubicBezTo>
                      <a:pt x="1207" y="1830"/>
                      <a:pt x="1133" y="1847"/>
                      <a:pt x="1057" y="1847"/>
                    </a:cubicBezTo>
                    <a:cubicBezTo>
                      <a:pt x="784" y="1847"/>
                      <a:pt x="476" y="1632"/>
                      <a:pt x="297" y="1288"/>
                    </a:cubicBezTo>
                    <a:cubicBezTo>
                      <a:pt x="186" y="1087"/>
                      <a:pt x="142" y="857"/>
                      <a:pt x="171" y="628"/>
                    </a:cubicBezTo>
                    <a:cubicBezTo>
                      <a:pt x="186" y="448"/>
                      <a:pt x="290" y="285"/>
                      <a:pt x="447" y="197"/>
                    </a:cubicBezTo>
                    <a:cubicBezTo>
                      <a:pt x="463" y="187"/>
                      <a:pt x="479" y="184"/>
                      <a:pt x="495" y="175"/>
                    </a:cubicBezTo>
                    <a:cubicBezTo>
                      <a:pt x="553" y="155"/>
                      <a:pt x="614" y="146"/>
                      <a:pt x="674" y="146"/>
                    </a:cubicBezTo>
                    <a:close/>
                    <a:moveTo>
                      <a:pt x="684" y="1"/>
                    </a:moveTo>
                    <a:cubicBezTo>
                      <a:pt x="346" y="1"/>
                      <a:pt x="60" y="264"/>
                      <a:pt x="39" y="609"/>
                    </a:cubicBezTo>
                    <a:cubicBezTo>
                      <a:pt x="1" y="864"/>
                      <a:pt x="54" y="1128"/>
                      <a:pt x="174" y="1354"/>
                    </a:cubicBezTo>
                    <a:cubicBezTo>
                      <a:pt x="379" y="1746"/>
                      <a:pt x="736" y="1988"/>
                      <a:pt x="1063" y="1988"/>
                    </a:cubicBezTo>
                    <a:cubicBezTo>
                      <a:pt x="1138" y="1988"/>
                      <a:pt x="1211" y="1975"/>
                      <a:pt x="1281" y="1949"/>
                    </a:cubicBezTo>
                    <a:cubicBezTo>
                      <a:pt x="1300" y="1942"/>
                      <a:pt x="1322" y="1933"/>
                      <a:pt x="1347" y="1927"/>
                    </a:cubicBezTo>
                    <a:cubicBezTo>
                      <a:pt x="1724" y="1729"/>
                      <a:pt x="1819" y="1153"/>
                      <a:pt x="1555" y="643"/>
                    </a:cubicBezTo>
                    <a:cubicBezTo>
                      <a:pt x="1438" y="411"/>
                      <a:pt x="1253" y="219"/>
                      <a:pt x="1023" y="96"/>
                    </a:cubicBezTo>
                    <a:cubicBezTo>
                      <a:pt x="935" y="43"/>
                      <a:pt x="831" y="11"/>
                      <a:pt x="724" y="2"/>
                    </a:cubicBezTo>
                    <a:cubicBezTo>
                      <a:pt x="711" y="1"/>
                      <a:pt x="697" y="1"/>
                      <a:pt x="6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0" name="Google Shape;1160;p28"/>
              <p:cNvSpPr/>
              <p:nvPr/>
            </p:nvSpPr>
            <p:spPr>
              <a:xfrm>
                <a:off x="1175534" y="3021676"/>
                <a:ext cx="59994" cy="4219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74" extrusionOk="0">
                    <a:moveTo>
                      <a:pt x="523" y="1"/>
                    </a:moveTo>
                    <a:cubicBezTo>
                      <a:pt x="253" y="1"/>
                      <a:pt x="68" y="259"/>
                      <a:pt x="1" y="420"/>
                    </a:cubicBezTo>
                    <a:lnTo>
                      <a:pt x="130" y="473"/>
                    </a:lnTo>
                    <a:cubicBezTo>
                      <a:pt x="138" y="459"/>
                      <a:pt x="276" y="140"/>
                      <a:pt x="522" y="140"/>
                    </a:cubicBezTo>
                    <a:cubicBezTo>
                      <a:pt x="555" y="140"/>
                      <a:pt x="590" y="146"/>
                      <a:pt x="627" y="159"/>
                    </a:cubicBezTo>
                    <a:lnTo>
                      <a:pt x="674" y="27"/>
                    </a:lnTo>
                    <a:cubicBezTo>
                      <a:pt x="621" y="9"/>
                      <a:pt x="571" y="1"/>
                      <a:pt x="5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1" name="Google Shape;1161;p28"/>
              <p:cNvSpPr/>
              <p:nvPr/>
            </p:nvSpPr>
            <p:spPr>
              <a:xfrm>
                <a:off x="841297" y="3122793"/>
                <a:ext cx="188172" cy="14740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1656" extrusionOk="0">
                    <a:moveTo>
                      <a:pt x="2060" y="1"/>
                    </a:moveTo>
                    <a:cubicBezTo>
                      <a:pt x="1988" y="29"/>
                      <a:pt x="497" y="658"/>
                      <a:pt x="261" y="831"/>
                    </a:cubicBezTo>
                    <a:cubicBezTo>
                      <a:pt x="10" y="1020"/>
                      <a:pt x="0" y="1592"/>
                      <a:pt x="0" y="1655"/>
                    </a:cubicBezTo>
                    <a:lnTo>
                      <a:pt x="139" y="1655"/>
                    </a:lnTo>
                    <a:cubicBezTo>
                      <a:pt x="139" y="1498"/>
                      <a:pt x="173" y="1061"/>
                      <a:pt x="343" y="944"/>
                    </a:cubicBezTo>
                    <a:cubicBezTo>
                      <a:pt x="526" y="806"/>
                      <a:pt x="1614" y="331"/>
                      <a:pt x="2114" y="130"/>
                    </a:cubicBezTo>
                    <a:lnTo>
                      <a:pt x="206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2" name="Google Shape;1162;p28"/>
              <p:cNvSpPr/>
              <p:nvPr/>
            </p:nvSpPr>
            <p:spPr>
              <a:xfrm>
                <a:off x="788068" y="3144779"/>
                <a:ext cx="209268" cy="166186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867" extrusionOk="0">
                    <a:moveTo>
                      <a:pt x="704" y="1"/>
                    </a:moveTo>
                    <a:cubicBezTo>
                      <a:pt x="574" y="1"/>
                      <a:pt x="459" y="37"/>
                      <a:pt x="378" y="128"/>
                    </a:cubicBezTo>
                    <a:cubicBezTo>
                      <a:pt x="1" y="553"/>
                      <a:pt x="1083" y="1858"/>
                      <a:pt x="1709" y="1864"/>
                    </a:cubicBezTo>
                    <a:cubicBezTo>
                      <a:pt x="1726" y="1866"/>
                      <a:pt x="1743" y="1866"/>
                      <a:pt x="1760" y="1866"/>
                    </a:cubicBezTo>
                    <a:cubicBezTo>
                      <a:pt x="2065" y="1866"/>
                      <a:pt x="2323" y="1630"/>
                      <a:pt x="2350" y="1317"/>
                    </a:cubicBezTo>
                    <a:lnTo>
                      <a:pt x="2350" y="1295"/>
                    </a:lnTo>
                    <a:lnTo>
                      <a:pt x="1850" y="477"/>
                    </a:lnTo>
                    <a:cubicBezTo>
                      <a:pt x="1850" y="477"/>
                      <a:pt x="1176" y="1"/>
                      <a:pt x="704" y="1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3" name="Google Shape;1163;p28"/>
              <p:cNvSpPr/>
              <p:nvPr/>
            </p:nvSpPr>
            <p:spPr>
              <a:xfrm>
                <a:off x="849664" y="3186614"/>
                <a:ext cx="122926" cy="89369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004" extrusionOk="0">
                    <a:moveTo>
                      <a:pt x="190" y="0"/>
                    </a:moveTo>
                    <a:cubicBezTo>
                      <a:pt x="129" y="0"/>
                      <a:pt x="69" y="8"/>
                      <a:pt x="10" y="23"/>
                    </a:cubicBezTo>
                    <a:cubicBezTo>
                      <a:pt x="1" y="23"/>
                      <a:pt x="1" y="39"/>
                      <a:pt x="10" y="39"/>
                    </a:cubicBezTo>
                    <a:cubicBezTo>
                      <a:pt x="450" y="58"/>
                      <a:pt x="784" y="341"/>
                      <a:pt x="1057" y="668"/>
                    </a:cubicBezTo>
                    <a:cubicBezTo>
                      <a:pt x="984" y="621"/>
                      <a:pt x="907" y="592"/>
                      <a:pt x="830" y="592"/>
                    </a:cubicBezTo>
                    <a:cubicBezTo>
                      <a:pt x="736" y="592"/>
                      <a:pt x="645" y="637"/>
                      <a:pt x="567" y="749"/>
                    </a:cubicBezTo>
                    <a:cubicBezTo>
                      <a:pt x="562" y="759"/>
                      <a:pt x="570" y="769"/>
                      <a:pt x="578" y="769"/>
                    </a:cubicBezTo>
                    <a:cubicBezTo>
                      <a:pt x="581" y="769"/>
                      <a:pt x="583" y="768"/>
                      <a:pt x="586" y="765"/>
                    </a:cubicBezTo>
                    <a:cubicBezTo>
                      <a:pt x="650" y="716"/>
                      <a:pt x="728" y="691"/>
                      <a:pt x="806" y="691"/>
                    </a:cubicBezTo>
                    <a:cubicBezTo>
                      <a:pt x="876" y="691"/>
                      <a:pt x="946" y="711"/>
                      <a:pt x="1007" y="749"/>
                    </a:cubicBezTo>
                    <a:cubicBezTo>
                      <a:pt x="1114" y="822"/>
                      <a:pt x="1212" y="900"/>
                      <a:pt x="1300" y="995"/>
                    </a:cubicBezTo>
                    <a:cubicBezTo>
                      <a:pt x="1307" y="1001"/>
                      <a:pt x="1315" y="1003"/>
                      <a:pt x="1324" y="1003"/>
                    </a:cubicBezTo>
                    <a:cubicBezTo>
                      <a:pt x="1352" y="1003"/>
                      <a:pt x="1381" y="974"/>
                      <a:pt x="1356" y="948"/>
                    </a:cubicBezTo>
                    <a:lnTo>
                      <a:pt x="1350" y="938"/>
                    </a:lnTo>
                    <a:cubicBezTo>
                      <a:pt x="1204" y="489"/>
                      <a:pt x="688" y="0"/>
                      <a:pt x="1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4" name="Google Shape;1164;p28"/>
              <p:cNvSpPr/>
              <p:nvPr/>
            </p:nvSpPr>
            <p:spPr>
              <a:xfrm>
                <a:off x="938141" y="3480352"/>
                <a:ext cx="433758" cy="382220"/>
              </a:xfrm>
              <a:custGeom>
                <a:avLst/>
                <a:gdLst/>
                <a:ahLst/>
                <a:cxnLst/>
                <a:rect l="l" t="t" r="r" b="b"/>
                <a:pathLst>
                  <a:path w="4873" h="4294" extrusionOk="0">
                    <a:moveTo>
                      <a:pt x="567" y="0"/>
                    </a:moveTo>
                    <a:lnTo>
                      <a:pt x="0" y="906"/>
                    </a:lnTo>
                    <a:cubicBezTo>
                      <a:pt x="0" y="906"/>
                      <a:pt x="2855" y="4294"/>
                      <a:pt x="2981" y="4294"/>
                    </a:cubicBezTo>
                    <a:cubicBezTo>
                      <a:pt x="2984" y="4294"/>
                      <a:pt x="2986" y="4292"/>
                      <a:pt x="2985" y="4287"/>
                    </a:cubicBezTo>
                    <a:lnTo>
                      <a:pt x="3523" y="2469"/>
                    </a:lnTo>
                    <a:lnTo>
                      <a:pt x="4872" y="3460"/>
                    </a:lnTo>
                    <a:lnTo>
                      <a:pt x="4316" y="529"/>
                    </a:lnTo>
                    <a:lnTo>
                      <a:pt x="3869" y="13"/>
                    </a:lnTo>
                    <a:lnTo>
                      <a:pt x="3391" y="209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5" name="Google Shape;1165;p28"/>
              <p:cNvSpPr/>
              <p:nvPr/>
            </p:nvSpPr>
            <p:spPr>
              <a:xfrm>
                <a:off x="933424" y="3528151"/>
                <a:ext cx="447466" cy="348128"/>
              </a:xfrm>
              <a:custGeom>
                <a:avLst/>
                <a:gdLst/>
                <a:ahLst/>
                <a:cxnLst/>
                <a:rect l="l" t="t" r="r" b="b"/>
                <a:pathLst>
                  <a:path w="5027" h="3911" extrusionOk="0">
                    <a:moveTo>
                      <a:pt x="4388" y="1"/>
                    </a:moveTo>
                    <a:cubicBezTo>
                      <a:pt x="4381" y="1"/>
                      <a:pt x="4373" y="5"/>
                      <a:pt x="4372" y="14"/>
                    </a:cubicBezTo>
                    <a:cubicBezTo>
                      <a:pt x="4350" y="498"/>
                      <a:pt x="4771" y="2338"/>
                      <a:pt x="4844" y="2781"/>
                    </a:cubicBezTo>
                    <a:cubicBezTo>
                      <a:pt x="4841" y="2781"/>
                      <a:pt x="4841" y="2778"/>
                      <a:pt x="4837" y="2778"/>
                    </a:cubicBezTo>
                    <a:cubicBezTo>
                      <a:pt x="4781" y="2735"/>
                      <a:pt x="3617" y="1932"/>
                      <a:pt x="3586" y="1932"/>
                    </a:cubicBezTo>
                    <a:cubicBezTo>
                      <a:pt x="3586" y="1932"/>
                      <a:pt x="3586" y="1932"/>
                      <a:pt x="3586" y="1932"/>
                    </a:cubicBezTo>
                    <a:cubicBezTo>
                      <a:pt x="3450" y="2228"/>
                      <a:pt x="3054" y="3549"/>
                      <a:pt x="3032" y="3668"/>
                    </a:cubicBezTo>
                    <a:cubicBezTo>
                      <a:pt x="2557" y="3102"/>
                      <a:pt x="569" y="888"/>
                      <a:pt x="31" y="369"/>
                    </a:cubicBezTo>
                    <a:cubicBezTo>
                      <a:pt x="29" y="365"/>
                      <a:pt x="26" y="364"/>
                      <a:pt x="22" y="364"/>
                    </a:cubicBezTo>
                    <a:cubicBezTo>
                      <a:pt x="17" y="364"/>
                      <a:pt x="11" y="367"/>
                      <a:pt x="9" y="369"/>
                    </a:cubicBezTo>
                    <a:cubicBezTo>
                      <a:pt x="3" y="372"/>
                      <a:pt x="0" y="385"/>
                      <a:pt x="9" y="388"/>
                    </a:cubicBezTo>
                    <a:cubicBezTo>
                      <a:pt x="443" y="994"/>
                      <a:pt x="3008" y="3911"/>
                      <a:pt x="3048" y="3911"/>
                    </a:cubicBezTo>
                    <a:cubicBezTo>
                      <a:pt x="3048" y="3911"/>
                      <a:pt x="3048" y="3911"/>
                      <a:pt x="3048" y="3911"/>
                    </a:cubicBezTo>
                    <a:cubicBezTo>
                      <a:pt x="3048" y="3911"/>
                      <a:pt x="3048" y="3911"/>
                      <a:pt x="3048" y="3911"/>
                    </a:cubicBezTo>
                    <a:cubicBezTo>
                      <a:pt x="3074" y="3911"/>
                      <a:pt x="3567" y="2293"/>
                      <a:pt x="3611" y="1992"/>
                    </a:cubicBezTo>
                    <a:cubicBezTo>
                      <a:pt x="3810" y="2171"/>
                      <a:pt x="4941" y="3053"/>
                      <a:pt x="5022" y="3053"/>
                    </a:cubicBezTo>
                    <a:cubicBezTo>
                      <a:pt x="5025" y="3053"/>
                      <a:pt x="5026" y="3052"/>
                      <a:pt x="5026" y="3049"/>
                    </a:cubicBezTo>
                    <a:cubicBezTo>
                      <a:pt x="4957" y="2520"/>
                      <a:pt x="4863" y="1986"/>
                      <a:pt x="4743" y="1457"/>
                    </a:cubicBezTo>
                    <a:cubicBezTo>
                      <a:pt x="4636" y="979"/>
                      <a:pt x="4539" y="492"/>
                      <a:pt x="4406" y="14"/>
                    </a:cubicBezTo>
                    <a:cubicBezTo>
                      <a:pt x="4405" y="5"/>
                      <a:pt x="4396" y="1"/>
                      <a:pt x="4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0" name="Text Box 99"/>
          <p:cNvSpPr txBox="1"/>
          <p:nvPr/>
        </p:nvSpPr>
        <p:spPr>
          <a:xfrm>
            <a:off x="3681095" y="922020"/>
            <a:ext cx="4572635" cy="33534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ctr"/>
            <a:r>
              <a:rPr lang="en-US" sz="1000" b="1">
                <a:latin typeface="Arial" panose="020B0604020202020204" pitchFamily="34" charset="0"/>
                <a:cs typeface="Aptos" charset="0"/>
              </a:rPr>
              <a:t>República Bolivariana de VenezuelaMinisterio del Poder Popular para la Educación UniversitariaUniversidad Politécnica Territorial “José Félix Ribas” Núcleo SocopóSocopó, Estado Barinas</a:t>
            </a:r>
            <a:r>
              <a:rPr lang="en-US" sz="2000" b="1">
                <a:latin typeface="Arial" panose="020B0604020202020204" pitchFamily="34" charset="0"/>
                <a:cs typeface="Aptos" charset="0"/>
              </a:rPr>
              <a:t> </a:t>
            </a:r>
            <a:endParaRPr lang="en-US" sz="2000" b="1">
              <a:latin typeface="Arial" panose="020B0604020202020204" pitchFamily="34" charset="0"/>
              <a:cs typeface="Aptos" charset="0"/>
            </a:endParaRPr>
          </a:p>
          <a:p>
            <a:pPr marL="0" indent="0" algn="ctr"/>
            <a:r>
              <a:rPr lang="en-US" sz="1600" b="1">
                <a:latin typeface="Arial" panose="020B0604020202020204" pitchFamily="34" charset="0"/>
                <a:cs typeface="Aptos" charset="0"/>
              </a:rPr>
              <a:t></a:t>
            </a:r>
            <a:r>
              <a:rPr lang="en-US" b="1">
                <a:latin typeface="Arial" panose="020B0604020202020204" pitchFamily="34" charset="0"/>
                <a:cs typeface="Aptos" charset="0"/>
              </a:rPr>
              <a:t>Desarrollo de un Sistema para la Gestión de Actividades, Tareas y Proyectos (GATP)</a:t>
            </a:r>
            <a:endParaRPr lang="en-US" b="1">
              <a:latin typeface="Arial" panose="020B0604020202020204" pitchFamily="34" charset="0"/>
              <a:cs typeface="Aptos" charset="0"/>
            </a:endParaRPr>
          </a:p>
          <a:p>
            <a:pPr marL="0" indent="0" algn="ctr"/>
            <a:endParaRPr lang="en-US" b="1">
              <a:latin typeface="Arial" panose="020B0604020202020204" pitchFamily="34" charset="0"/>
              <a:cs typeface="Aptos" charset="0"/>
            </a:endParaRPr>
          </a:p>
          <a:p>
            <a:pPr marL="0" indent="0" algn="ctr"/>
            <a:endParaRPr lang="en-US"/>
          </a:p>
          <a:p>
            <a:pPr marL="0" indent="0" algn="l"/>
            <a:r>
              <a:rPr lang="es-AR" altLang="en-US" sz="1000"/>
              <a:t>Docente</a:t>
            </a:r>
            <a:r>
              <a:rPr lang="en-US" sz="1000"/>
              <a:t> </a:t>
            </a:r>
            <a:endParaRPr lang="en-US" sz="1000"/>
          </a:p>
          <a:p>
            <a:pPr marL="0" indent="0" algn="l"/>
            <a:r>
              <a:rPr lang="en-US" sz="1000"/>
              <a:t>Ing. Anny Contreras</a:t>
            </a:r>
            <a:endParaRPr lang="en-US" sz="1000"/>
          </a:p>
          <a:p>
            <a:pPr marL="0" indent="0" algn="r"/>
            <a:r>
              <a:rPr lang="es-AR" altLang="en-US" sz="1000"/>
              <a:t>Auctores:</a:t>
            </a:r>
            <a:endParaRPr lang="es-AR" altLang="en-US" sz="1000"/>
          </a:p>
          <a:p>
            <a:pPr marL="0" indent="0" algn="r"/>
            <a:r>
              <a:rPr lang="en-US" sz="1000"/>
              <a:t> Alcedo Leonardo C.I. V-31.389.104</a:t>
            </a:r>
            <a:endParaRPr lang="en-US" sz="1000"/>
          </a:p>
          <a:p>
            <a:pPr marL="0" indent="0" algn="r"/>
            <a:r>
              <a:rPr lang="en-US" sz="1000"/>
              <a:t>Molina Jehimi C.I. V-30.953.860</a:t>
            </a:r>
            <a:endParaRPr lang="en-US" sz="1000"/>
          </a:p>
          <a:p>
            <a:pPr marL="0" indent="0" algn="r"/>
            <a:r>
              <a:rPr lang="en-US" sz="1000"/>
              <a:t>Pacheco Danyelis C.I. V-31.116.103</a:t>
            </a:r>
            <a:endParaRPr lang="en-US" sz="1000"/>
          </a:p>
          <a:p>
            <a:pPr marL="0" indent="0" algn="r"/>
            <a:r>
              <a:rPr lang="en-US" sz="1000"/>
              <a:t>Rodríguez Leonardo C.I V-31.107.192</a:t>
            </a:r>
            <a:endParaRPr lang="en-US" sz="1000"/>
          </a:p>
          <a:p>
            <a:pPr marL="0" indent="0" algn="just"/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36"/>
          <p:cNvSpPr txBox="1"/>
          <p:nvPr>
            <p:ph type="title"/>
          </p:nvPr>
        </p:nvSpPr>
        <p:spPr>
          <a:xfrm>
            <a:off x="3884825" y="1850375"/>
            <a:ext cx="4535100" cy="17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5400">
                <a:solidFill>
                  <a:schemeClr val="tx1"/>
                </a:solidFill>
                <a:latin typeface="+mn-lt"/>
                <a:cs typeface="+mn-lt"/>
              </a:rPr>
              <a:t>Introducción General</a:t>
            </a:r>
            <a:endParaRPr lang="es-AR" sz="5400">
              <a:solidFill>
                <a:schemeClr val="tx1"/>
              </a:solidFill>
              <a:latin typeface="+mn-lt"/>
              <a:cs typeface="+mn-lt"/>
            </a:endParaRPr>
          </a:p>
        </p:txBody>
      </p:sp>
      <p:grpSp>
        <p:nvGrpSpPr>
          <p:cNvPr id="1509" name="Google Shape;1509;p36"/>
          <p:cNvGrpSpPr/>
          <p:nvPr/>
        </p:nvGrpSpPr>
        <p:grpSpPr>
          <a:xfrm>
            <a:off x="48888" y="883991"/>
            <a:ext cx="3569421" cy="4607186"/>
            <a:chOff x="48888" y="883991"/>
            <a:chExt cx="3569421" cy="4607186"/>
          </a:xfrm>
        </p:grpSpPr>
        <p:grpSp>
          <p:nvGrpSpPr>
            <p:cNvPr id="1510" name="Google Shape;1510;p36"/>
            <p:cNvGrpSpPr/>
            <p:nvPr/>
          </p:nvGrpSpPr>
          <p:grpSpPr>
            <a:xfrm>
              <a:off x="48888" y="883991"/>
              <a:ext cx="3339719" cy="3186047"/>
              <a:chOff x="48888" y="883991"/>
              <a:chExt cx="3339719" cy="3186047"/>
            </a:xfrm>
          </p:grpSpPr>
          <p:grpSp>
            <p:nvGrpSpPr>
              <p:cNvPr id="1511" name="Google Shape;1511;p36"/>
              <p:cNvGrpSpPr/>
              <p:nvPr/>
            </p:nvGrpSpPr>
            <p:grpSpPr>
              <a:xfrm>
                <a:off x="464901" y="3267469"/>
                <a:ext cx="2601089" cy="802568"/>
                <a:chOff x="-1209865" y="2605301"/>
                <a:chExt cx="2145936" cy="662130"/>
              </a:xfrm>
            </p:grpSpPr>
            <p:grpSp>
              <p:nvGrpSpPr>
                <p:cNvPr id="1512" name="Google Shape;1512;p36"/>
                <p:cNvGrpSpPr/>
                <p:nvPr/>
              </p:nvGrpSpPr>
              <p:grpSpPr>
                <a:xfrm>
                  <a:off x="267263" y="2605301"/>
                  <a:ext cx="668809" cy="662130"/>
                  <a:chOff x="2678263" y="2105076"/>
                  <a:chExt cx="668809" cy="662130"/>
                </a:xfrm>
              </p:grpSpPr>
              <p:sp>
                <p:nvSpPr>
                  <p:cNvPr id="1513" name="Google Shape;1513;p36"/>
                  <p:cNvSpPr/>
                  <p:nvPr/>
                </p:nvSpPr>
                <p:spPr>
                  <a:xfrm>
                    <a:off x="2678263" y="2105076"/>
                    <a:ext cx="20818" cy="21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271" extrusionOk="0">
                        <a:moveTo>
                          <a:pt x="1" y="0"/>
                        </a:moveTo>
                        <a:lnTo>
                          <a:pt x="1" y="271"/>
                        </a:lnTo>
                        <a:lnTo>
                          <a:pt x="92" y="271"/>
                        </a:lnTo>
                        <a:lnTo>
                          <a:pt x="92" y="88"/>
                        </a:lnTo>
                        <a:lnTo>
                          <a:pt x="268" y="88"/>
                        </a:lnTo>
                        <a:lnTo>
                          <a:pt x="26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14" name="Google Shape;1514;p36"/>
                  <p:cNvSpPr/>
                  <p:nvPr/>
                </p:nvSpPr>
                <p:spPr>
                  <a:xfrm>
                    <a:off x="2720054" y="2105076"/>
                    <a:ext cx="578076" cy="69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2" h="89" extrusionOk="0">
                        <a:moveTo>
                          <a:pt x="0" y="0"/>
                        </a:moveTo>
                        <a:lnTo>
                          <a:pt x="0" y="88"/>
                        </a:lnTo>
                        <a:lnTo>
                          <a:pt x="359" y="88"/>
                        </a:lnTo>
                        <a:lnTo>
                          <a:pt x="359" y="0"/>
                        </a:lnTo>
                        <a:close/>
                        <a:moveTo>
                          <a:pt x="717" y="0"/>
                        </a:moveTo>
                        <a:lnTo>
                          <a:pt x="717" y="88"/>
                        </a:lnTo>
                        <a:lnTo>
                          <a:pt x="1073" y="88"/>
                        </a:lnTo>
                        <a:lnTo>
                          <a:pt x="1073" y="0"/>
                        </a:lnTo>
                        <a:close/>
                        <a:moveTo>
                          <a:pt x="1435" y="0"/>
                        </a:moveTo>
                        <a:lnTo>
                          <a:pt x="1435" y="88"/>
                        </a:lnTo>
                        <a:lnTo>
                          <a:pt x="1793" y="88"/>
                        </a:lnTo>
                        <a:lnTo>
                          <a:pt x="1793" y="0"/>
                        </a:lnTo>
                        <a:close/>
                        <a:moveTo>
                          <a:pt x="2152" y="0"/>
                        </a:moveTo>
                        <a:lnTo>
                          <a:pt x="2152" y="88"/>
                        </a:lnTo>
                        <a:lnTo>
                          <a:pt x="2510" y="88"/>
                        </a:lnTo>
                        <a:lnTo>
                          <a:pt x="2510" y="0"/>
                        </a:lnTo>
                        <a:close/>
                        <a:moveTo>
                          <a:pt x="2872" y="0"/>
                        </a:moveTo>
                        <a:lnTo>
                          <a:pt x="2872" y="88"/>
                        </a:lnTo>
                        <a:lnTo>
                          <a:pt x="3227" y="88"/>
                        </a:lnTo>
                        <a:lnTo>
                          <a:pt x="3227" y="0"/>
                        </a:lnTo>
                        <a:close/>
                        <a:moveTo>
                          <a:pt x="3589" y="0"/>
                        </a:moveTo>
                        <a:lnTo>
                          <a:pt x="3589" y="88"/>
                        </a:lnTo>
                        <a:lnTo>
                          <a:pt x="3948" y="88"/>
                        </a:lnTo>
                        <a:lnTo>
                          <a:pt x="3948" y="0"/>
                        </a:lnTo>
                        <a:close/>
                        <a:moveTo>
                          <a:pt x="4306" y="0"/>
                        </a:moveTo>
                        <a:lnTo>
                          <a:pt x="4306" y="88"/>
                        </a:lnTo>
                        <a:lnTo>
                          <a:pt x="4665" y="88"/>
                        </a:lnTo>
                        <a:lnTo>
                          <a:pt x="4665" y="0"/>
                        </a:lnTo>
                        <a:close/>
                        <a:moveTo>
                          <a:pt x="5026" y="0"/>
                        </a:moveTo>
                        <a:lnTo>
                          <a:pt x="5026" y="88"/>
                        </a:lnTo>
                        <a:lnTo>
                          <a:pt x="5382" y="88"/>
                        </a:lnTo>
                        <a:lnTo>
                          <a:pt x="5382" y="0"/>
                        </a:lnTo>
                        <a:close/>
                        <a:moveTo>
                          <a:pt x="5740" y="0"/>
                        </a:moveTo>
                        <a:lnTo>
                          <a:pt x="5740" y="88"/>
                        </a:lnTo>
                        <a:lnTo>
                          <a:pt x="6099" y="88"/>
                        </a:lnTo>
                        <a:lnTo>
                          <a:pt x="6099" y="0"/>
                        </a:lnTo>
                        <a:close/>
                        <a:moveTo>
                          <a:pt x="6461" y="0"/>
                        </a:moveTo>
                        <a:lnTo>
                          <a:pt x="6461" y="88"/>
                        </a:lnTo>
                        <a:lnTo>
                          <a:pt x="6819" y="88"/>
                        </a:lnTo>
                        <a:lnTo>
                          <a:pt x="6819" y="0"/>
                        </a:lnTo>
                        <a:close/>
                        <a:moveTo>
                          <a:pt x="7087" y="0"/>
                        </a:moveTo>
                        <a:lnTo>
                          <a:pt x="7087" y="88"/>
                        </a:lnTo>
                        <a:lnTo>
                          <a:pt x="7442" y="88"/>
                        </a:lnTo>
                        <a:lnTo>
                          <a:pt x="744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15" name="Google Shape;1515;p36"/>
                  <p:cNvSpPr/>
                  <p:nvPr/>
                </p:nvSpPr>
                <p:spPr>
                  <a:xfrm>
                    <a:off x="3326176" y="2105076"/>
                    <a:ext cx="20895" cy="21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" h="271" extrusionOk="0">
                        <a:moveTo>
                          <a:pt x="1" y="0"/>
                        </a:moveTo>
                        <a:lnTo>
                          <a:pt x="1" y="88"/>
                        </a:lnTo>
                        <a:lnTo>
                          <a:pt x="180" y="88"/>
                        </a:lnTo>
                        <a:lnTo>
                          <a:pt x="180" y="271"/>
                        </a:lnTo>
                        <a:lnTo>
                          <a:pt x="268" y="271"/>
                        </a:lnTo>
                        <a:lnTo>
                          <a:pt x="26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16" name="Google Shape;1516;p36"/>
                  <p:cNvSpPr/>
                  <p:nvPr/>
                </p:nvSpPr>
                <p:spPr>
                  <a:xfrm>
                    <a:off x="3340081" y="2153935"/>
                    <a:ext cx="6991" cy="564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" h="7266" extrusionOk="0">
                        <a:moveTo>
                          <a:pt x="1" y="0"/>
                        </a:moveTo>
                        <a:lnTo>
                          <a:pt x="1" y="359"/>
                        </a:lnTo>
                        <a:lnTo>
                          <a:pt x="89" y="359"/>
                        </a:lnTo>
                        <a:lnTo>
                          <a:pt x="89" y="0"/>
                        </a:lnTo>
                        <a:close/>
                        <a:moveTo>
                          <a:pt x="1" y="629"/>
                        </a:moveTo>
                        <a:lnTo>
                          <a:pt x="1" y="988"/>
                        </a:lnTo>
                        <a:lnTo>
                          <a:pt x="89" y="988"/>
                        </a:lnTo>
                        <a:lnTo>
                          <a:pt x="89" y="629"/>
                        </a:lnTo>
                        <a:close/>
                        <a:moveTo>
                          <a:pt x="1" y="1346"/>
                        </a:moveTo>
                        <a:lnTo>
                          <a:pt x="1" y="1705"/>
                        </a:lnTo>
                        <a:lnTo>
                          <a:pt x="89" y="1705"/>
                        </a:lnTo>
                        <a:lnTo>
                          <a:pt x="89" y="1346"/>
                        </a:lnTo>
                        <a:close/>
                        <a:moveTo>
                          <a:pt x="1" y="2064"/>
                        </a:moveTo>
                        <a:lnTo>
                          <a:pt x="1" y="2422"/>
                        </a:lnTo>
                        <a:lnTo>
                          <a:pt x="89" y="2422"/>
                        </a:lnTo>
                        <a:lnTo>
                          <a:pt x="89" y="2064"/>
                        </a:lnTo>
                        <a:close/>
                        <a:moveTo>
                          <a:pt x="1" y="2784"/>
                        </a:moveTo>
                        <a:lnTo>
                          <a:pt x="1" y="3142"/>
                        </a:lnTo>
                        <a:lnTo>
                          <a:pt x="89" y="3142"/>
                        </a:lnTo>
                        <a:lnTo>
                          <a:pt x="89" y="2784"/>
                        </a:lnTo>
                        <a:close/>
                        <a:moveTo>
                          <a:pt x="1" y="3407"/>
                        </a:moveTo>
                        <a:lnTo>
                          <a:pt x="1" y="3765"/>
                        </a:lnTo>
                        <a:lnTo>
                          <a:pt x="89" y="3765"/>
                        </a:lnTo>
                        <a:lnTo>
                          <a:pt x="89" y="3407"/>
                        </a:lnTo>
                        <a:close/>
                        <a:moveTo>
                          <a:pt x="1" y="4127"/>
                        </a:moveTo>
                        <a:lnTo>
                          <a:pt x="1" y="4485"/>
                        </a:lnTo>
                        <a:lnTo>
                          <a:pt x="89" y="4485"/>
                        </a:lnTo>
                        <a:lnTo>
                          <a:pt x="89" y="4127"/>
                        </a:lnTo>
                        <a:close/>
                        <a:moveTo>
                          <a:pt x="1" y="4844"/>
                        </a:moveTo>
                        <a:lnTo>
                          <a:pt x="1" y="5202"/>
                        </a:lnTo>
                        <a:lnTo>
                          <a:pt x="89" y="5202"/>
                        </a:lnTo>
                        <a:lnTo>
                          <a:pt x="89" y="4844"/>
                        </a:lnTo>
                        <a:close/>
                        <a:moveTo>
                          <a:pt x="1" y="5564"/>
                        </a:moveTo>
                        <a:lnTo>
                          <a:pt x="1" y="5920"/>
                        </a:lnTo>
                        <a:lnTo>
                          <a:pt x="89" y="5920"/>
                        </a:lnTo>
                        <a:lnTo>
                          <a:pt x="89" y="5564"/>
                        </a:lnTo>
                        <a:close/>
                        <a:moveTo>
                          <a:pt x="1" y="6278"/>
                        </a:moveTo>
                        <a:lnTo>
                          <a:pt x="1" y="6637"/>
                        </a:lnTo>
                        <a:lnTo>
                          <a:pt x="89" y="6637"/>
                        </a:lnTo>
                        <a:lnTo>
                          <a:pt x="89" y="6278"/>
                        </a:lnTo>
                        <a:close/>
                        <a:moveTo>
                          <a:pt x="1" y="6907"/>
                        </a:moveTo>
                        <a:lnTo>
                          <a:pt x="1" y="7266"/>
                        </a:lnTo>
                        <a:lnTo>
                          <a:pt x="89" y="7266"/>
                        </a:lnTo>
                        <a:lnTo>
                          <a:pt x="89" y="6907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17" name="Google Shape;1517;p36"/>
                  <p:cNvSpPr/>
                  <p:nvPr/>
                </p:nvSpPr>
                <p:spPr>
                  <a:xfrm>
                    <a:off x="3326176" y="2746155"/>
                    <a:ext cx="20895" cy="21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" h="271" extrusionOk="0">
                        <a:moveTo>
                          <a:pt x="180" y="0"/>
                        </a:moveTo>
                        <a:lnTo>
                          <a:pt x="180" y="180"/>
                        </a:lnTo>
                        <a:lnTo>
                          <a:pt x="1" y="180"/>
                        </a:lnTo>
                        <a:lnTo>
                          <a:pt x="1" y="271"/>
                        </a:lnTo>
                        <a:lnTo>
                          <a:pt x="268" y="271"/>
                        </a:lnTo>
                        <a:lnTo>
                          <a:pt x="26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18" name="Google Shape;1518;p36"/>
                  <p:cNvSpPr/>
                  <p:nvPr/>
                </p:nvSpPr>
                <p:spPr>
                  <a:xfrm>
                    <a:off x="2720054" y="2760059"/>
                    <a:ext cx="578076" cy="71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2" h="92" extrusionOk="0">
                        <a:moveTo>
                          <a:pt x="0" y="1"/>
                        </a:moveTo>
                        <a:lnTo>
                          <a:pt x="0" y="92"/>
                        </a:lnTo>
                        <a:lnTo>
                          <a:pt x="359" y="92"/>
                        </a:lnTo>
                        <a:lnTo>
                          <a:pt x="359" y="1"/>
                        </a:lnTo>
                        <a:close/>
                        <a:moveTo>
                          <a:pt x="717" y="1"/>
                        </a:moveTo>
                        <a:lnTo>
                          <a:pt x="717" y="92"/>
                        </a:lnTo>
                        <a:lnTo>
                          <a:pt x="1073" y="92"/>
                        </a:lnTo>
                        <a:lnTo>
                          <a:pt x="1073" y="1"/>
                        </a:lnTo>
                        <a:close/>
                        <a:moveTo>
                          <a:pt x="1435" y="1"/>
                        </a:moveTo>
                        <a:lnTo>
                          <a:pt x="1435" y="92"/>
                        </a:lnTo>
                        <a:lnTo>
                          <a:pt x="1793" y="92"/>
                        </a:lnTo>
                        <a:lnTo>
                          <a:pt x="1793" y="1"/>
                        </a:lnTo>
                        <a:close/>
                        <a:moveTo>
                          <a:pt x="2152" y="1"/>
                        </a:moveTo>
                        <a:lnTo>
                          <a:pt x="2152" y="92"/>
                        </a:lnTo>
                        <a:lnTo>
                          <a:pt x="2510" y="92"/>
                        </a:lnTo>
                        <a:lnTo>
                          <a:pt x="2510" y="1"/>
                        </a:lnTo>
                        <a:close/>
                        <a:moveTo>
                          <a:pt x="2872" y="1"/>
                        </a:moveTo>
                        <a:lnTo>
                          <a:pt x="2872" y="92"/>
                        </a:lnTo>
                        <a:lnTo>
                          <a:pt x="3227" y="92"/>
                        </a:lnTo>
                        <a:lnTo>
                          <a:pt x="3227" y="1"/>
                        </a:lnTo>
                        <a:close/>
                        <a:moveTo>
                          <a:pt x="3589" y="1"/>
                        </a:moveTo>
                        <a:lnTo>
                          <a:pt x="3589" y="92"/>
                        </a:lnTo>
                        <a:lnTo>
                          <a:pt x="3948" y="92"/>
                        </a:lnTo>
                        <a:lnTo>
                          <a:pt x="3948" y="1"/>
                        </a:lnTo>
                        <a:close/>
                        <a:moveTo>
                          <a:pt x="4306" y="1"/>
                        </a:moveTo>
                        <a:lnTo>
                          <a:pt x="4306" y="92"/>
                        </a:lnTo>
                        <a:lnTo>
                          <a:pt x="4665" y="92"/>
                        </a:lnTo>
                        <a:lnTo>
                          <a:pt x="4665" y="1"/>
                        </a:lnTo>
                        <a:close/>
                        <a:moveTo>
                          <a:pt x="5026" y="1"/>
                        </a:moveTo>
                        <a:lnTo>
                          <a:pt x="5026" y="92"/>
                        </a:lnTo>
                        <a:lnTo>
                          <a:pt x="5382" y="92"/>
                        </a:lnTo>
                        <a:lnTo>
                          <a:pt x="5382" y="1"/>
                        </a:lnTo>
                        <a:close/>
                        <a:moveTo>
                          <a:pt x="5740" y="1"/>
                        </a:moveTo>
                        <a:lnTo>
                          <a:pt x="5740" y="92"/>
                        </a:lnTo>
                        <a:lnTo>
                          <a:pt x="6099" y="92"/>
                        </a:lnTo>
                        <a:lnTo>
                          <a:pt x="6099" y="1"/>
                        </a:lnTo>
                        <a:close/>
                        <a:moveTo>
                          <a:pt x="6461" y="1"/>
                        </a:moveTo>
                        <a:lnTo>
                          <a:pt x="6461" y="92"/>
                        </a:lnTo>
                        <a:lnTo>
                          <a:pt x="6819" y="92"/>
                        </a:lnTo>
                        <a:lnTo>
                          <a:pt x="6819" y="1"/>
                        </a:lnTo>
                        <a:close/>
                        <a:moveTo>
                          <a:pt x="7087" y="1"/>
                        </a:moveTo>
                        <a:lnTo>
                          <a:pt x="7087" y="92"/>
                        </a:lnTo>
                        <a:lnTo>
                          <a:pt x="7442" y="92"/>
                        </a:lnTo>
                        <a:lnTo>
                          <a:pt x="7442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19" name="Google Shape;1519;p36"/>
                  <p:cNvSpPr/>
                  <p:nvPr/>
                </p:nvSpPr>
                <p:spPr>
                  <a:xfrm>
                    <a:off x="2678263" y="2746155"/>
                    <a:ext cx="20818" cy="210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271" extrusionOk="0">
                        <a:moveTo>
                          <a:pt x="1" y="0"/>
                        </a:moveTo>
                        <a:lnTo>
                          <a:pt x="1" y="271"/>
                        </a:lnTo>
                        <a:lnTo>
                          <a:pt x="268" y="271"/>
                        </a:lnTo>
                        <a:lnTo>
                          <a:pt x="268" y="180"/>
                        </a:lnTo>
                        <a:lnTo>
                          <a:pt x="92" y="180"/>
                        </a:lnTo>
                        <a:lnTo>
                          <a:pt x="9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20" name="Google Shape;1520;p36"/>
                  <p:cNvSpPr/>
                  <p:nvPr/>
                </p:nvSpPr>
                <p:spPr>
                  <a:xfrm>
                    <a:off x="2678263" y="2153935"/>
                    <a:ext cx="7146" cy="564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" h="7266" extrusionOk="0">
                        <a:moveTo>
                          <a:pt x="1" y="0"/>
                        </a:moveTo>
                        <a:lnTo>
                          <a:pt x="1" y="359"/>
                        </a:lnTo>
                        <a:lnTo>
                          <a:pt x="92" y="359"/>
                        </a:lnTo>
                        <a:lnTo>
                          <a:pt x="92" y="0"/>
                        </a:lnTo>
                        <a:close/>
                        <a:moveTo>
                          <a:pt x="1" y="629"/>
                        </a:moveTo>
                        <a:lnTo>
                          <a:pt x="1" y="988"/>
                        </a:lnTo>
                        <a:lnTo>
                          <a:pt x="92" y="988"/>
                        </a:lnTo>
                        <a:lnTo>
                          <a:pt x="92" y="629"/>
                        </a:lnTo>
                        <a:close/>
                        <a:moveTo>
                          <a:pt x="1" y="1346"/>
                        </a:moveTo>
                        <a:lnTo>
                          <a:pt x="1" y="1705"/>
                        </a:lnTo>
                        <a:lnTo>
                          <a:pt x="92" y="1705"/>
                        </a:lnTo>
                        <a:lnTo>
                          <a:pt x="92" y="1346"/>
                        </a:lnTo>
                        <a:close/>
                        <a:moveTo>
                          <a:pt x="1" y="2064"/>
                        </a:moveTo>
                        <a:lnTo>
                          <a:pt x="1" y="2422"/>
                        </a:lnTo>
                        <a:lnTo>
                          <a:pt x="92" y="2422"/>
                        </a:lnTo>
                        <a:lnTo>
                          <a:pt x="92" y="2064"/>
                        </a:lnTo>
                        <a:close/>
                        <a:moveTo>
                          <a:pt x="1" y="2784"/>
                        </a:moveTo>
                        <a:lnTo>
                          <a:pt x="1" y="3142"/>
                        </a:lnTo>
                        <a:lnTo>
                          <a:pt x="92" y="3142"/>
                        </a:lnTo>
                        <a:lnTo>
                          <a:pt x="92" y="2784"/>
                        </a:lnTo>
                        <a:close/>
                        <a:moveTo>
                          <a:pt x="1" y="3407"/>
                        </a:moveTo>
                        <a:lnTo>
                          <a:pt x="1" y="3765"/>
                        </a:lnTo>
                        <a:lnTo>
                          <a:pt x="92" y="3765"/>
                        </a:lnTo>
                        <a:lnTo>
                          <a:pt x="92" y="3407"/>
                        </a:lnTo>
                        <a:close/>
                        <a:moveTo>
                          <a:pt x="1" y="4127"/>
                        </a:moveTo>
                        <a:lnTo>
                          <a:pt x="1" y="4485"/>
                        </a:lnTo>
                        <a:lnTo>
                          <a:pt x="92" y="4485"/>
                        </a:lnTo>
                        <a:lnTo>
                          <a:pt x="92" y="4127"/>
                        </a:lnTo>
                        <a:close/>
                        <a:moveTo>
                          <a:pt x="1" y="4844"/>
                        </a:moveTo>
                        <a:lnTo>
                          <a:pt x="1" y="5202"/>
                        </a:lnTo>
                        <a:lnTo>
                          <a:pt x="92" y="5202"/>
                        </a:lnTo>
                        <a:lnTo>
                          <a:pt x="92" y="4844"/>
                        </a:lnTo>
                        <a:close/>
                        <a:moveTo>
                          <a:pt x="1" y="5564"/>
                        </a:moveTo>
                        <a:lnTo>
                          <a:pt x="1" y="5920"/>
                        </a:lnTo>
                        <a:lnTo>
                          <a:pt x="92" y="5920"/>
                        </a:lnTo>
                        <a:lnTo>
                          <a:pt x="92" y="5564"/>
                        </a:lnTo>
                        <a:close/>
                        <a:moveTo>
                          <a:pt x="1" y="6278"/>
                        </a:moveTo>
                        <a:lnTo>
                          <a:pt x="1" y="6637"/>
                        </a:lnTo>
                        <a:lnTo>
                          <a:pt x="92" y="6637"/>
                        </a:lnTo>
                        <a:lnTo>
                          <a:pt x="92" y="6278"/>
                        </a:lnTo>
                        <a:close/>
                        <a:moveTo>
                          <a:pt x="1" y="6907"/>
                        </a:moveTo>
                        <a:lnTo>
                          <a:pt x="1" y="7266"/>
                        </a:lnTo>
                        <a:lnTo>
                          <a:pt x="92" y="7266"/>
                        </a:lnTo>
                        <a:lnTo>
                          <a:pt x="92" y="6907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1521" name="Google Shape;1521;p36"/>
                <p:cNvSpPr/>
                <p:nvPr/>
              </p:nvSpPr>
              <p:spPr>
                <a:xfrm>
                  <a:off x="-1182289" y="2605305"/>
                  <a:ext cx="1418276" cy="655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95" h="8433" extrusionOk="0">
                      <a:moveTo>
                        <a:pt x="1" y="0"/>
                      </a:moveTo>
                      <a:lnTo>
                        <a:pt x="1" y="8433"/>
                      </a:lnTo>
                      <a:lnTo>
                        <a:pt x="17495" y="8433"/>
                      </a:lnTo>
                      <a:lnTo>
                        <a:pt x="174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22" name="Google Shape;1522;p36"/>
                <p:cNvSpPr/>
                <p:nvPr/>
              </p:nvSpPr>
              <p:spPr>
                <a:xfrm>
                  <a:off x="-1209865" y="2668065"/>
                  <a:ext cx="418060" cy="536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2" h="6911" extrusionOk="0">
                      <a:moveTo>
                        <a:pt x="4" y="1"/>
                      </a:moveTo>
                      <a:lnTo>
                        <a:pt x="1" y="6904"/>
                      </a:lnTo>
                      <a:lnTo>
                        <a:pt x="5379" y="6911"/>
                      </a:lnTo>
                      <a:lnTo>
                        <a:pt x="5382" y="1318"/>
                      </a:lnTo>
                      <a:lnTo>
                        <a:pt x="399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23" name="Google Shape;1523;p36"/>
                <p:cNvSpPr/>
                <p:nvPr/>
              </p:nvSpPr>
              <p:spPr>
                <a:xfrm>
                  <a:off x="-903269" y="2670473"/>
                  <a:ext cx="107117" cy="102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" h="1316" extrusionOk="0">
                      <a:moveTo>
                        <a:pt x="1" y="1"/>
                      </a:moveTo>
                      <a:lnTo>
                        <a:pt x="1" y="1316"/>
                      </a:lnTo>
                      <a:lnTo>
                        <a:pt x="1378" y="131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B1A0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1524" name="Google Shape;1524;p36"/>
                <p:cNvGrpSpPr/>
                <p:nvPr/>
              </p:nvGrpSpPr>
              <p:grpSpPr>
                <a:xfrm>
                  <a:off x="-1175143" y="2670473"/>
                  <a:ext cx="378991" cy="485101"/>
                  <a:chOff x="1235857" y="2170248"/>
                  <a:chExt cx="378991" cy="485101"/>
                </a:xfrm>
              </p:grpSpPr>
              <p:sp>
                <p:nvSpPr>
                  <p:cNvPr id="1525" name="Google Shape;1525;p36"/>
                  <p:cNvSpPr/>
                  <p:nvPr/>
                </p:nvSpPr>
                <p:spPr>
                  <a:xfrm>
                    <a:off x="1507731" y="2170248"/>
                    <a:ext cx="107117" cy="102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9" h="1316" extrusionOk="0">
                        <a:moveTo>
                          <a:pt x="1" y="1"/>
                        </a:moveTo>
                        <a:lnTo>
                          <a:pt x="1" y="1316"/>
                        </a:lnTo>
                        <a:lnTo>
                          <a:pt x="1378" y="1316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26" name="Google Shape;1526;p36"/>
                  <p:cNvSpPr/>
                  <p:nvPr/>
                </p:nvSpPr>
                <p:spPr>
                  <a:xfrm>
                    <a:off x="1242693" y="2258257"/>
                    <a:ext cx="229925" cy="13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0" h="180" extrusionOk="0">
                        <a:moveTo>
                          <a:pt x="0" y="0"/>
                        </a:moveTo>
                        <a:lnTo>
                          <a:pt x="0" y="180"/>
                        </a:lnTo>
                        <a:lnTo>
                          <a:pt x="2960" y="180"/>
                        </a:lnTo>
                        <a:lnTo>
                          <a:pt x="296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27" name="Google Shape;1527;p36"/>
                  <p:cNvSpPr/>
                  <p:nvPr/>
                </p:nvSpPr>
                <p:spPr>
                  <a:xfrm>
                    <a:off x="1242693" y="2293212"/>
                    <a:ext cx="229925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0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2960" y="176"/>
                        </a:lnTo>
                        <a:lnTo>
                          <a:pt x="296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28" name="Google Shape;1528;p36"/>
                  <p:cNvSpPr/>
                  <p:nvPr/>
                </p:nvSpPr>
                <p:spPr>
                  <a:xfrm>
                    <a:off x="1242693" y="2328090"/>
                    <a:ext cx="229925" cy="14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0" h="181" extrusionOk="0">
                        <a:moveTo>
                          <a:pt x="0" y="1"/>
                        </a:moveTo>
                        <a:lnTo>
                          <a:pt x="0" y="180"/>
                        </a:lnTo>
                        <a:lnTo>
                          <a:pt x="2960" y="180"/>
                        </a:lnTo>
                        <a:lnTo>
                          <a:pt x="2960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29" name="Google Shape;1529;p36"/>
                  <p:cNvSpPr/>
                  <p:nvPr/>
                </p:nvSpPr>
                <p:spPr>
                  <a:xfrm>
                    <a:off x="1235857" y="2363045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1"/>
                        </a:moveTo>
                        <a:lnTo>
                          <a:pt x="0" y="177"/>
                        </a:lnTo>
                        <a:lnTo>
                          <a:pt x="4397" y="177"/>
                        </a:lnTo>
                        <a:lnTo>
                          <a:pt x="439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0" name="Google Shape;1530;p36"/>
                  <p:cNvSpPr/>
                  <p:nvPr/>
                </p:nvSpPr>
                <p:spPr>
                  <a:xfrm>
                    <a:off x="1235857" y="2398001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4397" y="176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1" name="Google Shape;1531;p36"/>
                  <p:cNvSpPr/>
                  <p:nvPr/>
                </p:nvSpPr>
                <p:spPr>
                  <a:xfrm>
                    <a:off x="1235857" y="2432645"/>
                    <a:ext cx="341626" cy="13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8" extrusionOk="0">
                        <a:moveTo>
                          <a:pt x="0" y="1"/>
                        </a:moveTo>
                        <a:lnTo>
                          <a:pt x="0" y="177"/>
                        </a:lnTo>
                        <a:lnTo>
                          <a:pt x="4397" y="177"/>
                        </a:lnTo>
                        <a:lnTo>
                          <a:pt x="439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2" name="Google Shape;1532;p36"/>
                  <p:cNvSpPr/>
                  <p:nvPr/>
                </p:nvSpPr>
                <p:spPr>
                  <a:xfrm>
                    <a:off x="1235857" y="2467600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1"/>
                        </a:moveTo>
                        <a:lnTo>
                          <a:pt x="0" y="177"/>
                        </a:lnTo>
                        <a:lnTo>
                          <a:pt x="4397" y="177"/>
                        </a:lnTo>
                        <a:lnTo>
                          <a:pt x="439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3" name="Google Shape;1533;p36"/>
                  <p:cNvSpPr/>
                  <p:nvPr/>
                </p:nvSpPr>
                <p:spPr>
                  <a:xfrm>
                    <a:off x="1235857" y="2502323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4397" y="176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4" name="Google Shape;1534;p36"/>
                  <p:cNvSpPr/>
                  <p:nvPr/>
                </p:nvSpPr>
                <p:spPr>
                  <a:xfrm>
                    <a:off x="1235857" y="2537278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4397" y="176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5" name="Google Shape;1535;p36"/>
                  <p:cNvSpPr/>
                  <p:nvPr/>
                </p:nvSpPr>
                <p:spPr>
                  <a:xfrm>
                    <a:off x="1235857" y="2571922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1"/>
                        </a:moveTo>
                        <a:lnTo>
                          <a:pt x="0" y="177"/>
                        </a:lnTo>
                        <a:lnTo>
                          <a:pt x="4397" y="177"/>
                        </a:lnTo>
                        <a:lnTo>
                          <a:pt x="439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6" name="Google Shape;1536;p36"/>
                  <p:cNvSpPr/>
                  <p:nvPr/>
                </p:nvSpPr>
                <p:spPr>
                  <a:xfrm>
                    <a:off x="1235857" y="2606645"/>
                    <a:ext cx="341626" cy="13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80" extrusionOk="0">
                        <a:moveTo>
                          <a:pt x="0" y="0"/>
                        </a:moveTo>
                        <a:lnTo>
                          <a:pt x="0" y="180"/>
                        </a:lnTo>
                        <a:lnTo>
                          <a:pt x="4397" y="180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7" name="Google Shape;1537;p36"/>
                  <p:cNvSpPr/>
                  <p:nvPr/>
                </p:nvSpPr>
                <p:spPr>
                  <a:xfrm>
                    <a:off x="1235857" y="2641600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4397" y="176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1538" name="Google Shape;1538;p36"/>
                <p:cNvSpPr/>
                <p:nvPr/>
              </p:nvSpPr>
              <p:spPr>
                <a:xfrm>
                  <a:off x="-213798" y="2668065"/>
                  <a:ext cx="418138" cy="536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3" h="6911" extrusionOk="0">
                      <a:moveTo>
                        <a:pt x="4" y="1"/>
                      </a:moveTo>
                      <a:lnTo>
                        <a:pt x="1" y="6904"/>
                      </a:lnTo>
                      <a:lnTo>
                        <a:pt x="5382" y="6911"/>
                      </a:lnTo>
                      <a:lnTo>
                        <a:pt x="5382" y="1318"/>
                      </a:lnTo>
                      <a:lnTo>
                        <a:pt x="399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39" name="Google Shape;1539;p36"/>
                <p:cNvSpPr/>
                <p:nvPr/>
              </p:nvSpPr>
              <p:spPr>
                <a:xfrm>
                  <a:off x="99944" y="2670473"/>
                  <a:ext cx="107273" cy="102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" h="1316" extrusionOk="0">
                      <a:moveTo>
                        <a:pt x="0" y="1"/>
                      </a:moveTo>
                      <a:lnTo>
                        <a:pt x="0" y="1316"/>
                      </a:lnTo>
                      <a:lnTo>
                        <a:pt x="1381" y="131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1A0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1540" name="Google Shape;1540;p36"/>
                <p:cNvGrpSpPr/>
                <p:nvPr/>
              </p:nvGrpSpPr>
              <p:grpSpPr>
                <a:xfrm>
                  <a:off x="-172007" y="2670473"/>
                  <a:ext cx="379224" cy="485101"/>
                  <a:chOff x="2238993" y="2170248"/>
                  <a:chExt cx="379224" cy="485101"/>
                </a:xfrm>
              </p:grpSpPr>
              <p:sp>
                <p:nvSpPr>
                  <p:cNvPr id="1541" name="Google Shape;1541;p36"/>
                  <p:cNvSpPr/>
                  <p:nvPr/>
                </p:nvSpPr>
                <p:spPr>
                  <a:xfrm>
                    <a:off x="2510944" y="2170248"/>
                    <a:ext cx="107273" cy="102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1" h="1316" extrusionOk="0">
                        <a:moveTo>
                          <a:pt x="0" y="1"/>
                        </a:moveTo>
                        <a:lnTo>
                          <a:pt x="0" y="1316"/>
                        </a:lnTo>
                        <a:lnTo>
                          <a:pt x="1381" y="1316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42" name="Google Shape;1542;p36"/>
                  <p:cNvSpPr/>
                  <p:nvPr/>
                </p:nvSpPr>
                <p:spPr>
                  <a:xfrm>
                    <a:off x="2238993" y="2258257"/>
                    <a:ext cx="230003" cy="13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1" h="180" extrusionOk="0">
                        <a:moveTo>
                          <a:pt x="0" y="0"/>
                        </a:moveTo>
                        <a:lnTo>
                          <a:pt x="0" y="180"/>
                        </a:lnTo>
                        <a:lnTo>
                          <a:pt x="2960" y="180"/>
                        </a:lnTo>
                        <a:lnTo>
                          <a:pt x="296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43" name="Google Shape;1543;p36"/>
                  <p:cNvSpPr/>
                  <p:nvPr/>
                </p:nvSpPr>
                <p:spPr>
                  <a:xfrm>
                    <a:off x="2238993" y="2293212"/>
                    <a:ext cx="230003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1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2960" y="176"/>
                        </a:lnTo>
                        <a:lnTo>
                          <a:pt x="296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44" name="Google Shape;1544;p36"/>
                  <p:cNvSpPr/>
                  <p:nvPr/>
                </p:nvSpPr>
                <p:spPr>
                  <a:xfrm>
                    <a:off x="2238993" y="2328090"/>
                    <a:ext cx="230003" cy="14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1" h="181" extrusionOk="0">
                        <a:moveTo>
                          <a:pt x="0" y="1"/>
                        </a:moveTo>
                        <a:lnTo>
                          <a:pt x="0" y="180"/>
                        </a:lnTo>
                        <a:lnTo>
                          <a:pt x="2960" y="180"/>
                        </a:lnTo>
                        <a:lnTo>
                          <a:pt x="2960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45" name="Google Shape;1545;p36"/>
                  <p:cNvSpPr/>
                  <p:nvPr/>
                </p:nvSpPr>
                <p:spPr>
                  <a:xfrm>
                    <a:off x="2238993" y="2363045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1"/>
                        </a:moveTo>
                        <a:lnTo>
                          <a:pt x="0" y="177"/>
                        </a:lnTo>
                        <a:lnTo>
                          <a:pt x="4397" y="177"/>
                        </a:lnTo>
                        <a:lnTo>
                          <a:pt x="439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46" name="Google Shape;1546;p36"/>
                  <p:cNvSpPr/>
                  <p:nvPr/>
                </p:nvSpPr>
                <p:spPr>
                  <a:xfrm>
                    <a:off x="2238993" y="2398001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4397" y="176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47" name="Google Shape;1547;p36"/>
                  <p:cNvSpPr/>
                  <p:nvPr/>
                </p:nvSpPr>
                <p:spPr>
                  <a:xfrm>
                    <a:off x="2238993" y="2432645"/>
                    <a:ext cx="341626" cy="13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8" extrusionOk="0">
                        <a:moveTo>
                          <a:pt x="0" y="1"/>
                        </a:moveTo>
                        <a:lnTo>
                          <a:pt x="0" y="177"/>
                        </a:lnTo>
                        <a:lnTo>
                          <a:pt x="4397" y="177"/>
                        </a:lnTo>
                        <a:lnTo>
                          <a:pt x="439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48" name="Google Shape;1548;p36"/>
                  <p:cNvSpPr/>
                  <p:nvPr/>
                </p:nvSpPr>
                <p:spPr>
                  <a:xfrm>
                    <a:off x="2238993" y="2467600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1"/>
                        </a:moveTo>
                        <a:lnTo>
                          <a:pt x="0" y="177"/>
                        </a:lnTo>
                        <a:lnTo>
                          <a:pt x="4397" y="177"/>
                        </a:lnTo>
                        <a:lnTo>
                          <a:pt x="439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49" name="Google Shape;1549;p36"/>
                  <p:cNvSpPr/>
                  <p:nvPr/>
                </p:nvSpPr>
                <p:spPr>
                  <a:xfrm>
                    <a:off x="2238993" y="2502323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4397" y="176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50" name="Google Shape;1550;p36"/>
                  <p:cNvSpPr/>
                  <p:nvPr/>
                </p:nvSpPr>
                <p:spPr>
                  <a:xfrm>
                    <a:off x="2238993" y="2537278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4397" y="176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51" name="Google Shape;1551;p36"/>
                  <p:cNvSpPr/>
                  <p:nvPr/>
                </p:nvSpPr>
                <p:spPr>
                  <a:xfrm>
                    <a:off x="2238993" y="2571922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1"/>
                        </a:moveTo>
                        <a:lnTo>
                          <a:pt x="0" y="177"/>
                        </a:lnTo>
                        <a:lnTo>
                          <a:pt x="4397" y="177"/>
                        </a:lnTo>
                        <a:lnTo>
                          <a:pt x="4397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52" name="Google Shape;1552;p36"/>
                  <p:cNvSpPr/>
                  <p:nvPr/>
                </p:nvSpPr>
                <p:spPr>
                  <a:xfrm>
                    <a:off x="2238993" y="2606645"/>
                    <a:ext cx="341626" cy="13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80" extrusionOk="0">
                        <a:moveTo>
                          <a:pt x="0" y="0"/>
                        </a:moveTo>
                        <a:lnTo>
                          <a:pt x="0" y="180"/>
                        </a:lnTo>
                        <a:lnTo>
                          <a:pt x="4397" y="180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53" name="Google Shape;1553;p36"/>
                  <p:cNvSpPr/>
                  <p:nvPr/>
                </p:nvSpPr>
                <p:spPr>
                  <a:xfrm>
                    <a:off x="2238993" y="2641600"/>
                    <a:ext cx="341626" cy="13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8" h="177" extrusionOk="0">
                        <a:moveTo>
                          <a:pt x="0" y="0"/>
                        </a:moveTo>
                        <a:lnTo>
                          <a:pt x="0" y="176"/>
                        </a:lnTo>
                        <a:lnTo>
                          <a:pt x="4397" y="176"/>
                        </a:lnTo>
                        <a:lnTo>
                          <a:pt x="43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1554" name="Google Shape;1554;p36"/>
                <p:cNvSpPr/>
                <p:nvPr/>
              </p:nvSpPr>
              <p:spPr>
                <a:xfrm>
                  <a:off x="-673575" y="2758482"/>
                  <a:ext cx="229925" cy="13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0" h="180" extrusionOk="0">
                      <a:moveTo>
                        <a:pt x="0" y="0"/>
                      </a:moveTo>
                      <a:lnTo>
                        <a:pt x="0" y="180"/>
                      </a:lnTo>
                      <a:lnTo>
                        <a:pt x="2960" y="180"/>
                      </a:lnTo>
                      <a:lnTo>
                        <a:pt x="296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55" name="Google Shape;1555;p36"/>
                <p:cNvSpPr/>
                <p:nvPr/>
              </p:nvSpPr>
              <p:spPr>
                <a:xfrm>
                  <a:off x="-673575" y="2793437"/>
                  <a:ext cx="229925" cy="1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0" h="177" extrusionOk="0">
                      <a:moveTo>
                        <a:pt x="0" y="0"/>
                      </a:moveTo>
                      <a:lnTo>
                        <a:pt x="0" y="176"/>
                      </a:lnTo>
                      <a:lnTo>
                        <a:pt x="2960" y="176"/>
                      </a:lnTo>
                      <a:lnTo>
                        <a:pt x="2960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56" name="Google Shape;1556;p36"/>
                <p:cNvSpPr/>
                <p:nvPr/>
              </p:nvSpPr>
              <p:spPr>
                <a:xfrm>
                  <a:off x="-673575" y="2828315"/>
                  <a:ext cx="229925" cy="14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0" h="181" extrusionOk="0">
                      <a:moveTo>
                        <a:pt x="0" y="1"/>
                      </a:moveTo>
                      <a:lnTo>
                        <a:pt x="0" y="180"/>
                      </a:lnTo>
                      <a:lnTo>
                        <a:pt x="2960" y="180"/>
                      </a:lnTo>
                      <a:lnTo>
                        <a:pt x="2960" y="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57" name="Google Shape;1557;p36"/>
                <p:cNvSpPr/>
                <p:nvPr/>
              </p:nvSpPr>
              <p:spPr>
                <a:xfrm>
                  <a:off x="-673575" y="2863270"/>
                  <a:ext cx="341393" cy="1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77" extrusionOk="0">
                      <a:moveTo>
                        <a:pt x="0" y="1"/>
                      </a:moveTo>
                      <a:lnTo>
                        <a:pt x="0" y="177"/>
                      </a:lnTo>
                      <a:lnTo>
                        <a:pt x="4394" y="177"/>
                      </a:lnTo>
                      <a:lnTo>
                        <a:pt x="4394" y="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58" name="Google Shape;1558;p36"/>
                <p:cNvSpPr/>
                <p:nvPr/>
              </p:nvSpPr>
              <p:spPr>
                <a:xfrm>
                  <a:off x="-673575" y="2898226"/>
                  <a:ext cx="341393" cy="1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77" extrusionOk="0">
                      <a:moveTo>
                        <a:pt x="0" y="0"/>
                      </a:moveTo>
                      <a:lnTo>
                        <a:pt x="0" y="176"/>
                      </a:lnTo>
                      <a:lnTo>
                        <a:pt x="4394" y="176"/>
                      </a:lnTo>
                      <a:lnTo>
                        <a:pt x="4394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59" name="Google Shape;1559;p36"/>
                <p:cNvSpPr/>
                <p:nvPr/>
              </p:nvSpPr>
              <p:spPr>
                <a:xfrm>
                  <a:off x="-673575" y="2932870"/>
                  <a:ext cx="341393" cy="13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78" extrusionOk="0">
                      <a:moveTo>
                        <a:pt x="0" y="1"/>
                      </a:moveTo>
                      <a:lnTo>
                        <a:pt x="0" y="177"/>
                      </a:lnTo>
                      <a:lnTo>
                        <a:pt x="4394" y="177"/>
                      </a:lnTo>
                      <a:lnTo>
                        <a:pt x="4394" y="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60" name="Google Shape;1560;p36"/>
                <p:cNvSpPr/>
                <p:nvPr/>
              </p:nvSpPr>
              <p:spPr>
                <a:xfrm>
                  <a:off x="-673575" y="2967825"/>
                  <a:ext cx="341393" cy="1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77" extrusionOk="0">
                      <a:moveTo>
                        <a:pt x="0" y="1"/>
                      </a:moveTo>
                      <a:lnTo>
                        <a:pt x="0" y="177"/>
                      </a:lnTo>
                      <a:lnTo>
                        <a:pt x="4394" y="177"/>
                      </a:lnTo>
                      <a:lnTo>
                        <a:pt x="4394" y="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61" name="Google Shape;1561;p36"/>
                <p:cNvSpPr/>
                <p:nvPr/>
              </p:nvSpPr>
              <p:spPr>
                <a:xfrm>
                  <a:off x="-673575" y="3002548"/>
                  <a:ext cx="341393" cy="1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77" extrusionOk="0">
                      <a:moveTo>
                        <a:pt x="0" y="0"/>
                      </a:moveTo>
                      <a:lnTo>
                        <a:pt x="0" y="176"/>
                      </a:lnTo>
                      <a:lnTo>
                        <a:pt x="4394" y="176"/>
                      </a:lnTo>
                      <a:lnTo>
                        <a:pt x="4394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62" name="Google Shape;1562;p36"/>
                <p:cNvSpPr/>
                <p:nvPr/>
              </p:nvSpPr>
              <p:spPr>
                <a:xfrm>
                  <a:off x="-673575" y="3037503"/>
                  <a:ext cx="341393" cy="1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77" extrusionOk="0">
                      <a:moveTo>
                        <a:pt x="0" y="0"/>
                      </a:moveTo>
                      <a:lnTo>
                        <a:pt x="0" y="176"/>
                      </a:lnTo>
                      <a:lnTo>
                        <a:pt x="4394" y="176"/>
                      </a:lnTo>
                      <a:lnTo>
                        <a:pt x="4394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63" name="Google Shape;1563;p36"/>
                <p:cNvSpPr/>
                <p:nvPr/>
              </p:nvSpPr>
              <p:spPr>
                <a:xfrm>
                  <a:off x="-673575" y="3072147"/>
                  <a:ext cx="341393" cy="1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77" extrusionOk="0">
                      <a:moveTo>
                        <a:pt x="0" y="1"/>
                      </a:moveTo>
                      <a:lnTo>
                        <a:pt x="0" y="177"/>
                      </a:lnTo>
                      <a:lnTo>
                        <a:pt x="4394" y="177"/>
                      </a:lnTo>
                      <a:lnTo>
                        <a:pt x="4394" y="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64" name="Google Shape;1564;p36"/>
                <p:cNvSpPr/>
                <p:nvPr/>
              </p:nvSpPr>
              <p:spPr>
                <a:xfrm>
                  <a:off x="-673575" y="3106870"/>
                  <a:ext cx="341393" cy="13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80" extrusionOk="0">
                      <a:moveTo>
                        <a:pt x="0" y="0"/>
                      </a:moveTo>
                      <a:lnTo>
                        <a:pt x="0" y="180"/>
                      </a:lnTo>
                      <a:lnTo>
                        <a:pt x="4394" y="180"/>
                      </a:lnTo>
                      <a:lnTo>
                        <a:pt x="4394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65" name="Google Shape;1565;p36"/>
                <p:cNvSpPr/>
                <p:nvPr/>
              </p:nvSpPr>
              <p:spPr>
                <a:xfrm>
                  <a:off x="-673575" y="3141825"/>
                  <a:ext cx="341393" cy="13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" h="177" extrusionOk="0">
                      <a:moveTo>
                        <a:pt x="0" y="0"/>
                      </a:moveTo>
                      <a:lnTo>
                        <a:pt x="0" y="176"/>
                      </a:lnTo>
                      <a:lnTo>
                        <a:pt x="4394" y="176"/>
                      </a:lnTo>
                      <a:lnTo>
                        <a:pt x="4394" y="0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1566" name="Google Shape;1566;p36"/>
              <p:cNvGrpSpPr/>
              <p:nvPr/>
            </p:nvGrpSpPr>
            <p:grpSpPr>
              <a:xfrm>
                <a:off x="1450897" y="883991"/>
                <a:ext cx="1937710" cy="862175"/>
                <a:chOff x="2078743" y="521710"/>
                <a:chExt cx="1142720" cy="508478"/>
              </a:xfrm>
            </p:grpSpPr>
            <p:sp>
              <p:nvSpPr>
                <p:cNvPr id="1567" name="Google Shape;1567;p36"/>
                <p:cNvSpPr/>
                <p:nvPr/>
              </p:nvSpPr>
              <p:spPr>
                <a:xfrm>
                  <a:off x="2162247" y="521710"/>
                  <a:ext cx="439111" cy="43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3" h="5650" extrusionOk="0">
                      <a:moveTo>
                        <a:pt x="1" y="1"/>
                      </a:moveTo>
                      <a:lnTo>
                        <a:pt x="1" y="5649"/>
                      </a:lnTo>
                      <a:lnTo>
                        <a:pt x="5653" y="5649"/>
                      </a:lnTo>
                      <a:lnTo>
                        <a:pt x="56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68" name="Google Shape;1568;p36"/>
                <p:cNvSpPr/>
                <p:nvPr/>
              </p:nvSpPr>
              <p:spPr>
                <a:xfrm>
                  <a:off x="2183531" y="542450"/>
                  <a:ext cx="397320" cy="397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5" h="5116" extrusionOk="0">
                      <a:moveTo>
                        <a:pt x="0" y="1"/>
                      </a:moveTo>
                      <a:lnTo>
                        <a:pt x="0" y="5115"/>
                      </a:lnTo>
                      <a:lnTo>
                        <a:pt x="5115" y="5115"/>
                      </a:lnTo>
                      <a:lnTo>
                        <a:pt x="511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69" name="Google Shape;1569;p36"/>
                <p:cNvSpPr/>
                <p:nvPr/>
              </p:nvSpPr>
              <p:spPr>
                <a:xfrm>
                  <a:off x="2245829" y="610884"/>
                  <a:ext cx="80940" cy="74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960" extrusionOk="0">
                      <a:moveTo>
                        <a:pt x="519" y="1"/>
                      </a:moveTo>
                      <a:cubicBezTo>
                        <a:pt x="488" y="1"/>
                        <a:pt x="457" y="4"/>
                        <a:pt x="425" y="10"/>
                      </a:cubicBezTo>
                      <a:cubicBezTo>
                        <a:pt x="236" y="48"/>
                        <a:pt x="85" y="199"/>
                        <a:pt x="51" y="387"/>
                      </a:cubicBezTo>
                      <a:cubicBezTo>
                        <a:pt x="1" y="645"/>
                        <a:pt x="170" y="897"/>
                        <a:pt x="428" y="950"/>
                      </a:cubicBezTo>
                      <a:cubicBezTo>
                        <a:pt x="459" y="956"/>
                        <a:pt x="489" y="959"/>
                        <a:pt x="519" y="959"/>
                      </a:cubicBezTo>
                      <a:cubicBezTo>
                        <a:pt x="744" y="959"/>
                        <a:pt x="947" y="800"/>
                        <a:pt x="991" y="573"/>
                      </a:cubicBezTo>
                      <a:cubicBezTo>
                        <a:pt x="1042" y="312"/>
                        <a:pt x="872" y="60"/>
                        <a:pt x="614" y="10"/>
                      </a:cubicBezTo>
                      <a:cubicBezTo>
                        <a:pt x="582" y="4"/>
                        <a:pt x="551" y="1"/>
                        <a:pt x="519" y="1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0" name="Google Shape;1570;p36"/>
                <p:cNvSpPr/>
                <p:nvPr/>
              </p:nvSpPr>
              <p:spPr>
                <a:xfrm>
                  <a:off x="2295698" y="675357"/>
                  <a:ext cx="284688" cy="160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5" h="2062" extrusionOk="0">
                      <a:moveTo>
                        <a:pt x="1831" y="1"/>
                      </a:moveTo>
                      <a:lnTo>
                        <a:pt x="0" y="2061"/>
                      </a:lnTo>
                      <a:lnTo>
                        <a:pt x="3664" y="2061"/>
                      </a:lnTo>
                      <a:lnTo>
                        <a:pt x="1831" y="1"/>
                      </a:lnTo>
                      <a:close/>
                    </a:path>
                  </a:pathLst>
                </a:custGeom>
                <a:solidFill>
                  <a:srgbClr val="3747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1" name="Google Shape;1571;p36"/>
                <p:cNvSpPr/>
                <p:nvPr/>
              </p:nvSpPr>
              <p:spPr>
                <a:xfrm>
                  <a:off x="2186249" y="731363"/>
                  <a:ext cx="235285" cy="10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9" h="1341" extrusionOk="0">
                      <a:moveTo>
                        <a:pt x="1513" y="0"/>
                      </a:moveTo>
                      <a:lnTo>
                        <a:pt x="0" y="1340"/>
                      </a:lnTo>
                      <a:lnTo>
                        <a:pt x="3029" y="1340"/>
                      </a:lnTo>
                      <a:lnTo>
                        <a:pt x="1513" y="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2" name="Google Shape;1572;p36"/>
                <p:cNvSpPr/>
                <p:nvPr/>
              </p:nvSpPr>
              <p:spPr>
                <a:xfrm>
                  <a:off x="2183531" y="835452"/>
                  <a:ext cx="397320" cy="10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5" h="1347" extrusionOk="0">
                      <a:moveTo>
                        <a:pt x="0" y="0"/>
                      </a:moveTo>
                      <a:lnTo>
                        <a:pt x="0" y="1346"/>
                      </a:lnTo>
                      <a:lnTo>
                        <a:pt x="5115" y="1346"/>
                      </a:lnTo>
                      <a:lnTo>
                        <a:pt x="5115" y="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3" name="Google Shape;1573;p36"/>
                <p:cNvSpPr/>
                <p:nvPr/>
              </p:nvSpPr>
              <p:spPr>
                <a:xfrm>
                  <a:off x="2782585" y="521710"/>
                  <a:ext cx="438878" cy="43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" h="5650" extrusionOk="0">
                      <a:moveTo>
                        <a:pt x="1" y="1"/>
                      </a:moveTo>
                      <a:lnTo>
                        <a:pt x="1" y="5649"/>
                      </a:lnTo>
                      <a:lnTo>
                        <a:pt x="5649" y="5649"/>
                      </a:lnTo>
                      <a:lnTo>
                        <a:pt x="564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4" name="Google Shape;1574;p36"/>
                <p:cNvSpPr/>
                <p:nvPr/>
              </p:nvSpPr>
              <p:spPr>
                <a:xfrm>
                  <a:off x="2803325" y="542450"/>
                  <a:ext cx="397631" cy="397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9" h="5116" extrusionOk="0">
                      <a:moveTo>
                        <a:pt x="1" y="1"/>
                      </a:moveTo>
                      <a:lnTo>
                        <a:pt x="1" y="5115"/>
                      </a:lnTo>
                      <a:lnTo>
                        <a:pt x="5118" y="5115"/>
                      </a:lnTo>
                      <a:lnTo>
                        <a:pt x="5118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5" name="Google Shape;1575;p36"/>
                <p:cNvSpPr/>
                <p:nvPr/>
              </p:nvSpPr>
              <p:spPr>
                <a:xfrm>
                  <a:off x="2861273" y="610884"/>
                  <a:ext cx="80940" cy="74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960" extrusionOk="0">
                      <a:moveTo>
                        <a:pt x="519" y="1"/>
                      </a:moveTo>
                      <a:cubicBezTo>
                        <a:pt x="488" y="1"/>
                        <a:pt x="456" y="4"/>
                        <a:pt x="425" y="10"/>
                      </a:cubicBezTo>
                      <a:cubicBezTo>
                        <a:pt x="236" y="48"/>
                        <a:pt x="85" y="199"/>
                        <a:pt x="51" y="387"/>
                      </a:cubicBezTo>
                      <a:cubicBezTo>
                        <a:pt x="0" y="645"/>
                        <a:pt x="167" y="897"/>
                        <a:pt x="428" y="950"/>
                      </a:cubicBezTo>
                      <a:cubicBezTo>
                        <a:pt x="459" y="956"/>
                        <a:pt x="489" y="959"/>
                        <a:pt x="519" y="959"/>
                      </a:cubicBezTo>
                      <a:cubicBezTo>
                        <a:pt x="743" y="959"/>
                        <a:pt x="944" y="800"/>
                        <a:pt x="988" y="573"/>
                      </a:cubicBezTo>
                      <a:cubicBezTo>
                        <a:pt x="1041" y="312"/>
                        <a:pt x="872" y="60"/>
                        <a:pt x="614" y="10"/>
                      </a:cubicBezTo>
                      <a:cubicBezTo>
                        <a:pt x="582" y="4"/>
                        <a:pt x="551" y="1"/>
                        <a:pt x="51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6" name="Google Shape;1576;p36"/>
                <p:cNvSpPr/>
                <p:nvPr/>
              </p:nvSpPr>
              <p:spPr>
                <a:xfrm>
                  <a:off x="2910831" y="675357"/>
                  <a:ext cx="285232" cy="160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2" h="2062" extrusionOk="0">
                      <a:moveTo>
                        <a:pt x="1834" y="1"/>
                      </a:moveTo>
                      <a:lnTo>
                        <a:pt x="1" y="2061"/>
                      </a:lnTo>
                      <a:lnTo>
                        <a:pt x="3671" y="2061"/>
                      </a:lnTo>
                      <a:lnTo>
                        <a:pt x="183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7" name="Google Shape;1577;p36"/>
                <p:cNvSpPr/>
                <p:nvPr/>
              </p:nvSpPr>
              <p:spPr>
                <a:xfrm>
                  <a:off x="2801625" y="731376"/>
                  <a:ext cx="235122" cy="11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7" h="1341" extrusionOk="0">
                      <a:moveTo>
                        <a:pt x="1514" y="0"/>
                      </a:moveTo>
                      <a:lnTo>
                        <a:pt x="1" y="1340"/>
                      </a:lnTo>
                      <a:lnTo>
                        <a:pt x="3027" y="1340"/>
                      </a:lnTo>
                      <a:lnTo>
                        <a:pt x="151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8" name="Google Shape;1578;p36"/>
                <p:cNvSpPr/>
                <p:nvPr/>
              </p:nvSpPr>
              <p:spPr>
                <a:xfrm>
                  <a:off x="2796725" y="835450"/>
                  <a:ext cx="404228" cy="10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6" h="1347" extrusionOk="0">
                      <a:moveTo>
                        <a:pt x="1" y="0"/>
                      </a:moveTo>
                      <a:lnTo>
                        <a:pt x="1" y="1346"/>
                      </a:lnTo>
                      <a:lnTo>
                        <a:pt x="5115" y="1346"/>
                      </a:lnTo>
                      <a:lnTo>
                        <a:pt x="511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79" name="Google Shape;1579;p36"/>
                <p:cNvSpPr/>
                <p:nvPr/>
              </p:nvSpPr>
              <p:spPr>
                <a:xfrm>
                  <a:off x="2078743" y="591309"/>
                  <a:ext cx="438800" cy="43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9" h="5650" extrusionOk="0">
                      <a:moveTo>
                        <a:pt x="0" y="1"/>
                      </a:moveTo>
                      <a:lnTo>
                        <a:pt x="0" y="5650"/>
                      </a:lnTo>
                      <a:lnTo>
                        <a:pt x="5649" y="5650"/>
                      </a:lnTo>
                      <a:lnTo>
                        <a:pt x="564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0" name="Google Shape;1580;p36"/>
                <p:cNvSpPr/>
                <p:nvPr/>
              </p:nvSpPr>
              <p:spPr>
                <a:xfrm>
                  <a:off x="2099716" y="612593"/>
                  <a:ext cx="397320" cy="397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5" h="5115" extrusionOk="0">
                      <a:moveTo>
                        <a:pt x="1" y="1"/>
                      </a:moveTo>
                      <a:lnTo>
                        <a:pt x="1" y="5115"/>
                      </a:lnTo>
                      <a:lnTo>
                        <a:pt x="5115" y="5115"/>
                      </a:lnTo>
                      <a:lnTo>
                        <a:pt x="511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1" name="Google Shape;1581;p36"/>
                <p:cNvSpPr/>
                <p:nvPr/>
              </p:nvSpPr>
              <p:spPr>
                <a:xfrm>
                  <a:off x="2162014" y="680484"/>
                  <a:ext cx="80940" cy="74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960" extrusionOk="0">
                      <a:moveTo>
                        <a:pt x="520" y="1"/>
                      </a:moveTo>
                      <a:cubicBezTo>
                        <a:pt x="488" y="1"/>
                        <a:pt x="457" y="4"/>
                        <a:pt x="425" y="10"/>
                      </a:cubicBezTo>
                      <a:cubicBezTo>
                        <a:pt x="237" y="48"/>
                        <a:pt x="92" y="196"/>
                        <a:pt x="54" y="388"/>
                      </a:cubicBezTo>
                      <a:cubicBezTo>
                        <a:pt x="1" y="646"/>
                        <a:pt x="171" y="897"/>
                        <a:pt x="428" y="951"/>
                      </a:cubicBezTo>
                      <a:cubicBezTo>
                        <a:pt x="459" y="957"/>
                        <a:pt x="490" y="960"/>
                        <a:pt x="521" y="960"/>
                      </a:cubicBezTo>
                      <a:cubicBezTo>
                        <a:pt x="746" y="960"/>
                        <a:pt x="947" y="801"/>
                        <a:pt x="991" y="573"/>
                      </a:cubicBezTo>
                      <a:cubicBezTo>
                        <a:pt x="1042" y="312"/>
                        <a:pt x="875" y="61"/>
                        <a:pt x="614" y="10"/>
                      </a:cubicBezTo>
                      <a:cubicBezTo>
                        <a:pt x="583" y="4"/>
                        <a:pt x="551" y="1"/>
                        <a:pt x="5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2" name="Google Shape;1582;p36"/>
                <p:cNvSpPr/>
                <p:nvPr/>
              </p:nvSpPr>
              <p:spPr>
                <a:xfrm>
                  <a:off x="2211883" y="745268"/>
                  <a:ext cx="284688" cy="159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5" h="2058" extrusionOk="0">
                      <a:moveTo>
                        <a:pt x="1834" y="0"/>
                      </a:moveTo>
                      <a:lnTo>
                        <a:pt x="0" y="2057"/>
                      </a:lnTo>
                      <a:lnTo>
                        <a:pt x="3665" y="2057"/>
                      </a:lnTo>
                      <a:lnTo>
                        <a:pt x="18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3" name="Google Shape;1583;p36"/>
                <p:cNvSpPr/>
                <p:nvPr/>
              </p:nvSpPr>
              <p:spPr>
                <a:xfrm>
                  <a:off x="2102668" y="800963"/>
                  <a:ext cx="235130" cy="10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7" h="1341" extrusionOk="0">
                      <a:moveTo>
                        <a:pt x="1513" y="1"/>
                      </a:moveTo>
                      <a:lnTo>
                        <a:pt x="0" y="1340"/>
                      </a:lnTo>
                      <a:lnTo>
                        <a:pt x="3026" y="1340"/>
                      </a:lnTo>
                      <a:lnTo>
                        <a:pt x="1513" y="1"/>
                      </a:lnTo>
                      <a:close/>
                    </a:path>
                  </a:pathLst>
                </a:custGeom>
                <a:solidFill>
                  <a:srgbClr val="B1A0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4" name="Google Shape;1584;p36"/>
                <p:cNvSpPr/>
                <p:nvPr/>
              </p:nvSpPr>
              <p:spPr>
                <a:xfrm>
                  <a:off x="2102668" y="800963"/>
                  <a:ext cx="235130" cy="10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7" h="1341" extrusionOk="0">
                      <a:moveTo>
                        <a:pt x="1513" y="1"/>
                      </a:moveTo>
                      <a:lnTo>
                        <a:pt x="0" y="1340"/>
                      </a:lnTo>
                      <a:lnTo>
                        <a:pt x="3026" y="1340"/>
                      </a:lnTo>
                      <a:lnTo>
                        <a:pt x="151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1585" name="Google Shape;1585;p36"/>
              <p:cNvGrpSpPr/>
              <p:nvPr/>
            </p:nvGrpSpPr>
            <p:grpSpPr>
              <a:xfrm>
                <a:off x="48888" y="2216702"/>
                <a:ext cx="1159461" cy="862167"/>
                <a:chOff x="-293548" y="1647938"/>
                <a:chExt cx="837519" cy="622818"/>
              </a:xfrm>
            </p:grpSpPr>
            <p:sp>
              <p:nvSpPr>
                <p:cNvPr id="1586" name="Google Shape;1586;p36"/>
                <p:cNvSpPr/>
                <p:nvPr/>
              </p:nvSpPr>
              <p:spPr>
                <a:xfrm>
                  <a:off x="-293548" y="1647938"/>
                  <a:ext cx="837519" cy="622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2" h="8018" extrusionOk="0">
                      <a:moveTo>
                        <a:pt x="9530" y="1"/>
                      </a:moveTo>
                      <a:lnTo>
                        <a:pt x="0" y="1756"/>
                      </a:lnTo>
                      <a:lnTo>
                        <a:pt x="1252" y="8018"/>
                      </a:lnTo>
                      <a:lnTo>
                        <a:pt x="10782" y="6263"/>
                      </a:lnTo>
                      <a:lnTo>
                        <a:pt x="953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7" name="Google Shape;1587;p36"/>
                <p:cNvSpPr/>
                <p:nvPr/>
              </p:nvSpPr>
              <p:spPr>
                <a:xfrm>
                  <a:off x="-256961" y="1683826"/>
                  <a:ext cx="764347" cy="551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0" h="7094" extrusionOk="0">
                      <a:moveTo>
                        <a:pt x="8741" y="1"/>
                      </a:moveTo>
                      <a:lnTo>
                        <a:pt x="1" y="1614"/>
                      </a:lnTo>
                      <a:lnTo>
                        <a:pt x="1099" y="7093"/>
                      </a:lnTo>
                      <a:lnTo>
                        <a:pt x="9839" y="5483"/>
                      </a:lnTo>
                      <a:lnTo>
                        <a:pt x="874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8" name="Google Shape;1588;p36"/>
                <p:cNvSpPr/>
                <p:nvPr/>
              </p:nvSpPr>
              <p:spPr>
                <a:xfrm>
                  <a:off x="-176098" y="1843144"/>
                  <a:ext cx="162113" cy="147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7" h="1903" extrusionOk="0">
                      <a:moveTo>
                        <a:pt x="1048" y="1"/>
                      </a:moveTo>
                      <a:cubicBezTo>
                        <a:pt x="986" y="1"/>
                        <a:pt x="923" y="7"/>
                        <a:pt x="860" y="19"/>
                      </a:cubicBezTo>
                      <a:cubicBezTo>
                        <a:pt x="344" y="107"/>
                        <a:pt x="1" y="595"/>
                        <a:pt x="89" y="1108"/>
                      </a:cubicBezTo>
                      <a:cubicBezTo>
                        <a:pt x="92" y="1111"/>
                        <a:pt x="92" y="1120"/>
                        <a:pt x="92" y="1127"/>
                      </a:cubicBezTo>
                      <a:cubicBezTo>
                        <a:pt x="189" y="1584"/>
                        <a:pt x="592" y="1902"/>
                        <a:pt x="1043" y="1902"/>
                      </a:cubicBezTo>
                      <a:cubicBezTo>
                        <a:pt x="1104" y="1902"/>
                        <a:pt x="1166" y="1896"/>
                        <a:pt x="1228" y="1885"/>
                      </a:cubicBezTo>
                      <a:cubicBezTo>
                        <a:pt x="1743" y="1800"/>
                        <a:pt x="2086" y="1309"/>
                        <a:pt x="1998" y="796"/>
                      </a:cubicBezTo>
                      <a:cubicBezTo>
                        <a:pt x="1998" y="790"/>
                        <a:pt x="1995" y="784"/>
                        <a:pt x="1995" y="777"/>
                      </a:cubicBezTo>
                      <a:cubicBezTo>
                        <a:pt x="1898" y="319"/>
                        <a:pt x="1498" y="1"/>
                        <a:pt x="104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89" name="Google Shape;1589;p36"/>
                <p:cNvSpPr/>
                <p:nvPr/>
              </p:nvSpPr>
              <p:spPr>
                <a:xfrm>
                  <a:off x="39381" y="1842445"/>
                  <a:ext cx="467463" cy="354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8" h="4561" extrusionOk="0">
                      <a:moveTo>
                        <a:pt x="2212" y="0"/>
                      </a:moveTo>
                      <a:lnTo>
                        <a:pt x="1" y="4561"/>
                      </a:lnTo>
                      <a:lnTo>
                        <a:pt x="1" y="4561"/>
                      </a:lnTo>
                      <a:lnTo>
                        <a:pt x="6018" y="3450"/>
                      </a:lnTo>
                      <a:lnTo>
                        <a:pt x="2212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90" name="Google Shape;1590;p36"/>
                <p:cNvSpPr/>
                <p:nvPr/>
              </p:nvSpPr>
              <p:spPr>
                <a:xfrm>
                  <a:off x="-144095" y="1992442"/>
                  <a:ext cx="386368" cy="238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4" h="3067" extrusionOk="0">
                      <a:moveTo>
                        <a:pt x="1970" y="0"/>
                      </a:moveTo>
                      <a:lnTo>
                        <a:pt x="1" y="3067"/>
                      </a:lnTo>
                      <a:lnTo>
                        <a:pt x="4974" y="2148"/>
                      </a:lnTo>
                      <a:lnTo>
                        <a:pt x="19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1591" name="Google Shape;1591;p36"/>
              <p:cNvGrpSpPr/>
              <p:nvPr/>
            </p:nvGrpSpPr>
            <p:grpSpPr>
              <a:xfrm flipH="1">
                <a:off x="766262" y="1039962"/>
                <a:ext cx="907932" cy="1081475"/>
                <a:chOff x="3485727" y="1682661"/>
                <a:chExt cx="711992" cy="848083"/>
              </a:xfrm>
            </p:grpSpPr>
            <p:sp>
              <p:nvSpPr>
                <p:cNvPr id="1592" name="Google Shape;1592;p36"/>
                <p:cNvSpPr/>
                <p:nvPr/>
              </p:nvSpPr>
              <p:spPr>
                <a:xfrm>
                  <a:off x="3489145" y="1685845"/>
                  <a:ext cx="707331" cy="842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6" h="10845" extrusionOk="0">
                      <a:moveTo>
                        <a:pt x="3228" y="0"/>
                      </a:moveTo>
                      <a:lnTo>
                        <a:pt x="1" y="8329"/>
                      </a:lnTo>
                      <a:lnTo>
                        <a:pt x="6489" y="10845"/>
                      </a:lnTo>
                      <a:lnTo>
                        <a:pt x="9106" y="4098"/>
                      </a:lnTo>
                      <a:lnTo>
                        <a:pt x="8046" y="1865"/>
                      </a:lnTo>
                      <a:lnTo>
                        <a:pt x="322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93" name="Google Shape;1593;p36"/>
                <p:cNvSpPr/>
                <p:nvPr/>
              </p:nvSpPr>
              <p:spPr>
                <a:xfrm>
                  <a:off x="3485727" y="1682661"/>
                  <a:ext cx="711992" cy="848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6" h="10918" extrusionOk="0">
                      <a:moveTo>
                        <a:pt x="3246" y="0"/>
                      </a:moveTo>
                      <a:lnTo>
                        <a:pt x="3196" y="129"/>
                      </a:lnTo>
                      <a:lnTo>
                        <a:pt x="3259" y="154"/>
                      </a:lnTo>
                      <a:lnTo>
                        <a:pt x="3287" y="91"/>
                      </a:lnTo>
                      <a:lnTo>
                        <a:pt x="3322" y="104"/>
                      </a:lnTo>
                      <a:lnTo>
                        <a:pt x="3347" y="41"/>
                      </a:lnTo>
                      <a:lnTo>
                        <a:pt x="3246" y="0"/>
                      </a:lnTo>
                      <a:close/>
                      <a:moveTo>
                        <a:pt x="3514" y="101"/>
                      </a:moveTo>
                      <a:lnTo>
                        <a:pt x="3492" y="167"/>
                      </a:lnTo>
                      <a:lnTo>
                        <a:pt x="3662" y="230"/>
                      </a:lnTo>
                      <a:lnTo>
                        <a:pt x="3684" y="167"/>
                      </a:lnTo>
                      <a:lnTo>
                        <a:pt x="3514" y="101"/>
                      </a:lnTo>
                      <a:close/>
                      <a:moveTo>
                        <a:pt x="3850" y="227"/>
                      </a:moveTo>
                      <a:lnTo>
                        <a:pt x="3825" y="293"/>
                      </a:lnTo>
                      <a:lnTo>
                        <a:pt x="3995" y="356"/>
                      </a:lnTo>
                      <a:lnTo>
                        <a:pt x="4017" y="293"/>
                      </a:lnTo>
                      <a:lnTo>
                        <a:pt x="3850" y="227"/>
                      </a:lnTo>
                      <a:close/>
                      <a:moveTo>
                        <a:pt x="3133" y="293"/>
                      </a:moveTo>
                      <a:lnTo>
                        <a:pt x="3070" y="459"/>
                      </a:lnTo>
                      <a:lnTo>
                        <a:pt x="3133" y="484"/>
                      </a:lnTo>
                      <a:lnTo>
                        <a:pt x="3196" y="315"/>
                      </a:lnTo>
                      <a:lnTo>
                        <a:pt x="3133" y="293"/>
                      </a:lnTo>
                      <a:close/>
                      <a:moveTo>
                        <a:pt x="4184" y="359"/>
                      </a:moveTo>
                      <a:lnTo>
                        <a:pt x="4159" y="422"/>
                      </a:lnTo>
                      <a:lnTo>
                        <a:pt x="4328" y="484"/>
                      </a:lnTo>
                      <a:lnTo>
                        <a:pt x="4354" y="422"/>
                      </a:lnTo>
                      <a:lnTo>
                        <a:pt x="4184" y="359"/>
                      </a:lnTo>
                      <a:close/>
                      <a:moveTo>
                        <a:pt x="4517" y="488"/>
                      </a:moveTo>
                      <a:lnTo>
                        <a:pt x="4495" y="551"/>
                      </a:lnTo>
                      <a:lnTo>
                        <a:pt x="4662" y="613"/>
                      </a:lnTo>
                      <a:lnTo>
                        <a:pt x="4687" y="551"/>
                      </a:lnTo>
                      <a:lnTo>
                        <a:pt x="4517" y="488"/>
                      </a:lnTo>
                      <a:close/>
                      <a:moveTo>
                        <a:pt x="4857" y="617"/>
                      </a:moveTo>
                      <a:lnTo>
                        <a:pt x="4832" y="679"/>
                      </a:lnTo>
                      <a:lnTo>
                        <a:pt x="5001" y="742"/>
                      </a:lnTo>
                      <a:lnTo>
                        <a:pt x="5023" y="679"/>
                      </a:lnTo>
                      <a:lnTo>
                        <a:pt x="4857" y="617"/>
                      </a:lnTo>
                      <a:close/>
                      <a:moveTo>
                        <a:pt x="3004" y="626"/>
                      </a:moveTo>
                      <a:lnTo>
                        <a:pt x="2941" y="796"/>
                      </a:lnTo>
                      <a:lnTo>
                        <a:pt x="3004" y="818"/>
                      </a:lnTo>
                      <a:lnTo>
                        <a:pt x="3067" y="648"/>
                      </a:lnTo>
                      <a:lnTo>
                        <a:pt x="3004" y="626"/>
                      </a:lnTo>
                      <a:close/>
                      <a:moveTo>
                        <a:pt x="5190" y="746"/>
                      </a:moveTo>
                      <a:lnTo>
                        <a:pt x="5165" y="808"/>
                      </a:lnTo>
                      <a:lnTo>
                        <a:pt x="5335" y="875"/>
                      </a:lnTo>
                      <a:lnTo>
                        <a:pt x="5357" y="808"/>
                      </a:lnTo>
                      <a:lnTo>
                        <a:pt x="5190" y="746"/>
                      </a:lnTo>
                      <a:close/>
                      <a:moveTo>
                        <a:pt x="5524" y="875"/>
                      </a:moveTo>
                      <a:lnTo>
                        <a:pt x="5502" y="937"/>
                      </a:lnTo>
                      <a:lnTo>
                        <a:pt x="5668" y="1003"/>
                      </a:lnTo>
                      <a:lnTo>
                        <a:pt x="5693" y="937"/>
                      </a:lnTo>
                      <a:lnTo>
                        <a:pt x="5524" y="875"/>
                      </a:lnTo>
                      <a:close/>
                      <a:moveTo>
                        <a:pt x="5863" y="1010"/>
                      </a:moveTo>
                      <a:lnTo>
                        <a:pt x="5838" y="1073"/>
                      </a:lnTo>
                      <a:lnTo>
                        <a:pt x="6008" y="1136"/>
                      </a:lnTo>
                      <a:lnTo>
                        <a:pt x="6030" y="1073"/>
                      </a:lnTo>
                      <a:lnTo>
                        <a:pt x="5863" y="1010"/>
                      </a:lnTo>
                      <a:close/>
                      <a:moveTo>
                        <a:pt x="2878" y="963"/>
                      </a:moveTo>
                      <a:lnTo>
                        <a:pt x="2816" y="1132"/>
                      </a:lnTo>
                      <a:lnTo>
                        <a:pt x="2878" y="1158"/>
                      </a:lnTo>
                      <a:lnTo>
                        <a:pt x="2941" y="988"/>
                      </a:lnTo>
                      <a:lnTo>
                        <a:pt x="2878" y="963"/>
                      </a:lnTo>
                      <a:close/>
                      <a:moveTo>
                        <a:pt x="6197" y="1136"/>
                      </a:moveTo>
                      <a:lnTo>
                        <a:pt x="6171" y="1198"/>
                      </a:lnTo>
                      <a:lnTo>
                        <a:pt x="6341" y="1268"/>
                      </a:lnTo>
                      <a:lnTo>
                        <a:pt x="6366" y="1202"/>
                      </a:lnTo>
                      <a:lnTo>
                        <a:pt x="6197" y="1136"/>
                      </a:lnTo>
                      <a:close/>
                      <a:moveTo>
                        <a:pt x="6530" y="1271"/>
                      </a:moveTo>
                      <a:lnTo>
                        <a:pt x="6508" y="1334"/>
                      </a:lnTo>
                      <a:lnTo>
                        <a:pt x="6675" y="1397"/>
                      </a:lnTo>
                      <a:lnTo>
                        <a:pt x="6700" y="1334"/>
                      </a:lnTo>
                      <a:lnTo>
                        <a:pt x="6530" y="1271"/>
                      </a:lnTo>
                      <a:close/>
                      <a:moveTo>
                        <a:pt x="2749" y="1299"/>
                      </a:moveTo>
                      <a:lnTo>
                        <a:pt x="2687" y="1466"/>
                      </a:lnTo>
                      <a:lnTo>
                        <a:pt x="2749" y="1491"/>
                      </a:lnTo>
                      <a:lnTo>
                        <a:pt x="2812" y="1321"/>
                      </a:lnTo>
                      <a:lnTo>
                        <a:pt x="2749" y="1299"/>
                      </a:lnTo>
                      <a:close/>
                      <a:moveTo>
                        <a:pt x="6863" y="1397"/>
                      </a:moveTo>
                      <a:lnTo>
                        <a:pt x="6841" y="1460"/>
                      </a:lnTo>
                      <a:lnTo>
                        <a:pt x="7011" y="1526"/>
                      </a:lnTo>
                      <a:lnTo>
                        <a:pt x="7030" y="1463"/>
                      </a:lnTo>
                      <a:lnTo>
                        <a:pt x="6863" y="1397"/>
                      </a:lnTo>
                      <a:close/>
                      <a:moveTo>
                        <a:pt x="7200" y="1529"/>
                      </a:moveTo>
                      <a:lnTo>
                        <a:pt x="7175" y="1592"/>
                      </a:lnTo>
                      <a:lnTo>
                        <a:pt x="7345" y="1655"/>
                      </a:lnTo>
                      <a:lnTo>
                        <a:pt x="7367" y="1592"/>
                      </a:lnTo>
                      <a:lnTo>
                        <a:pt x="7200" y="1529"/>
                      </a:lnTo>
                      <a:close/>
                      <a:moveTo>
                        <a:pt x="7533" y="1655"/>
                      </a:moveTo>
                      <a:lnTo>
                        <a:pt x="7508" y="1717"/>
                      </a:lnTo>
                      <a:lnTo>
                        <a:pt x="7678" y="1780"/>
                      </a:lnTo>
                      <a:lnTo>
                        <a:pt x="7697" y="1721"/>
                      </a:lnTo>
                      <a:lnTo>
                        <a:pt x="7533" y="1655"/>
                      </a:lnTo>
                      <a:close/>
                      <a:moveTo>
                        <a:pt x="2617" y="1632"/>
                      </a:moveTo>
                      <a:lnTo>
                        <a:pt x="2554" y="1802"/>
                      </a:lnTo>
                      <a:lnTo>
                        <a:pt x="2617" y="1824"/>
                      </a:lnTo>
                      <a:lnTo>
                        <a:pt x="2680" y="1655"/>
                      </a:lnTo>
                      <a:lnTo>
                        <a:pt x="2617" y="1632"/>
                      </a:lnTo>
                      <a:close/>
                      <a:moveTo>
                        <a:pt x="7867" y="1790"/>
                      </a:moveTo>
                      <a:lnTo>
                        <a:pt x="7845" y="1853"/>
                      </a:lnTo>
                      <a:lnTo>
                        <a:pt x="8011" y="1916"/>
                      </a:lnTo>
                      <a:lnTo>
                        <a:pt x="8037" y="1853"/>
                      </a:lnTo>
                      <a:lnTo>
                        <a:pt x="7867" y="1790"/>
                      </a:lnTo>
                      <a:close/>
                      <a:moveTo>
                        <a:pt x="2488" y="1969"/>
                      </a:moveTo>
                      <a:lnTo>
                        <a:pt x="2425" y="2139"/>
                      </a:lnTo>
                      <a:lnTo>
                        <a:pt x="2488" y="2164"/>
                      </a:lnTo>
                      <a:lnTo>
                        <a:pt x="2551" y="1994"/>
                      </a:lnTo>
                      <a:lnTo>
                        <a:pt x="2488" y="1969"/>
                      </a:lnTo>
                      <a:close/>
                      <a:moveTo>
                        <a:pt x="8172" y="1994"/>
                      </a:moveTo>
                      <a:lnTo>
                        <a:pt x="8109" y="2023"/>
                      </a:lnTo>
                      <a:lnTo>
                        <a:pt x="8184" y="2183"/>
                      </a:lnTo>
                      <a:lnTo>
                        <a:pt x="8247" y="2155"/>
                      </a:lnTo>
                      <a:lnTo>
                        <a:pt x="8172" y="1994"/>
                      </a:lnTo>
                      <a:close/>
                      <a:moveTo>
                        <a:pt x="2359" y="2302"/>
                      </a:moveTo>
                      <a:lnTo>
                        <a:pt x="2297" y="2472"/>
                      </a:lnTo>
                      <a:lnTo>
                        <a:pt x="2359" y="2497"/>
                      </a:lnTo>
                      <a:lnTo>
                        <a:pt x="2422" y="2328"/>
                      </a:lnTo>
                      <a:lnTo>
                        <a:pt x="2359" y="2302"/>
                      </a:lnTo>
                      <a:close/>
                      <a:moveTo>
                        <a:pt x="8326" y="2321"/>
                      </a:moveTo>
                      <a:lnTo>
                        <a:pt x="8263" y="2346"/>
                      </a:lnTo>
                      <a:lnTo>
                        <a:pt x="8339" y="2510"/>
                      </a:lnTo>
                      <a:lnTo>
                        <a:pt x="8401" y="2482"/>
                      </a:lnTo>
                      <a:lnTo>
                        <a:pt x="8326" y="2321"/>
                      </a:lnTo>
                      <a:close/>
                      <a:moveTo>
                        <a:pt x="2230" y="2639"/>
                      </a:moveTo>
                      <a:lnTo>
                        <a:pt x="2168" y="2809"/>
                      </a:lnTo>
                      <a:lnTo>
                        <a:pt x="2230" y="2831"/>
                      </a:lnTo>
                      <a:lnTo>
                        <a:pt x="2290" y="2661"/>
                      </a:lnTo>
                      <a:lnTo>
                        <a:pt x="2230" y="2639"/>
                      </a:lnTo>
                      <a:close/>
                      <a:moveTo>
                        <a:pt x="8480" y="2642"/>
                      </a:moveTo>
                      <a:lnTo>
                        <a:pt x="8417" y="2670"/>
                      </a:lnTo>
                      <a:lnTo>
                        <a:pt x="8493" y="2831"/>
                      </a:lnTo>
                      <a:lnTo>
                        <a:pt x="8556" y="2803"/>
                      </a:lnTo>
                      <a:lnTo>
                        <a:pt x="8480" y="2642"/>
                      </a:lnTo>
                      <a:close/>
                      <a:moveTo>
                        <a:pt x="8634" y="2969"/>
                      </a:moveTo>
                      <a:lnTo>
                        <a:pt x="8571" y="2998"/>
                      </a:lnTo>
                      <a:lnTo>
                        <a:pt x="8647" y="3158"/>
                      </a:lnTo>
                      <a:lnTo>
                        <a:pt x="8710" y="3130"/>
                      </a:lnTo>
                      <a:lnTo>
                        <a:pt x="8634" y="2969"/>
                      </a:lnTo>
                      <a:close/>
                      <a:moveTo>
                        <a:pt x="2098" y="2972"/>
                      </a:moveTo>
                      <a:lnTo>
                        <a:pt x="2032" y="3142"/>
                      </a:lnTo>
                      <a:lnTo>
                        <a:pt x="2095" y="3164"/>
                      </a:lnTo>
                      <a:lnTo>
                        <a:pt x="2161" y="2998"/>
                      </a:lnTo>
                      <a:lnTo>
                        <a:pt x="2098" y="2972"/>
                      </a:lnTo>
                      <a:close/>
                      <a:moveTo>
                        <a:pt x="8779" y="3290"/>
                      </a:moveTo>
                      <a:lnTo>
                        <a:pt x="8719" y="3318"/>
                      </a:lnTo>
                      <a:lnTo>
                        <a:pt x="8795" y="3479"/>
                      </a:lnTo>
                      <a:lnTo>
                        <a:pt x="8857" y="3454"/>
                      </a:lnTo>
                      <a:lnTo>
                        <a:pt x="8779" y="3290"/>
                      </a:lnTo>
                      <a:close/>
                      <a:moveTo>
                        <a:pt x="1966" y="3306"/>
                      </a:moveTo>
                      <a:lnTo>
                        <a:pt x="1903" y="3476"/>
                      </a:lnTo>
                      <a:lnTo>
                        <a:pt x="1966" y="3501"/>
                      </a:lnTo>
                      <a:lnTo>
                        <a:pt x="2029" y="3331"/>
                      </a:lnTo>
                      <a:lnTo>
                        <a:pt x="1966" y="3306"/>
                      </a:lnTo>
                      <a:close/>
                      <a:moveTo>
                        <a:pt x="8933" y="3614"/>
                      </a:moveTo>
                      <a:lnTo>
                        <a:pt x="8873" y="3639"/>
                      </a:lnTo>
                      <a:lnTo>
                        <a:pt x="8949" y="3803"/>
                      </a:lnTo>
                      <a:lnTo>
                        <a:pt x="9012" y="3774"/>
                      </a:lnTo>
                      <a:lnTo>
                        <a:pt x="8933" y="3614"/>
                      </a:lnTo>
                      <a:close/>
                      <a:moveTo>
                        <a:pt x="1840" y="3639"/>
                      </a:moveTo>
                      <a:lnTo>
                        <a:pt x="1774" y="3809"/>
                      </a:lnTo>
                      <a:lnTo>
                        <a:pt x="1837" y="3834"/>
                      </a:lnTo>
                      <a:lnTo>
                        <a:pt x="1903" y="3664"/>
                      </a:lnTo>
                      <a:lnTo>
                        <a:pt x="1840" y="3639"/>
                      </a:lnTo>
                      <a:close/>
                      <a:moveTo>
                        <a:pt x="9087" y="3941"/>
                      </a:moveTo>
                      <a:lnTo>
                        <a:pt x="9027" y="3966"/>
                      </a:lnTo>
                      <a:lnTo>
                        <a:pt x="9103" y="4130"/>
                      </a:lnTo>
                      <a:lnTo>
                        <a:pt x="9166" y="4101"/>
                      </a:lnTo>
                      <a:lnTo>
                        <a:pt x="9087" y="3941"/>
                      </a:lnTo>
                      <a:close/>
                      <a:moveTo>
                        <a:pt x="1712" y="3976"/>
                      </a:moveTo>
                      <a:lnTo>
                        <a:pt x="1649" y="4146"/>
                      </a:lnTo>
                      <a:lnTo>
                        <a:pt x="1712" y="4168"/>
                      </a:lnTo>
                      <a:lnTo>
                        <a:pt x="1774" y="3998"/>
                      </a:lnTo>
                      <a:lnTo>
                        <a:pt x="1712" y="3976"/>
                      </a:lnTo>
                      <a:close/>
                      <a:moveTo>
                        <a:pt x="9059" y="4265"/>
                      </a:moveTo>
                      <a:lnTo>
                        <a:pt x="8996" y="4435"/>
                      </a:lnTo>
                      <a:lnTo>
                        <a:pt x="9059" y="4460"/>
                      </a:lnTo>
                      <a:lnTo>
                        <a:pt x="9122" y="4290"/>
                      </a:lnTo>
                      <a:lnTo>
                        <a:pt x="9059" y="4265"/>
                      </a:lnTo>
                      <a:close/>
                      <a:moveTo>
                        <a:pt x="1586" y="4309"/>
                      </a:moveTo>
                      <a:lnTo>
                        <a:pt x="1517" y="4479"/>
                      </a:lnTo>
                      <a:lnTo>
                        <a:pt x="1579" y="4501"/>
                      </a:lnTo>
                      <a:lnTo>
                        <a:pt x="1649" y="4334"/>
                      </a:lnTo>
                      <a:lnTo>
                        <a:pt x="1586" y="4309"/>
                      </a:lnTo>
                      <a:close/>
                      <a:moveTo>
                        <a:pt x="8933" y="4608"/>
                      </a:moveTo>
                      <a:lnTo>
                        <a:pt x="8867" y="4778"/>
                      </a:lnTo>
                      <a:lnTo>
                        <a:pt x="8930" y="4800"/>
                      </a:lnTo>
                      <a:lnTo>
                        <a:pt x="8996" y="4630"/>
                      </a:lnTo>
                      <a:lnTo>
                        <a:pt x="8933" y="4608"/>
                      </a:lnTo>
                      <a:close/>
                      <a:moveTo>
                        <a:pt x="1450" y="4652"/>
                      </a:moveTo>
                      <a:lnTo>
                        <a:pt x="1388" y="4819"/>
                      </a:lnTo>
                      <a:lnTo>
                        <a:pt x="1450" y="4844"/>
                      </a:lnTo>
                      <a:lnTo>
                        <a:pt x="1513" y="4674"/>
                      </a:lnTo>
                      <a:lnTo>
                        <a:pt x="1450" y="4652"/>
                      </a:lnTo>
                      <a:close/>
                      <a:moveTo>
                        <a:pt x="8804" y="4941"/>
                      </a:moveTo>
                      <a:lnTo>
                        <a:pt x="8741" y="5111"/>
                      </a:lnTo>
                      <a:lnTo>
                        <a:pt x="8804" y="5133"/>
                      </a:lnTo>
                      <a:lnTo>
                        <a:pt x="8867" y="4966"/>
                      </a:lnTo>
                      <a:lnTo>
                        <a:pt x="8804" y="4941"/>
                      </a:lnTo>
                      <a:close/>
                      <a:moveTo>
                        <a:pt x="1322" y="4985"/>
                      </a:moveTo>
                      <a:lnTo>
                        <a:pt x="1259" y="5155"/>
                      </a:lnTo>
                      <a:lnTo>
                        <a:pt x="1322" y="5177"/>
                      </a:lnTo>
                      <a:lnTo>
                        <a:pt x="1384" y="5010"/>
                      </a:lnTo>
                      <a:lnTo>
                        <a:pt x="1322" y="4985"/>
                      </a:lnTo>
                      <a:close/>
                      <a:moveTo>
                        <a:pt x="8672" y="5278"/>
                      </a:moveTo>
                      <a:lnTo>
                        <a:pt x="8606" y="5445"/>
                      </a:lnTo>
                      <a:lnTo>
                        <a:pt x="8669" y="5470"/>
                      </a:lnTo>
                      <a:lnTo>
                        <a:pt x="8735" y="5300"/>
                      </a:lnTo>
                      <a:lnTo>
                        <a:pt x="8672" y="5278"/>
                      </a:lnTo>
                      <a:close/>
                      <a:moveTo>
                        <a:pt x="1193" y="5319"/>
                      </a:moveTo>
                      <a:lnTo>
                        <a:pt x="1130" y="5489"/>
                      </a:lnTo>
                      <a:lnTo>
                        <a:pt x="1193" y="5514"/>
                      </a:lnTo>
                      <a:lnTo>
                        <a:pt x="1255" y="5344"/>
                      </a:lnTo>
                      <a:lnTo>
                        <a:pt x="1193" y="5319"/>
                      </a:lnTo>
                      <a:close/>
                      <a:moveTo>
                        <a:pt x="8543" y="5614"/>
                      </a:moveTo>
                      <a:lnTo>
                        <a:pt x="8480" y="5784"/>
                      </a:lnTo>
                      <a:lnTo>
                        <a:pt x="8543" y="5806"/>
                      </a:lnTo>
                      <a:lnTo>
                        <a:pt x="8606" y="5640"/>
                      </a:lnTo>
                      <a:lnTo>
                        <a:pt x="8543" y="5614"/>
                      </a:lnTo>
                      <a:close/>
                      <a:moveTo>
                        <a:pt x="1060" y="5655"/>
                      </a:moveTo>
                      <a:lnTo>
                        <a:pt x="998" y="5822"/>
                      </a:lnTo>
                      <a:lnTo>
                        <a:pt x="1060" y="5847"/>
                      </a:lnTo>
                      <a:lnTo>
                        <a:pt x="1123" y="5677"/>
                      </a:lnTo>
                      <a:lnTo>
                        <a:pt x="1060" y="5655"/>
                      </a:lnTo>
                      <a:close/>
                      <a:moveTo>
                        <a:pt x="8414" y="5941"/>
                      </a:moveTo>
                      <a:lnTo>
                        <a:pt x="8351" y="6118"/>
                      </a:lnTo>
                      <a:lnTo>
                        <a:pt x="8414" y="6143"/>
                      </a:lnTo>
                      <a:lnTo>
                        <a:pt x="8477" y="5963"/>
                      </a:lnTo>
                      <a:lnTo>
                        <a:pt x="8414" y="5941"/>
                      </a:lnTo>
                      <a:close/>
                      <a:moveTo>
                        <a:pt x="932" y="5989"/>
                      </a:moveTo>
                      <a:lnTo>
                        <a:pt x="869" y="6155"/>
                      </a:lnTo>
                      <a:lnTo>
                        <a:pt x="932" y="6180"/>
                      </a:lnTo>
                      <a:lnTo>
                        <a:pt x="994" y="6011"/>
                      </a:lnTo>
                      <a:lnTo>
                        <a:pt x="932" y="5989"/>
                      </a:lnTo>
                      <a:close/>
                      <a:moveTo>
                        <a:pt x="8285" y="6284"/>
                      </a:moveTo>
                      <a:lnTo>
                        <a:pt x="8222" y="6451"/>
                      </a:lnTo>
                      <a:lnTo>
                        <a:pt x="8285" y="6476"/>
                      </a:lnTo>
                      <a:lnTo>
                        <a:pt x="8345" y="6306"/>
                      </a:lnTo>
                      <a:lnTo>
                        <a:pt x="8285" y="6284"/>
                      </a:lnTo>
                      <a:close/>
                      <a:moveTo>
                        <a:pt x="803" y="6322"/>
                      </a:moveTo>
                      <a:lnTo>
                        <a:pt x="740" y="6492"/>
                      </a:lnTo>
                      <a:lnTo>
                        <a:pt x="803" y="6514"/>
                      </a:lnTo>
                      <a:lnTo>
                        <a:pt x="865" y="6347"/>
                      </a:lnTo>
                      <a:lnTo>
                        <a:pt x="803" y="6322"/>
                      </a:lnTo>
                      <a:close/>
                      <a:moveTo>
                        <a:pt x="8153" y="6618"/>
                      </a:moveTo>
                      <a:lnTo>
                        <a:pt x="8090" y="6784"/>
                      </a:lnTo>
                      <a:lnTo>
                        <a:pt x="8153" y="6810"/>
                      </a:lnTo>
                      <a:lnTo>
                        <a:pt x="8216" y="6640"/>
                      </a:lnTo>
                      <a:lnTo>
                        <a:pt x="8153" y="6618"/>
                      </a:lnTo>
                      <a:close/>
                      <a:moveTo>
                        <a:pt x="674" y="6662"/>
                      </a:moveTo>
                      <a:lnTo>
                        <a:pt x="611" y="6828"/>
                      </a:lnTo>
                      <a:lnTo>
                        <a:pt x="674" y="6854"/>
                      </a:lnTo>
                      <a:lnTo>
                        <a:pt x="737" y="6684"/>
                      </a:lnTo>
                      <a:lnTo>
                        <a:pt x="674" y="6662"/>
                      </a:lnTo>
                      <a:close/>
                      <a:moveTo>
                        <a:pt x="8024" y="6951"/>
                      </a:moveTo>
                      <a:lnTo>
                        <a:pt x="7961" y="7121"/>
                      </a:lnTo>
                      <a:lnTo>
                        <a:pt x="8024" y="7143"/>
                      </a:lnTo>
                      <a:lnTo>
                        <a:pt x="8087" y="6976"/>
                      </a:lnTo>
                      <a:lnTo>
                        <a:pt x="8024" y="6951"/>
                      </a:lnTo>
                      <a:close/>
                      <a:moveTo>
                        <a:pt x="542" y="6995"/>
                      </a:moveTo>
                      <a:lnTo>
                        <a:pt x="479" y="7165"/>
                      </a:lnTo>
                      <a:lnTo>
                        <a:pt x="542" y="7187"/>
                      </a:lnTo>
                      <a:lnTo>
                        <a:pt x="604" y="7017"/>
                      </a:lnTo>
                      <a:lnTo>
                        <a:pt x="542" y="6995"/>
                      </a:lnTo>
                      <a:close/>
                      <a:moveTo>
                        <a:pt x="7895" y="7284"/>
                      </a:moveTo>
                      <a:lnTo>
                        <a:pt x="7832" y="7454"/>
                      </a:lnTo>
                      <a:lnTo>
                        <a:pt x="7895" y="7479"/>
                      </a:lnTo>
                      <a:lnTo>
                        <a:pt x="7958" y="7310"/>
                      </a:lnTo>
                      <a:lnTo>
                        <a:pt x="7895" y="7284"/>
                      </a:lnTo>
                      <a:close/>
                      <a:moveTo>
                        <a:pt x="416" y="7328"/>
                      </a:moveTo>
                      <a:lnTo>
                        <a:pt x="350" y="7498"/>
                      </a:lnTo>
                      <a:lnTo>
                        <a:pt x="413" y="7520"/>
                      </a:lnTo>
                      <a:lnTo>
                        <a:pt x="479" y="7354"/>
                      </a:lnTo>
                      <a:lnTo>
                        <a:pt x="416" y="7328"/>
                      </a:lnTo>
                      <a:close/>
                      <a:moveTo>
                        <a:pt x="7766" y="7621"/>
                      </a:moveTo>
                      <a:lnTo>
                        <a:pt x="7703" y="7788"/>
                      </a:lnTo>
                      <a:lnTo>
                        <a:pt x="7766" y="7813"/>
                      </a:lnTo>
                      <a:lnTo>
                        <a:pt x="7829" y="7643"/>
                      </a:lnTo>
                      <a:lnTo>
                        <a:pt x="7766" y="7621"/>
                      </a:lnTo>
                      <a:close/>
                      <a:moveTo>
                        <a:pt x="284" y="7662"/>
                      </a:moveTo>
                      <a:lnTo>
                        <a:pt x="221" y="7832"/>
                      </a:lnTo>
                      <a:lnTo>
                        <a:pt x="284" y="7857"/>
                      </a:lnTo>
                      <a:lnTo>
                        <a:pt x="346" y="7687"/>
                      </a:lnTo>
                      <a:lnTo>
                        <a:pt x="284" y="7662"/>
                      </a:lnTo>
                      <a:close/>
                      <a:moveTo>
                        <a:pt x="7634" y="7954"/>
                      </a:moveTo>
                      <a:lnTo>
                        <a:pt x="7571" y="8121"/>
                      </a:lnTo>
                      <a:lnTo>
                        <a:pt x="7634" y="8146"/>
                      </a:lnTo>
                      <a:lnTo>
                        <a:pt x="7697" y="7976"/>
                      </a:lnTo>
                      <a:lnTo>
                        <a:pt x="7634" y="7954"/>
                      </a:lnTo>
                      <a:close/>
                      <a:moveTo>
                        <a:pt x="158" y="7998"/>
                      </a:moveTo>
                      <a:lnTo>
                        <a:pt x="92" y="8165"/>
                      </a:lnTo>
                      <a:lnTo>
                        <a:pt x="155" y="8190"/>
                      </a:lnTo>
                      <a:lnTo>
                        <a:pt x="221" y="8020"/>
                      </a:lnTo>
                      <a:lnTo>
                        <a:pt x="158" y="7998"/>
                      </a:lnTo>
                      <a:close/>
                      <a:moveTo>
                        <a:pt x="23" y="8326"/>
                      </a:moveTo>
                      <a:lnTo>
                        <a:pt x="1" y="8395"/>
                      </a:lnTo>
                      <a:lnTo>
                        <a:pt x="164" y="8458"/>
                      </a:lnTo>
                      <a:lnTo>
                        <a:pt x="189" y="8388"/>
                      </a:lnTo>
                      <a:lnTo>
                        <a:pt x="85" y="8351"/>
                      </a:lnTo>
                      <a:lnTo>
                        <a:pt x="23" y="8326"/>
                      </a:lnTo>
                      <a:close/>
                      <a:moveTo>
                        <a:pt x="7508" y="8285"/>
                      </a:moveTo>
                      <a:lnTo>
                        <a:pt x="7442" y="8451"/>
                      </a:lnTo>
                      <a:lnTo>
                        <a:pt x="7505" y="8477"/>
                      </a:lnTo>
                      <a:lnTo>
                        <a:pt x="7571" y="8307"/>
                      </a:lnTo>
                      <a:lnTo>
                        <a:pt x="7508" y="8285"/>
                      </a:lnTo>
                      <a:close/>
                      <a:moveTo>
                        <a:pt x="353" y="8461"/>
                      </a:moveTo>
                      <a:lnTo>
                        <a:pt x="331" y="8524"/>
                      </a:lnTo>
                      <a:lnTo>
                        <a:pt x="501" y="8587"/>
                      </a:lnTo>
                      <a:lnTo>
                        <a:pt x="523" y="8524"/>
                      </a:lnTo>
                      <a:lnTo>
                        <a:pt x="353" y="8461"/>
                      </a:lnTo>
                      <a:close/>
                      <a:moveTo>
                        <a:pt x="689" y="8587"/>
                      </a:moveTo>
                      <a:lnTo>
                        <a:pt x="664" y="8649"/>
                      </a:lnTo>
                      <a:lnTo>
                        <a:pt x="834" y="8716"/>
                      </a:lnTo>
                      <a:lnTo>
                        <a:pt x="856" y="8653"/>
                      </a:lnTo>
                      <a:lnTo>
                        <a:pt x="689" y="8587"/>
                      </a:lnTo>
                      <a:close/>
                      <a:moveTo>
                        <a:pt x="7376" y="8618"/>
                      </a:moveTo>
                      <a:lnTo>
                        <a:pt x="7313" y="8788"/>
                      </a:lnTo>
                      <a:lnTo>
                        <a:pt x="7376" y="8810"/>
                      </a:lnTo>
                      <a:lnTo>
                        <a:pt x="7439" y="8643"/>
                      </a:lnTo>
                      <a:lnTo>
                        <a:pt x="7376" y="8618"/>
                      </a:lnTo>
                      <a:close/>
                      <a:moveTo>
                        <a:pt x="1026" y="8716"/>
                      </a:moveTo>
                      <a:lnTo>
                        <a:pt x="1004" y="8778"/>
                      </a:lnTo>
                      <a:lnTo>
                        <a:pt x="1171" y="8841"/>
                      </a:lnTo>
                      <a:lnTo>
                        <a:pt x="1196" y="8778"/>
                      </a:lnTo>
                      <a:lnTo>
                        <a:pt x="1026" y="8716"/>
                      </a:lnTo>
                      <a:close/>
                      <a:moveTo>
                        <a:pt x="1359" y="8841"/>
                      </a:moveTo>
                      <a:lnTo>
                        <a:pt x="1337" y="8904"/>
                      </a:lnTo>
                      <a:lnTo>
                        <a:pt x="1507" y="8973"/>
                      </a:lnTo>
                      <a:lnTo>
                        <a:pt x="1529" y="8907"/>
                      </a:lnTo>
                      <a:lnTo>
                        <a:pt x="1359" y="8841"/>
                      </a:lnTo>
                      <a:close/>
                      <a:moveTo>
                        <a:pt x="1696" y="8980"/>
                      </a:moveTo>
                      <a:lnTo>
                        <a:pt x="1671" y="9043"/>
                      </a:lnTo>
                      <a:lnTo>
                        <a:pt x="1840" y="9106"/>
                      </a:lnTo>
                      <a:lnTo>
                        <a:pt x="1862" y="9043"/>
                      </a:lnTo>
                      <a:lnTo>
                        <a:pt x="1696" y="8980"/>
                      </a:lnTo>
                      <a:close/>
                      <a:moveTo>
                        <a:pt x="7250" y="8951"/>
                      </a:moveTo>
                      <a:lnTo>
                        <a:pt x="7184" y="9121"/>
                      </a:lnTo>
                      <a:lnTo>
                        <a:pt x="7247" y="9143"/>
                      </a:lnTo>
                      <a:lnTo>
                        <a:pt x="7313" y="8977"/>
                      </a:lnTo>
                      <a:lnTo>
                        <a:pt x="7250" y="8951"/>
                      </a:lnTo>
                      <a:close/>
                      <a:moveTo>
                        <a:pt x="2029" y="9109"/>
                      </a:moveTo>
                      <a:lnTo>
                        <a:pt x="2004" y="9172"/>
                      </a:lnTo>
                      <a:lnTo>
                        <a:pt x="2174" y="9234"/>
                      </a:lnTo>
                      <a:lnTo>
                        <a:pt x="2199" y="9178"/>
                      </a:lnTo>
                      <a:lnTo>
                        <a:pt x="2029" y="9109"/>
                      </a:lnTo>
                      <a:close/>
                      <a:moveTo>
                        <a:pt x="2363" y="9238"/>
                      </a:moveTo>
                      <a:lnTo>
                        <a:pt x="2341" y="9301"/>
                      </a:lnTo>
                      <a:lnTo>
                        <a:pt x="2507" y="9367"/>
                      </a:lnTo>
                      <a:lnTo>
                        <a:pt x="2532" y="9301"/>
                      </a:lnTo>
                      <a:lnTo>
                        <a:pt x="2363" y="9238"/>
                      </a:lnTo>
                      <a:close/>
                      <a:moveTo>
                        <a:pt x="7115" y="9291"/>
                      </a:moveTo>
                      <a:lnTo>
                        <a:pt x="7052" y="9458"/>
                      </a:lnTo>
                      <a:lnTo>
                        <a:pt x="7115" y="9483"/>
                      </a:lnTo>
                      <a:lnTo>
                        <a:pt x="7178" y="9313"/>
                      </a:lnTo>
                      <a:lnTo>
                        <a:pt x="7115" y="9291"/>
                      </a:lnTo>
                      <a:close/>
                      <a:moveTo>
                        <a:pt x="2696" y="9367"/>
                      </a:moveTo>
                      <a:lnTo>
                        <a:pt x="2674" y="9430"/>
                      </a:lnTo>
                      <a:lnTo>
                        <a:pt x="2844" y="9496"/>
                      </a:lnTo>
                      <a:lnTo>
                        <a:pt x="2866" y="9430"/>
                      </a:lnTo>
                      <a:lnTo>
                        <a:pt x="2696" y="9367"/>
                      </a:lnTo>
                      <a:close/>
                      <a:moveTo>
                        <a:pt x="3033" y="9499"/>
                      </a:moveTo>
                      <a:lnTo>
                        <a:pt x="3007" y="9562"/>
                      </a:lnTo>
                      <a:lnTo>
                        <a:pt x="3177" y="9625"/>
                      </a:lnTo>
                      <a:lnTo>
                        <a:pt x="3199" y="9562"/>
                      </a:lnTo>
                      <a:lnTo>
                        <a:pt x="3033" y="9499"/>
                      </a:lnTo>
                      <a:close/>
                      <a:moveTo>
                        <a:pt x="3366" y="9628"/>
                      </a:moveTo>
                      <a:lnTo>
                        <a:pt x="3341" y="9691"/>
                      </a:lnTo>
                      <a:lnTo>
                        <a:pt x="3511" y="9753"/>
                      </a:lnTo>
                      <a:lnTo>
                        <a:pt x="3536" y="9691"/>
                      </a:lnTo>
                      <a:lnTo>
                        <a:pt x="3366" y="9628"/>
                      </a:lnTo>
                      <a:close/>
                      <a:moveTo>
                        <a:pt x="6989" y="9625"/>
                      </a:moveTo>
                      <a:lnTo>
                        <a:pt x="6923" y="9794"/>
                      </a:lnTo>
                      <a:lnTo>
                        <a:pt x="6986" y="9816"/>
                      </a:lnTo>
                      <a:lnTo>
                        <a:pt x="7052" y="9650"/>
                      </a:lnTo>
                      <a:lnTo>
                        <a:pt x="6989" y="9625"/>
                      </a:lnTo>
                      <a:close/>
                      <a:moveTo>
                        <a:pt x="3699" y="9760"/>
                      </a:moveTo>
                      <a:lnTo>
                        <a:pt x="3677" y="9823"/>
                      </a:lnTo>
                      <a:lnTo>
                        <a:pt x="3844" y="9886"/>
                      </a:lnTo>
                      <a:lnTo>
                        <a:pt x="3869" y="9823"/>
                      </a:lnTo>
                      <a:lnTo>
                        <a:pt x="3699" y="9760"/>
                      </a:lnTo>
                      <a:close/>
                      <a:moveTo>
                        <a:pt x="4033" y="9882"/>
                      </a:moveTo>
                      <a:lnTo>
                        <a:pt x="4011" y="9945"/>
                      </a:lnTo>
                      <a:lnTo>
                        <a:pt x="4181" y="10008"/>
                      </a:lnTo>
                      <a:lnTo>
                        <a:pt x="4203" y="9945"/>
                      </a:lnTo>
                      <a:lnTo>
                        <a:pt x="4033" y="9882"/>
                      </a:lnTo>
                      <a:close/>
                      <a:moveTo>
                        <a:pt x="4369" y="10008"/>
                      </a:moveTo>
                      <a:lnTo>
                        <a:pt x="4344" y="10074"/>
                      </a:lnTo>
                      <a:lnTo>
                        <a:pt x="4514" y="10140"/>
                      </a:lnTo>
                      <a:lnTo>
                        <a:pt x="4536" y="10074"/>
                      </a:lnTo>
                      <a:lnTo>
                        <a:pt x="4369" y="10008"/>
                      </a:lnTo>
                      <a:close/>
                      <a:moveTo>
                        <a:pt x="6857" y="9955"/>
                      </a:moveTo>
                      <a:lnTo>
                        <a:pt x="6794" y="10125"/>
                      </a:lnTo>
                      <a:lnTo>
                        <a:pt x="6857" y="10147"/>
                      </a:lnTo>
                      <a:lnTo>
                        <a:pt x="6920" y="9980"/>
                      </a:lnTo>
                      <a:lnTo>
                        <a:pt x="6857" y="9955"/>
                      </a:lnTo>
                      <a:close/>
                      <a:moveTo>
                        <a:pt x="4703" y="10143"/>
                      </a:moveTo>
                      <a:lnTo>
                        <a:pt x="4677" y="10206"/>
                      </a:lnTo>
                      <a:lnTo>
                        <a:pt x="4847" y="10269"/>
                      </a:lnTo>
                      <a:lnTo>
                        <a:pt x="4872" y="10206"/>
                      </a:lnTo>
                      <a:lnTo>
                        <a:pt x="4703" y="10143"/>
                      </a:lnTo>
                      <a:close/>
                      <a:moveTo>
                        <a:pt x="5039" y="10269"/>
                      </a:moveTo>
                      <a:lnTo>
                        <a:pt x="5017" y="10332"/>
                      </a:lnTo>
                      <a:lnTo>
                        <a:pt x="5187" y="10398"/>
                      </a:lnTo>
                      <a:lnTo>
                        <a:pt x="5209" y="10335"/>
                      </a:lnTo>
                      <a:lnTo>
                        <a:pt x="5039" y="10269"/>
                      </a:lnTo>
                      <a:close/>
                      <a:moveTo>
                        <a:pt x="6731" y="10288"/>
                      </a:moveTo>
                      <a:lnTo>
                        <a:pt x="6665" y="10458"/>
                      </a:lnTo>
                      <a:lnTo>
                        <a:pt x="6728" y="10483"/>
                      </a:lnTo>
                      <a:lnTo>
                        <a:pt x="6794" y="10313"/>
                      </a:lnTo>
                      <a:lnTo>
                        <a:pt x="6731" y="10288"/>
                      </a:lnTo>
                      <a:close/>
                      <a:moveTo>
                        <a:pt x="5376" y="10405"/>
                      </a:moveTo>
                      <a:lnTo>
                        <a:pt x="5351" y="10467"/>
                      </a:lnTo>
                      <a:lnTo>
                        <a:pt x="5520" y="10530"/>
                      </a:lnTo>
                      <a:lnTo>
                        <a:pt x="5542" y="10467"/>
                      </a:lnTo>
                      <a:lnTo>
                        <a:pt x="5376" y="10405"/>
                      </a:lnTo>
                      <a:close/>
                      <a:moveTo>
                        <a:pt x="5709" y="10533"/>
                      </a:moveTo>
                      <a:lnTo>
                        <a:pt x="5684" y="10596"/>
                      </a:lnTo>
                      <a:lnTo>
                        <a:pt x="5854" y="10659"/>
                      </a:lnTo>
                      <a:lnTo>
                        <a:pt x="5879" y="10600"/>
                      </a:lnTo>
                      <a:lnTo>
                        <a:pt x="5709" y="10533"/>
                      </a:lnTo>
                      <a:close/>
                      <a:moveTo>
                        <a:pt x="6043" y="10662"/>
                      </a:moveTo>
                      <a:lnTo>
                        <a:pt x="6020" y="10725"/>
                      </a:lnTo>
                      <a:lnTo>
                        <a:pt x="6187" y="10788"/>
                      </a:lnTo>
                      <a:lnTo>
                        <a:pt x="6212" y="10725"/>
                      </a:lnTo>
                      <a:lnTo>
                        <a:pt x="6043" y="10662"/>
                      </a:lnTo>
                      <a:close/>
                      <a:moveTo>
                        <a:pt x="6596" y="10625"/>
                      </a:moveTo>
                      <a:lnTo>
                        <a:pt x="6533" y="10791"/>
                      </a:lnTo>
                      <a:lnTo>
                        <a:pt x="6596" y="10817"/>
                      </a:lnTo>
                      <a:lnTo>
                        <a:pt x="6659" y="10647"/>
                      </a:lnTo>
                      <a:lnTo>
                        <a:pt x="6596" y="10625"/>
                      </a:lnTo>
                      <a:close/>
                      <a:moveTo>
                        <a:pt x="6376" y="10791"/>
                      </a:moveTo>
                      <a:lnTo>
                        <a:pt x="6354" y="10854"/>
                      </a:lnTo>
                      <a:lnTo>
                        <a:pt x="6524" y="10917"/>
                      </a:lnTo>
                      <a:lnTo>
                        <a:pt x="6546" y="10861"/>
                      </a:lnTo>
                      <a:lnTo>
                        <a:pt x="6376" y="1079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94" name="Google Shape;1594;p36"/>
                <p:cNvSpPr/>
                <p:nvPr/>
              </p:nvSpPr>
              <p:spPr>
                <a:xfrm>
                  <a:off x="4066449" y="1830716"/>
                  <a:ext cx="130032" cy="173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2234" extrusionOk="0">
                      <a:moveTo>
                        <a:pt x="614" y="0"/>
                      </a:moveTo>
                      <a:lnTo>
                        <a:pt x="1" y="1588"/>
                      </a:lnTo>
                      <a:lnTo>
                        <a:pt x="1674" y="2233"/>
                      </a:lnTo>
                      <a:lnTo>
                        <a:pt x="1674" y="2233"/>
                      </a:lnTo>
                      <a:lnTo>
                        <a:pt x="61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1595" name="Google Shape;1595;p36"/>
            <p:cNvGrpSpPr/>
            <p:nvPr/>
          </p:nvGrpSpPr>
          <p:grpSpPr>
            <a:xfrm>
              <a:off x="724055" y="1515651"/>
              <a:ext cx="2894254" cy="3975526"/>
              <a:chOff x="1117087" y="1344449"/>
              <a:chExt cx="1804848" cy="2479126"/>
            </a:xfrm>
          </p:grpSpPr>
          <p:sp>
            <p:nvSpPr>
              <p:cNvPr id="1596" name="Google Shape;1596;p36"/>
              <p:cNvSpPr/>
              <p:nvPr/>
            </p:nvSpPr>
            <p:spPr>
              <a:xfrm>
                <a:off x="2013571" y="1742473"/>
                <a:ext cx="96708" cy="30954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3985" extrusionOk="0">
                    <a:moveTo>
                      <a:pt x="603" y="1"/>
                    </a:moveTo>
                    <a:lnTo>
                      <a:pt x="600" y="4"/>
                    </a:lnTo>
                    <a:cubicBezTo>
                      <a:pt x="493" y="300"/>
                      <a:pt x="465" y="545"/>
                      <a:pt x="638" y="822"/>
                    </a:cubicBezTo>
                    <a:cubicBezTo>
                      <a:pt x="880" y="1208"/>
                      <a:pt x="1110" y="1561"/>
                      <a:pt x="1154" y="2017"/>
                    </a:cubicBezTo>
                    <a:cubicBezTo>
                      <a:pt x="1229" y="2825"/>
                      <a:pt x="757" y="3574"/>
                      <a:pt x="9" y="3967"/>
                    </a:cubicBezTo>
                    <a:cubicBezTo>
                      <a:pt x="1" y="3972"/>
                      <a:pt x="6" y="3984"/>
                      <a:pt x="14" y="3984"/>
                    </a:cubicBezTo>
                    <a:cubicBezTo>
                      <a:pt x="15" y="3984"/>
                      <a:pt x="17" y="3984"/>
                      <a:pt x="18" y="3983"/>
                    </a:cubicBezTo>
                    <a:cubicBezTo>
                      <a:pt x="647" y="3690"/>
                      <a:pt x="1094" y="3143"/>
                      <a:pt x="1195" y="2495"/>
                    </a:cubicBezTo>
                    <a:cubicBezTo>
                      <a:pt x="1245" y="2139"/>
                      <a:pt x="1201" y="1778"/>
                      <a:pt x="1062" y="1448"/>
                    </a:cubicBezTo>
                    <a:cubicBezTo>
                      <a:pt x="981" y="1262"/>
                      <a:pt x="880" y="1086"/>
                      <a:pt x="764" y="922"/>
                    </a:cubicBezTo>
                    <a:cubicBezTo>
                      <a:pt x="566" y="614"/>
                      <a:pt x="534" y="366"/>
                      <a:pt x="613" y="4"/>
                    </a:cubicBezTo>
                    <a:cubicBezTo>
                      <a:pt x="613" y="1"/>
                      <a:pt x="606" y="1"/>
                      <a:pt x="60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597" name="Google Shape;1597;p36"/>
              <p:cNvGrpSpPr/>
              <p:nvPr/>
            </p:nvGrpSpPr>
            <p:grpSpPr>
              <a:xfrm>
                <a:off x="2344014" y="1732957"/>
                <a:ext cx="361900" cy="281426"/>
                <a:chOff x="2344014" y="818907"/>
                <a:chExt cx="361900" cy="281426"/>
              </a:xfrm>
            </p:grpSpPr>
            <p:sp>
              <p:nvSpPr>
                <p:cNvPr id="1598" name="Google Shape;1598;p36"/>
                <p:cNvSpPr/>
                <p:nvPr/>
              </p:nvSpPr>
              <p:spPr>
                <a:xfrm>
                  <a:off x="2374852" y="844618"/>
                  <a:ext cx="331062" cy="255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2" h="3292" extrusionOk="0">
                      <a:moveTo>
                        <a:pt x="3168" y="0"/>
                      </a:moveTo>
                      <a:cubicBezTo>
                        <a:pt x="2867" y="0"/>
                        <a:pt x="2361" y="432"/>
                        <a:pt x="2004" y="546"/>
                      </a:cubicBezTo>
                      <a:cubicBezTo>
                        <a:pt x="1909" y="577"/>
                        <a:pt x="0" y="1017"/>
                        <a:pt x="0" y="1017"/>
                      </a:cubicBezTo>
                      <a:lnTo>
                        <a:pt x="768" y="3291"/>
                      </a:lnTo>
                      <a:cubicBezTo>
                        <a:pt x="1076" y="3273"/>
                        <a:pt x="2466" y="3046"/>
                        <a:pt x="2843" y="2901"/>
                      </a:cubicBezTo>
                      <a:cubicBezTo>
                        <a:pt x="3221" y="2757"/>
                        <a:pt x="4262" y="2250"/>
                        <a:pt x="4180" y="1952"/>
                      </a:cubicBezTo>
                      <a:cubicBezTo>
                        <a:pt x="4134" y="1784"/>
                        <a:pt x="4014" y="1747"/>
                        <a:pt x="3917" y="1747"/>
                      </a:cubicBezTo>
                      <a:cubicBezTo>
                        <a:pt x="3842" y="1747"/>
                        <a:pt x="3781" y="1769"/>
                        <a:pt x="3781" y="1769"/>
                      </a:cubicBezTo>
                      <a:cubicBezTo>
                        <a:pt x="3781" y="1769"/>
                        <a:pt x="4190" y="1486"/>
                        <a:pt x="4076" y="1197"/>
                      </a:cubicBezTo>
                      <a:cubicBezTo>
                        <a:pt x="4028" y="1076"/>
                        <a:pt x="3917" y="1040"/>
                        <a:pt x="3803" y="1040"/>
                      </a:cubicBezTo>
                      <a:cubicBezTo>
                        <a:pt x="3640" y="1040"/>
                        <a:pt x="3473" y="1112"/>
                        <a:pt x="3473" y="1112"/>
                      </a:cubicBezTo>
                      <a:cubicBezTo>
                        <a:pt x="3473" y="1112"/>
                        <a:pt x="3869" y="791"/>
                        <a:pt x="3737" y="508"/>
                      </a:cubicBezTo>
                      <a:cubicBezTo>
                        <a:pt x="3693" y="415"/>
                        <a:pt x="3615" y="384"/>
                        <a:pt x="3529" y="384"/>
                      </a:cubicBezTo>
                      <a:cubicBezTo>
                        <a:pt x="3354" y="384"/>
                        <a:pt x="3149" y="514"/>
                        <a:pt x="3149" y="514"/>
                      </a:cubicBezTo>
                      <a:cubicBezTo>
                        <a:pt x="3149" y="514"/>
                        <a:pt x="3526" y="234"/>
                        <a:pt x="3315" y="52"/>
                      </a:cubicBezTo>
                      <a:cubicBezTo>
                        <a:pt x="3275" y="16"/>
                        <a:pt x="3225" y="0"/>
                        <a:pt x="3168" y="0"/>
                      </a:cubicBezTo>
                      <a:close/>
                    </a:path>
                  </a:pathLst>
                </a:custGeom>
                <a:solidFill>
                  <a:srgbClr val="D376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599" name="Google Shape;1599;p36"/>
                <p:cNvSpPr/>
                <p:nvPr/>
              </p:nvSpPr>
              <p:spPr>
                <a:xfrm>
                  <a:off x="2344014" y="818907"/>
                  <a:ext cx="205612" cy="188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" h="2421" extrusionOk="0">
                      <a:moveTo>
                        <a:pt x="2269" y="0"/>
                      </a:moveTo>
                      <a:cubicBezTo>
                        <a:pt x="1849" y="0"/>
                        <a:pt x="966" y="354"/>
                        <a:pt x="753" y="540"/>
                      </a:cubicBezTo>
                      <a:cubicBezTo>
                        <a:pt x="482" y="776"/>
                        <a:pt x="1" y="1418"/>
                        <a:pt x="1" y="1418"/>
                      </a:cubicBezTo>
                      <a:cubicBezTo>
                        <a:pt x="1" y="1418"/>
                        <a:pt x="774" y="2420"/>
                        <a:pt x="1271" y="2420"/>
                      </a:cubicBezTo>
                      <a:cubicBezTo>
                        <a:pt x="1350" y="2420"/>
                        <a:pt x="1421" y="2395"/>
                        <a:pt x="1482" y="2336"/>
                      </a:cubicBezTo>
                      <a:cubicBezTo>
                        <a:pt x="1929" y="1908"/>
                        <a:pt x="1555" y="1062"/>
                        <a:pt x="1555" y="1062"/>
                      </a:cubicBezTo>
                      <a:cubicBezTo>
                        <a:pt x="1932" y="889"/>
                        <a:pt x="2646" y="449"/>
                        <a:pt x="2486" y="84"/>
                      </a:cubicBezTo>
                      <a:cubicBezTo>
                        <a:pt x="2460" y="25"/>
                        <a:pt x="2381" y="0"/>
                        <a:pt x="2269" y="0"/>
                      </a:cubicBezTo>
                      <a:close/>
                    </a:path>
                  </a:pathLst>
                </a:custGeom>
                <a:solidFill>
                  <a:srgbClr val="D376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600" name="Google Shape;1600;p36"/>
              <p:cNvSpPr/>
              <p:nvPr/>
            </p:nvSpPr>
            <p:spPr>
              <a:xfrm>
                <a:off x="1689731" y="1344449"/>
                <a:ext cx="414409" cy="733664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9445" extrusionOk="0">
                    <a:moveTo>
                      <a:pt x="2780" y="1"/>
                    </a:moveTo>
                    <a:cubicBezTo>
                      <a:pt x="2539" y="1"/>
                      <a:pt x="2275" y="53"/>
                      <a:pt x="2020" y="206"/>
                    </a:cubicBezTo>
                    <a:cubicBezTo>
                      <a:pt x="1218" y="687"/>
                      <a:pt x="819" y="1895"/>
                      <a:pt x="935" y="2917"/>
                    </a:cubicBezTo>
                    <a:cubicBezTo>
                      <a:pt x="1055" y="3939"/>
                      <a:pt x="209" y="4593"/>
                      <a:pt x="102" y="5348"/>
                    </a:cubicBezTo>
                    <a:cubicBezTo>
                      <a:pt x="1" y="6103"/>
                      <a:pt x="488" y="6465"/>
                      <a:pt x="649" y="6867"/>
                    </a:cubicBezTo>
                    <a:cubicBezTo>
                      <a:pt x="828" y="7326"/>
                      <a:pt x="36" y="8930"/>
                      <a:pt x="1976" y="9339"/>
                    </a:cubicBezTo>
                    <a:cubicBezTo>
                      <a:pt x="2316" y="9412"/>
                      <a:pt x="2628" y="9445"/>
                      <a:pt x="2911" y="9445"/>
                    </a:cubicBezTo>
                    <a:cubicBezTo>
                      <a:pt x="4651" y="9445"/>
                      <a:pt x="5335" y="8200"/>
                      <a:pt x="5140" y="7131"/>
                    </a:cubicBezTo>
                    <a:cubicBezTo>
                      <a:pt x="5033" y="6521"/>
                      <a:pt x="4694" y="6084"/>
                      <a:pt x="4713" y="5593"/>
                    </a:cubicBezTo>
                    <a:cubicBezTo>
                      <a:pt x="4735" y="5103"/>
                      <a:pt x="5084" y="4716"/>
                      <a:pt x="4914" y="4090"/>
                    </a:cubicBezTo>
                    <a:cubicBezTo>
                      <a:pt x="4744" y="3467"/>
                      <a:pt x="4505" y="3546"/>
                      <a:pt x="4423" y="2564"/>
                    </a:cubicBezTo>
                    <a:cubicBezTo>
                      <a:pt x="4341" y="1586"/>
                      <a:pt x="4562" y="423"/>
                      <a:pt x="3703" y="237"/>
                    </a:cubicBezTo>
                    <a:cubicBezTo>
                      <a:pt x="3703" y="237"/>
                      <a:pt x="3293" y="1"/>
                      <a:pt x="278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1" name="Google Shape;1601;p36"/>
              <p:cNvSpPr/>
              <p:nvPr/>
            </p:nvSpPr>
            <p:spPr>
              <a:xfrm>
                <a:off x="2024446" y="1766398"/>
                <a:ext cx="13050" cy="35499"/>
              </a:xfrm>
              <a:custGeom>
                <a:avLst/>
                <a:gdLst/>
                <a:ahLst/>
                <a:cxnLst/>
                <a:rect l="l" t="t" r="r" b="b"/>
                <a:pathLst>
                  <a:path w="168" h="45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7" y="80"/>
                      <a:pt x="39" y="158"/>
                      <a:pt x="70" y="231"/>
                    </a:cubicBezTo>
                    <a:cubicBezTo>
                      <a:pt x="102" y="309"/>
                      <a:pt x="133" y="382"/>
                      <a:pt x="168" y="457"/>
                    </a:cubicBezTo>
                    <a:cubicBezTo>
                      <a:pt x="164" y="416"/>
                      <a:pt x="161" y="372"/>
                      <a:pt x="149" y="334"/>
                    </a:cubicBezTo>
                    <a:cubicBezTo>
                      <a:pt x="142" y="293"/>
                      <a:pt x="130" y="256"/>
                      <a:pt x="114" y="215"/>
                    </a:cubicBezTo>
                    <a:cubicBezTo>
                      <a:pt x="83" y="142"/>
                      <a:pt x="48" y="67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2" name="Google Shape;1602;p36"/>
              <p:cNvSpPr/>
              <p:nvPr/>
            </p:nvSpPr>
            <p:spPr>
              <a:xfrm>
                <a:off x="1832192" y="1502292"/>
                <a:ext cx="68512" cy="68667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4" extrusionOk="0">
                    <a:moveTo>
                      <a:pt x="293" y="1"/>
                    </a:moveTo>
                    <a:cubicBezTo>
                      <a:pt x="262" y="1"/>
                      <a:pt x="232" y="8"/>
                      <a:pt x="205" y="26"/>
                    </a:cubicBezTo>
                    <a:cubicBezTo>
                      <a:pt x="1" y="165"/>
                      <a:pt x="309" y="800"/>
                      <a:pt x="560" y="869"/>
                    </a:cubicBezTo>
                    <a:cubicBezTo>
                      <a:pt x="583" y="875"/>
                      <a:pt x="608" y="878"/>
                      <a:pt x="630" y="878"/>
                    </a:cubicBezTo>
                    <a:cubicBezTo>
                      <a:pt x="642" y="882"/>
                      <a:pt x="654" y="883"/>
                      <a:pt x="666" y="883"/>
                    </a:cubicBezTo>
                    <a:cubicBezTo>
                      <a:pt x="678" y="883"/>
                      <a:pt x="689" y="882"/>
                      <a:pt x="702" y="878"/>
                    </a:cubicBezTo>
                    <a:cubicBezTo>
                      <a:pt x="733" y="875"/>
                      <a:pt x="762" y="863"/>
                      <a:pt x="784" y="844"/>
                    </a:cubicBezTo>
                    <a:cubicBezTo>
                      <a:pt x="803" y="831"/>
                      <a:pt x="818" y="812"/>
                      <a:pt x="834" y="797"/>
                    </a:cubicBezTo>
                    <a:cubicBezTo>
                      <a:pt x="856" y="768"/>
                      <a:pt x="869" y="737"/>
                      <a:pt x="881" y="705"/>
                    </a:cubicBezTo>
                    <a:lnTo>
                      <a:pt x="765" y="322"/>
                    </a:lnTo>
                    <a:cubicBezTo>
                      <a:pt x="765" y="322"/>
                      <a:pt x="496" y="1"/>
                      <a:pt x="293" y="1"/>
                    </a:cubicBezTo>
                    <a:close/>
                  </a:path>
                </a:pathLst>
              </a:custGeom>
              <a:solidFill>
                <a:srgbClr val="D37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3" name="Google Shape;1603;p36"/>
              <p:cNvSpPr/>
              <p:nvPr/>
            </p:nvSpPr>
            <p:spPr>
              <a:xfrm>
                <a:off x="1888121" y="3115282"/>
                <a:ext cx="118614" cy="112865"/>
              </a:xfrm>
              <a:custGeom>
                <a:avLst/>
                <a:gdLst/>
                <a:ahLst/>
                <a:cxnLst/>
                <a:rect l="l" t="t" r="r" b="b"/>
                <a:pathLst>
                  <a:path w="1527" h="1453" extrusionOk="0">
                    <a:moveTo>
                      <a:pt x="800" y="1"/>
                    </a:moveTo>
                    <a:cubicBezTo>
                      <a:pt x="356" y="4"/>
                      <a:pt x="1" y="410"/>
                      <a:pt x="92" y="872"/>
                    </a:cubicBezTo>
                    <a:cubicBezTo>
                      <a:pt x="146" y="1155"/>
                      <a:pt x="375" y="1385"/>
                      <a:pt x="658" y="1438"/>
                    </a:cubicBezTo>
                    <a:cubicBezTo>
                      <a:pt x="708" y="1448"/>
                      <a:pt x="757" y="1453"/>
                      <a:pt x="805" y="1453"/>
                    </a:cubicBezTo>
                    <a:cubicBezTo>
                      <a:pt x="1203" y="1453"/>
                      <a:pt x="1526" y="1129"/>
                      <a:pt x="1526" y="727"/>
                    </a:cubicBezTo>
                    <a:cubicBezTo>
                      <a:pt x="1526" y="328"/>
                      <a:pt x="1199" y="4"/>
                      <a:pt x="800" y="1"/>
                    </a:cubicBez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4" name="Google Shape;1604;p36"/>
              <p:cNvSpPr/>
              <p:nvPr/>
            </p:nvSpPr>
            <p:spPr>
              <a:xfrm>
                <a:off x="1683206" y="1358897"/>
                <a:ext cx="176949" cy="546384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7034" extrusionOk="0">
                    <a:moveTo>
                      <a:pt x="2272" y="0"/>
                    </a:moveTo>
                    <a:cubicBezTo>
                      <a:pt x="2272" y="0"/>
                      <a:pt x="2271" y="0"/>
                      <a:pt x="2271" y="1"/>
                    </a:cubicBezTo>
                    <a:cubicBezTo>
                      <a:pt x="1746" y="322"/>
                      <a:pt x="1337" y="803"/>
                      <a:pt x="1091" y="1366"/>
                    </a:cubicBezTo>
                    <a:cubicBezTo>
                      <a:pt x="969" y="1646"/>
                      <a:pt x="893" y="1944"/>
                      <a:pt x="865" y="2250"/>
                    </a:cubicBezTo>
                    <a:cubicBezTo>
                      <a:pt x="834" y="2646"/>
                      <a:pt x="887" y="3020"/>
                      <a:pt x="733" y="3404"/>
                    </a:cubicBezTo>
                    <a:cubicBezTo>
                      <a:pt x="484" y="4020"/>
                      <a:pt x="0" y="4527"/>
                      <a:pt x="9" y="5219"/>
                    </a:cubicBezTo>
                    <a:cubicBezTo>
                      <a:pt x="13" y="5539"/>
                      <a:pt x="110" y="5854"/>
                      <a:pt x="283" y="6121"/>
                    </a:cubicBezTo>
                    <a:cubicBezTo>
                      <a:pt x="488" y="6436"/>
                      <a:pt x="783" y="6687"/>
                      <a:pt x="953" y="7027"/>
                    </a:cubicBezTo>
                    <a:cubicBezTo>
                      <a:pt x="955" y="7032"/>
                      <a:pt x="958" y="7034"/>
                      <a:pt x="962" y="7034"/>
                    </a:cubicBezTo>
                    <a:cubicBezTo>
                      <a:pt x="970" y="7034"/>
                      <a:pt x="979" y="7023"/>
                      <a:pt x="972" y="7015"/>
                    </a:cubicBezTo>
                    <a:cubicBezTo>
                      <a:pt x="830" y="6716"/>
                      <a:pt x="598" y="6483"/>
                      <a:pt x="406" y="6216"/>
                    </a:cubicBezTo>
                    <a:cubicBezTo>
                      <a:pt x="173" y="5901"/>
                      <a:pt x="54" y="5517"/>
                      <a:pt x="69" y="5124"/>
                    </a:cubicBezTo>
                    <a:cubicBezTo>
                      <a:pt x="101" y="4467"/>
                      <a:pt x="576" y="3970"/>
                      <a:pt x="808" y="3379"/>
                    </a:cubicBezTo>
                    <a:cubicBezTo>
                      <a:pt x="896" y="3118"/>
                      <a:pt x="937" y="2844"/>
                      <a:pt x="922" y="2567"/>
                    </a:cubicBezTo>
                    <a:cubicBezTo>
                      <a:pt x="912" y="2234"/>
                      <a:pt x="959" y="1900"/>
                      <a:pt x="1066" y="1580"/>
                    </a:cubicBezTo>
                    <a:cubicBezTo>
                      <a:pt x="1293" y="941"/>
                      <a:pt x="1714" y="391"/>
                      <a:pt x="2277" y="7"/>
                    </a:cubicBezTo>
                    <a:cubicBezTo>
                      <a:pt x="2277" y="7"/>
                      <a:pt x="2275" y="0"/>
                      <a:pt x="2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5" name="Google Shape;1605;p36"/>
              <p:cNvSpPr/>
              <p:nvPr/>
            </p:nvSpPr>
            <p:spPr>
              <a:xfrm>
                <a:off x="2021339" y="1472929"/>
                <a:ext cx="73794" cy="524478"/>
              </a:xfrm>
              <a:custGeom>
                <a:avLst/>
                <a:gdLst/>
                <a:ahLst/>
                <a:cxnLst/>
                <a:rect l="l" t="t" r="r" b="b"/>
                <a:pathLst>
                  <a:path w="950" h="6752" extrusionOk="0">
                    <a:moveTo>
                      <a:pt x="25" y="1"/>
                    </a:moveTo>
                    <a:cubicBezTo>
                      <a:pt x="22" y="1"/>
                      <a:pt x="19" y="3"/>
                      <a:pt x="19" y="8"/>
                    </a:cubicBezTo>
                    <a:cubicBezTo>
                      <a:pt x="0" y="530"/>
                      <a:pt x="101" y="1049"/>
                      <a:pt x="318" y="1524"/>
                    </a:cubicBezTo>
                    <a:cubicBezTo>
                      <a:pt x="444" y="1804"/>
                      <a:pt x="604" y="2068"/>
                      <a:pt x="676" y="2367"/>
                    </a:cubicBezTo>
                    <a:cubicBezTo>
                      <a:pt x="764" y="2725"/>
                      <a:pt x="720" y="3074"/>
                      <a:pt x="648" y="3433"/>
                    </a:cubicBezTo>
                    <a:cubicBezTo>
                      <a:pt x="594" y="3672"/>
                      <a:pt x="557" y="3914"/>
                      <a:pt x="547" y="4160"/>
                    </a:cubicBezTo>
                    <a:cubicBezTo>
                      <a:pt x="554" y="4408"/>
                      <a:pt x="610" y="4650"/>
                      <a:pt x="705" y="4880"/>
                    </a:cubicBezTo>
                    <a:cubicBezTo>
                      <a:pt x="925" y="5481"/>
                      <a:pt x="909" y="6144"/>
                      <a:pt x="657" y="6739"/>
                    </a:cubicBezTo>
                    <a:cubicBezTo>
                      <a:pt x="657" y="6746"/>
                      <a:pt x="663" y="6752"/>
                      <a:pt x="669" y="6752"/>
                    </a:cubicBezTo>
                    <a:cubicBezTo>
                      <a:pt x="672" y="6752"/>
                      <a:pt x="675" y="6750"/>
                      <a:pt x="676" y="6745"/>
                    </a:cubicBezTo>
                    <a:cubicBezTo>
                      <a:pt x="890" y="6295"/>
                      <a:pt x="950" y="5792"/>
                      <a:pt x="862" y="5298"/>
                    </a:cubicBezTo>
                    <a:cubicBezTo>
                      <a:pt x="805" y="5006"/>
                      <a:pt x="657" y="4738"/>
                      <a:pt x="601" y="4443"/>
                    </a:cubicBezTo>
                    <a:cubicBezTo>
                      <a:pt x="535" y="4087"/>
                      <a:pt x="629" y="3741"/>
                      <a:pt x="705" y="3395"/>
                    </a:cubicBezTo>
                    <a:cubicBezTo>
                      <a:pt x="812" y="2905"/>
                      <a:pt x="805" y="2442"/>
                      <a:pt x="598" y="1974"/>
                    </a:cubicBezTo>
                    <a:cubicBezTo>
                      <a:pt x="466" y="1672"/>
                      <a:pt x="296" y="1389"/>
                      <a:pt x="195" y="1068"/>
                    </a:cubicBezTo>
                    <a:cubicBezTo>
                      <a:pt x="91" y="722"/>
                      <a:pt x="35" y="366"/>
                      <a:pt x="31" y="8"/>
                    </a:cubicBezTo>
                    <a:cubicBezTo>
                      <a:pt x="31" y="3"/>
                      <a:pt x="28" y="1"/>
                      <a:pt x="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6" name="Google Shape;1606;p36"/>
              <p:cNvSpPr/>
              <p:nvPr/>
            </p:nvSpPr>
            <p:spPr>
              <a:xfrm>
                <a:off x="1687556" y="1560162"/>
                <a:ext cx="79231" cy="389320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5012" extrusionOk="0">
                    <a:moveTo>
                      <a:pt x="968" y="1"/>
                    </a:moveTo>
                    <a:cubicBezTo>
                      <a:pt x="964" y="1"/>
                      <a:pt x="960" y="3"/>
                      <a:pt x="960" y="5"/>
                    </a:cubicBezTo>
                    <a:cubicBezTo>
                      <a:pt x="979" y="571"/>
                      <a:pt x="730" y="1083"/>
                      <a:pt x="410" y="1543"/>
                    </a:cubicBezTo>
                    <a:cubicBezTo>
                      <a:pt x="196" y="1854"/>
                      <a:pt x="20" y="2153"/>
                      <a:pt x="7" y="2530"/>
                    </a:cubicBezTo>
                    <a:cubicBezTo>
                      <a:pt x="1" y="2908"/>
                      <a:pt x="142" y="3213"/>
                      <a:pt x="347" y="3524"/>
                    </a:cubicBezTo>
                    <a:cubicBezTo>
                      <a:pt x="491" y="3744"/>
                      <a:pt x="636" y="3952"/>
                      <a:pt x="696" y="4213"/>
                    </a:cubicBezTo>
                    <a:cubicBezTo>
                      <a:pt x="743" y="4471"/>
                      <a:pt x="746" y="4738"/>
                      <a:pt x="715" y="5002"/>
                    </a:cubicBezTo>
                    <a:cubicBezTo>
                      <a:pt x="715" y="5009"/>
                      <a:pt x="720" y="5012"/>
                      <a:pt x="726" y="5012"/>
                    </a:cubicBezTo>
                    <a:cubicBezTo>
                      <a:pt x="732" y="5012"/>
                      <a:pt x="738" y="5009"/>
                      <a:pt x="740" y="5002"/>
                    </a:cubicBezTo>
                    <a:cubicBezTo>
                      <a:pt x="784" y="4597"/>
                      <a:pt x="800" y="4207"/>
                      <a:pt x="598" y="3835"/>
                    </a:cubicBezTo>
                    <a:cubicBezTo>
                      <a:pt x="359" y="3373"/>
                      <a:pt x="32" y="3027"/>
                      <a:pt x="64" y="2486"/>
                    </a:cubicBezTo>
                    <a:cubicBezTo>
                      <a:pt x="95" y="1948"/>
                      <a:pt x="476" y="1590"/>
                      <a:pt x="715" y="1121"/>
                    </a:cubicBezTo>
                    <a:cubicBezTo>
                      <a:pt x="897" y="772"/>
                      <a:pt x="1020" y="395"/>
                      <a:pt x="973" y="5"/>
                    </a:cubicBezTo>
                    <a:cubicBezTo>
                      <a:pt x="973" y="2"/>
                      <a:pt x="970" y="1"/>
                      <a:pt x="9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7" name="Google Shape;1607;p36"/>
              <p:cNvSpPr/>
              <p:nvPr/>
            </p:nvSpPr>
            <p:spPr>
              <a:xfrm>
                <a:off x="1872974" y="3366183"/>
                <a:ext cx="517099" cy="455423"/>
              </a:xfrm>
              <a:custGeom>
                <a:avLst/>
                <a:gdLst/>
                <a:ahLst/>
                <a:cxnLst/>
                <a:rect l="l" t="t" r="r" b="b"/>
                <a:pathLst>
                  <a:path w="6657" h="5863" extrusionOk="0">
                    <a:moveTo>
                      <a:pt x="20" y="1"/>
                    </a:moveTo>
                    <a:cubicBezTo>
                      <a:pt x="20" y="1"/>
                      <a:pt x="1" y="1077"/>
                      <a:pt x="7" y="2294"/>
                    </a:cubicBezTo>
                    <a:cubicBezTo>
                      <a:pt x="10" y="2564"/>
                      <a:pt x="17" y="2844"/>
                      <a:pt x="20" y="3121"/>
                    </a:cubicBezTo>
                    <a:cubicBezTo>
                      <a:pt x="23" y="3351"/>
                      <a:pt x="26" y="3580"/>
                      <a:pt x="35" y="3803"/>
                    </a:cubicBezTo>
                    <a:cubicBezTo>
                      <a:pt x="64" y="4829"/>
                      <a:pt x="111" y="5684"/>
                      <a:pt x="193" y="5735"/>
                    </a:cubicBezTo>
                    <a:cubicBezTo>
                      <a:pt x="331" y="5823"/>
                      <a:pt x="2670" y="5863"/>
                      <a:pt x="4450" y="5863"/>
                    </a:cubicBezTo>
                    <a:cubicBezTo>
                      <a:pt x="5512" y="5863"/>
                      <a:pt x="6375" y="5849"/>
                      <a:pt x="6452" y="5823"/>
                    </a:cubicBezTo>
                    <a:cubicBezTo>
                      <a:pt x="6656" y="5757"/>
                      <a:pt x="6483" y="5172"/>
                      <a:pt x="6254" y="4992"/>
                    </a:cubicBezTo>
                    <a:cubicBezTo>
                      <a:pt x="6027" y="4810"/>
                      <a:pt x="3797" y="3803"/>
                      <a:pt x="3797" y="3803"/>
                    </a:cubicBezTo>
                    <a:lnTo>
                      <a:pt x="3816" y="3121"/>
                    </a:lnTo>
                    <a:lnTo>
                      <a:pt x="3816" y="2294"/>
                    </a:lnTo>
                    <a:lnTo>
                      <a:pt x="3816" y="1"/>
                    </a:lnTo>
                    <a:close/>
                  </a:path>
                </a:pathLst>
              </a:custGeom>
              <a:solidFill>
                <a:srgbClr val="D37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8" name="Google Shape;1608;p36"/>
              <p:cNvSpPr/>
              <p:nvPr/>
            </p:nvSpPr>
            <p:spPr>
              <a:xfrm>
                <a:off x="1873750" y="3540649"/>
                <a:ext cx="516555" cy="277386"/>
              </a:xfrm>
              <a:custGeom>
                <a:avLst/>
                <a:gdLst/>
                <a:ahLst/>
                <a:cxnLst/>
                <a:rect l="l" t="t" r="r" b="b"/>
                <a:pathLst>
                  <a:path w="6650" h="3571" extrusionOk="0">
                    <a:moveTo>
                      <a:pt x="0" y="1"/>
                    </a:moveTo>
                    <a:cubicBezTo>
                      <a:pt x="7" y="271"/>
                      <a:pt x="10" y="551"/>
                      <a:pt x="13" y="828"/>
                    </a:cubicBezTo>
                    <a:cubicBezTo>
                      <a:pt x="16" y="1057"/>
                      <a:pt x="19" y="1287"/>
                      <a:pt x="29" y="1510"/>
                    </a:cubicBezTo>
                    <a:cubicBezTo>
                      <a:pt x="57" y="2536"/>
                      <a:pt x="104" y="3391"/>
                      <a:pt x="186" y="3441"/>
                    </a:cubicBezTo>
                    <a:cubicBezTo>
                      <a:pt x="325" y="3531"/>
                      <a:pt x="2711" y="3570"/>
                      <a:pt x="4497" y="3570"/>
                    </a:cubicBezTo>
                    <a:cubicBezTo>
                      <a:pt x="5534" y="3570"/>
                      <a:pt x="6370" y="3557"/>
                      <a:pt x="6445" y="3533"/>
                    </a:cubicBezTo>
                    <a:cubicBezTo>
                      <a:pt x="6649" y="3463"/>
                      <a:pt x="6473" y="2878"/>
                      <a:pt x="6244" y="2699"/>
                    </a:cubicBezTo>
                    <a:cubicBezTo>
                      <a:pt x="6017" y="2517"/>
                      <a:pt x="3787" y="1510"/>
                      <a:pt x="3787" y="1510"/>
                    </a:cubicBezTo>
                    <a:lnTo>
                      <a:pt x="3806" y="828"/>
                    </a:lnTo>
                    <a:lnTo>
                      <a:pt x="38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9" name="Google Shape;1609;p36"/>
              <p:cNvSpPr/>
              <p:nvPr/>
            </p:nvSpPr>
            <p:spPr>
              <a:xfrm>
                <a:off x="1870800" y="3603175"/>
                <a:ext cx="519058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6682" h="2760" extrusionOk="0">
                    <a:moveTo>
                      <a:pt x="1" y="1"/>
                    </a:moveTo>
                    <a:cubicBezTo>
                      <a:pt x="29" y="1319"/>
                      <a:pt x="79" y="2564"/>
                      <a:pt x="180" y="2633"/>
                    </a:cubicBezTo>
                    <a:cubicBezTo>
                      <a:pt x="227" y="2658"/>
                      <a:pt x="516" y="2684"/>
                      <a:pt x="938" y="2702"/>
                    </a:cubicBezTo>
                    <a:cubicBezTo>
                      <a:pt x="1246" y="2718"/>
                      <a:pt x="1630" y="2731"/>
                      <a:pt x="2048" y="2737"/>
                    </a:cubicBezTo>
                    <a:cubicBezTo>
                      <a:pt x="2826" y="2752"/>
                      <a:pt x="3729" y="2759"/>
                      <a:pt x="4517" y="2759"/>
                    </a:cubicBezTo>
                    <a:cubicBezTo>
                      <a:pt x="5560" y="2759"/>
                      <a:pt x="6400" y="2746"/>
                      <a:pt x="6477" y="2721"/>
                    </a:cubicBezTo>
                    <a:cubicBezTo>
                      <a:pt x="6681" y="2652"/>
                      <a:pt x="6499" y="2064"/>
                      <a:pt x="6269" y="1882"/>
                    </a:cubicBezTo>
                    <a:cubicBezTo>
                      <a:pt x="6039" y="1699"/>
                      <a:pt x="3797" y="690"/>
                      <a:pt x="3797" y="690"/>
                    </a:cubicBezTo>
                    <a:lnTo>
                      <a:pt x="38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0" name="Google Shape;1610;p36"/>
              <p:cNvSpPr/>
              <p:nvPr/>
            </p:nvSpPr>
            <p:spPr>
              <a:xfrm>
                <a:off x="1906686" y="3796677"/>
                <a:ext cx="462803" cy="536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69" extrusionOk="0">
                    <a:moveTo>
                      <a:pt x="2729" y="0"/>
                    </a:moveTo>
                    <a:cubicBezTo>
                      <a:pt x="1576" y="0"/>
                      <a:pt x="465" y="8"/>
                      <a:pt x="10" y="29"/>
                    </a:cubicBezTo>
                    <a:cubicBezTo>
                      <a:pt x="1" y="29"/>
                      <a:pt x="1" y="35"/>
                      <a:pt x="10" y="38"/>
                    </a:cubicBezTo>
                    <a:cubicBezTo>
                      <a:pt x="458" y="60"/>
                      <a:pt x="1538" y="69"/>
                      <a:pt x="2668" y="69"/>
                    </a:cubicBezTo>
                    <a:cubicBezTo>
                      <a:pt x="3999" y="69"/>
                      <a:pt x="5401" y="57"/>
                      <a:pt x="5930" y="42"/>
                    </a:cubicBezTo>
                    <a:cubicBezTo>
                      <a:pt x="5958" y="42"/>
                      <a:pt x="5958" y="26"/>
                      <a:pt x="5930" y="26"/>
                    </a:cubicBezTo>
                    <a:cubicBezTo>
                      <a:pt x="5408" y="11"/>
                      <a:pt x="4041" y="0"/>
                      <a:pt x="27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1" name="Google Shape;1611;p36"/>
              <p:cNvSpPr/>
              <p:nvPr/>
            </p:nvSpPr>
            <p:spPr>
              <a:xfrm>
                <a:off x="2086355" y="3639689"/>
                <a:ext cx="92592" cy="24468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315" extrusionOk="0">
                    <a:moveTo>
                      <a:pt x="855" y="1"/>
                    </a:moveTo>
                    <a:cubicBezTo>
                      <a:pt x="548" y="1"/>
                      <a:pt x="231" y="86"/>
                      <a:pt x="12" y="289"/>
                    </a:cubicBezTo>
                    <a:cubicBezTo>
                      <a:pt x="1" y="300"/>
                      <a:pt x="13" y="314"/>
                      <a:pt x="25" y="314"/>
                    </a:cubicBezTo>
                    <a:cubicBezTo>
                      <a:pt x="26" y="314"/>
                      <a:pt x="27" y="314"/>
                      <a:pt x="28" y="314"/>
                    </a:cubicBezTo>
                    <a:cubicBezTo>
                      <a:pt x="399" y="194"/>
                      <a:pt x="780" y="116"/>
                      <a:pt x="1170" y="78"/>
                    </a:cubicBezTo>
                    <a:cubicBezTo>
                      <a:pt x="1179" y="78"/>
                      <a:pt x="1192" y="65"/>
                      <a:pt x="1192" y="53"/>
                    </a:cubicBezTo>
                    <a:cubicBezTo>
                      <a:pt x="1192" y="43"/>
                      <a:pt x="1179" y="31"/>
                      <a:pt x="1170" y="31"/>
                    </a:cubicBezTo>
                    <a:cubicBezTo>
                      <a:pt x="1069" y="11"/>
                      <a:pt x="963" y="1"/>
                      <a:pt x="8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2" name="Google Shape;1612;p36"/>
              <p:cNvSpPr/>
              <p:nvPr/>
            </p:nvSpPr>
            <p:spPr>
              <a:xfrm>
                <a:off x="2108105" y="3652894"/>
                <a:ext cx="92592" cy="24468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315" extrusionOk="0">
                    <a:moveTo>
                      <a:pt x="854" y="1"/>
                    </a:moveTo>
                    <a:cubicBezTo>
                      <a:pt x="547" y="1"/>
                      <a:pt x="229" y="86"/>
                      <a:pt x="12" y="289"/>
                    </a:cubicBezTo>
                    <a:cubicBezTo>
                      <a:pt x="1" y="300"/>
                      <a:pt x="10" y="314"/>
                      <a:pt x="24" y="314"/>
                    </a:cubicBezTo>
                    <a:cubicBezTo>
                      <a:pt x="25" y="314"/>
                      <a:pt x="27" y="314"/>
                      <a:pt x="28" y="314"/>
                    </a:cubicBezTo>
                    <a:cubicBezTo>
                      <a:pt x="396" y="194"/>
                      <a:pt x="776" y="116"/>
                      <a:pt x="1166" y="81"/>
                    </a:cubicBezTo>
                    <a:cubicBezTo>
                      <a:pt x="1179" y="81"/>
                      <a:pt x="1192" y="68"/>
                      <a:pt x="1192" y="56"/>
                    </a:cubicBezTo>
                    <a:cubicBezTo>
                      <a:pt x="1192" y="43"/>
                      <a:pt x="1179" y="31"/>
                      <a:pt x="1166" y="31"/>
                    </a:cubicBezTo>
                    <a:cubicBezTo>
                      <a:pt x="1067" y="11"/>
                      <a:pt x="961" y="1"/>
                      <a:pt x="8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3" name="Google Shape;1613;p36"/>
              <p:cNvSpPr/>
              <p:nvPr/>
            </p:nvSpPr>
            <p:spPr>
              <a:xfrm>
                <a:off x="2129933" y="3666100"/>
                <a:ext cx="92281" cy="24235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312" extrusionOk="0">
                    <a:moveTo>
                      <a:pt x="852" y="0"/>
                    </a:moveTo>
                    <a:cubicBezTo>
                      <a:pt x="546" y="0"/>
                      <a:pt x="227" y="86"/>
                      <a:pt x="8" y="288"/>
                    </a:cubicBezTo>
                    <a:cubicBezTo>
                      <a:pt x="0" y="299"/>
                      <a:pt x="5" y="312"/>
                      <a:pt x="17" y="312"/>
                    </a:cubicBezTo>
                    <a:cubicBezTo>
                      <a:pt x="19" y="312"/>
                      <a:pt x="21" y="311"/>
                      <a:pt x="24" y="310"/>
                    </a:cubicBezTo>
                    <a:cubicBezTo>
                      <a:pt x="395" y="194"/>
                      <a:pt x="775" y="115"/>
                      <a:pt x="1165" y="81"/>
                    </a:cubicBezTo>
                    <a:cubicBezTo>
                      <a:pt x="1178" y="75"/>
                      <a:pt x="1187" y="65"/>
                      <a:pt x="1184" y="53"/>
                    </a:cubicBezTo>
                    <a:cubicBezTo>
                      <a:pt x="1181" y="40"/>
                      <a:pt x="1175" y="34"/>
                      <a:pt x="1165" y="30"/>
                    </a:cubicBezTo>
                    <a:cubicBezTo>
                      <a:pt x="1066" y="11"/>
                      <a:pt x="960" y="0"/>
                      <a:pt x="8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4" name="Google Shape;1614;p36"/>
              <p:cNvSpPr/>
              <p:nvPr/>
            </p:nvSpPr>
            <p:spPr>
              <a:xfrm>
                <a:off x="2151605" y="3679150"/>
                <a:ext cx="92359" cy="24391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314" extrusionOk="0">
                    <a:moveTo>
                      <a:pt x="855" y="1"/>
                    </a:moveTo>
                    <a:cubicBezTo>
                      <a:pt x="547" y="1"/>
                      <a:pt x="229" y="85"/>
                      <a:pt x="9" y="290"/>
                    </a:cubicBezTo>
                    <a:cubicBezTo>
                      <a:pt x="1" y="298"/>
                      <a:pt x="7" y="314"/>
                      <a:pt x="18" y="314"/>
                    </a:cubicBezTo>
                    <a:cubicBezTo>
                      <a:pt x="20" y="314"/>
                      <a:pt x="22" y="313"/>
                      <a:pt x="25" y="312"/>
                    </a:cubicBezTo>
                    <a:cubicBezTo>
                      <a:pt x="396" y="196"/>
                      <a:pt x="776" y="117"/>
                      <a:pt x="1166" y="80"/>
                    </a:cubicBezTo>
                    <a:cubicBezTo>
                      <a:pt x="1179" y="80"/>
                      <a:pt x="1188" y="70"/>
                      <a:pt x="1188" y="57"/>
                    </a:cubicBezTo>
                    <a:cubicBezTo>
                      <a:pt x="1188" y="42"/>
                      <a:pt x="1179" y="29"/>
                      <a:pt x="1166" y="29"/>
                    </a:cubicBezTo>
                    <a:cubicBezTo>
                      <a:pt x="1067" y="11"/>
                      <a:pt x="962" y="1"/>
                      <a:pt x="8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5" name="Google Shape;1615;p36"/>
              <p:cNvSpPr/>
              <p:nvPr/>
            </p:nvSpPr>
            <p:spPr>
              <a:xfrm>
                <a:off x="2139565" y="3563176"/>
                <a:ext cx="104399" cy="84902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1093" extrusionOk="0">
                    <a:moveTo>
                      <a:pt x="975" y="113"/>
                    </a:moveTo>
                    <a:cubicBezTo>
                      <a:pt x="1076" y="113"/>
                      <a:pt x="1149" y="173"/>
                      <a:pt x="1120" y="362"/>
                    </a:cubicBezTo>
                    <a:cubicBezTo>
                      <a:pt x="1085" y="594"/>
                      <a:pt x="711" y="742"/>
                      <a:pt x="522" y="811"/>
                    </a:cubicBezTo>
                    <a:cubicBezTo>
                      <a:pt x="368" y="874"/>
                      <a:pt x="208" y="925"/>
                      <a:pt x="54" y="991"/>
                    </a:cubicBezTo>
                    <a:cubicBezTo>
                      <a:pt x="164" y="815"/>
                      <a:pt x="287" y="645"/>
                      <a:pt x="412" y="484"/>
                    </a:cubicBezTo>
                    <a:cubicBezTo>
                      <a:pt x="475" y="406"/>
                      <a:pt x="541" y="330"/>
                      <a:pt x="617" y="264"/>
                    </a:cubicBezTo>
                    <a:cubicBezTo>
                      <a:pt x="680" y="208"/>
                      <a:pt x="849" y="113"/>
                      <a:pt x="975" y="113"/>
                    </a:cubicBezTo>
                    <a:close/>
                    <a:moveTo>
                      <a:pt x="953" y="0"/>
                    </a:moveTo>
                    <a:cubicBezTo>
                      <a:pt x="827" y="0"/>
                      <a:pt x="694" y="65"/>
                      <a:pt x="601" y="145"/>
                    </a:cubicBezTo>
                    <a:cubicBezTo>
                      <a:pt x="324" y="380"/>
                      <a:pt x="120" y="686"/>
                      <a:pt x="3" y="1028"/>
                    </a:cubicBezTo>
                    <a:cubicBezTo>
                      <a:pt x="0" y="1032"/>
                      <a:pt x="3" y="1038"/>
                      <a:pt x="7" y="1038"/>
                    </a:cubicBezTo>
                    <a:lnTo>
                      <a:pt x="10" y="1038"/>
                    </a:lnTo>
                    <a:cubicBezTo>
                      <a:pt x="10" y="1065"/>
                      <a:pt x="32" y="1093"/>
                      <a:pt x="58" y="1093"/>
                    </a:cubicBezTo>
                    <a:cubicBezTo>
                      <a:pt x="62" y="1093"/>
                      <a:pt x="66" y="1092"/>
                      <a:pt x="70" y="1091"/>
                    </a:cubicBezTo>
                    <a:cubicBezTo>
                      <a:pt x="387" y="972"/>
                      <a:pt x="746" y="887"/>
                      <a:pt x="1023" y="673"/>
                    </a:cubicBezTo>
                    <a:cubicBezTo>
                      <a:pt x="1186" y="553"/>
                      <a:pt x="1343" y="321"/>
                      <a:pt x="1199" y="123"/>
                    </a:cubicBezTo>
                    <a:cubicBezTo>
                      <a:pt x="1134" y="35"/>
                      <a:pt x="1045" y="0"/>
                      <a:pt x="9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6" name="Google Shape;1616;p36"/>
              <p:cNvSpPr/>
              <p:nvPr/>
            </p:nvSpPr>
            <p:spPr>
              <a:xfrm>
                <a:off x="2032291" y="3581974"/>
                <a:ext cx="114885" cy="6602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850" extrusionOk="0">
                    <a:moveTo>
                      <a:pt x="407" y="118"/>
                    </a:moveTo>
                    <a:cubicBezTo>
                      <a:pt x="517" y="118"/>
                      <a:pt x="644" y="155"/>
                      <a:pt x="705" y="186"/>
                    </a:cubicBezTo>
                    <a:cubicBezTo>
                      <a:pt x="790" y="233"/>
                      <a:pt x="878" y="286"/>
                      <a:pt x="960" y="346"/>
                    </a:cubicBezTo>
                    <a:cubicBezTo>
                      <a:pt x="1130" y="469"/>
                      <a:pt x="1278" y="613"/>
                      <a:pt x="1435" y="745"/>
                    </a:cubicBezTo>
                    <a:cubicBezTo>
                      <a:pt x="1271" y="717"/>
                      <a:pt x="1105" y="708"/>
                      <a:pt x="938" y="686"/>
                    </a:cubicBezTo>
                    <a:cubicBezTo>
                      <a:pt x="737" y="664"/>
                      <a:pt x="340" y="620"/>
                      <a:pt x="240" y="406"/>
                    </a:cubicBezTo>
                    <a:cubicBezTo>
                      <a:pt x="141" y="182"/>
                      <a:pt x="260" y="118"/>
                      <a:pt x="407" y="118"/>
                    </a:cubicBezTo>
                    <a:close/>
                    <a:moveTo>
                      <a:pt x="409" y="0"/>
                    </a:moveTo>
                    <a:cubicBezTo>
                      <a:pt x="276" y="0"/>
                      <a:pt x="150" y="51"/>
                      <a:pt x="95" y="192"/>
                    </a:cubicBezTo>
                    <a:cubicBezTo>
                      <a:pt x="1" y="437"/>
                      <a:pt x="218" y="601"/>
                      <a:pt x="403" y="683"/>
                    </a:cubicBezTo>
                    <a:cubicBezTo>
                      <a:pt x="721" y="821"/>
                      <a:pt x="1086" y="815"/>
                      <a:pt x="1429" y="849"/>
                    </a:cubicBezTo>
                    <a:cubicBezTo>
                      <a:pt x="1457" y="849"/>
                      <a:pt x="1476" y="830"/>
                      <a:pt x="1476" y="802"/>
                    </a:cubicBezTo>
                    <a:cubicBezTo>
                      <a:pt x="1476" y="799"/>
                      <a:pt x="1476" y="790"/>
                      <a:pt x="1473" y="786"/>
                    </a:cubicBezTo>
                    <a:cubicBezTo>
                      <a:pt x="1476" y="783"/>
                      <a:pt x="1479" y="777"/>
                      <a:pt x="1479" y="774"/>
                    </a:cubicBezTo>
                    <a:lnTo>
                      <a:pt x="1479" y="771"/>
                    </a:lnTo>
                    <a:cubicBezTo>
                      <a:pt x="1278" y="469"/>
                      <a:pt x="1004" y="223"/>
                      <a:pt x="677" y="63"/>
                    </a:cubicBezTo>
                    <a:cubicBezTo>
                      <a:pt x="599" y="25"/>
                      <a:pt x="502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7" name="Google Shape;1617;p36"/>
              <p:cNvSpPr/>
              <p:nvPr/>
            </p:nvSpPr>
            <p:spPr>
              <a:xfrm>
                <a:off x="1774322" y="2105309"/>
                <a:ext cx="423964" cy="1400681"/>
              </a:xfrm>
              <a:custGeom>
                <a:avLst/>
                <a:gdLst/>
                <a:ahLst/>
                <a:cxnLst/>
                <a:rect l="l" t="t" r="r" b="b"/>
                <a:pathLst>
                  <a:path w="5458" h="18032" extrusionOk="0">
                    <a:moveTo>
                      <a:pt x="0" y="0"/>
                    </a:moveTo>
                    <a:cubicBezTo>
                      <a:pt x="0" y="0"/>
                      <a:pt x="1026" y="10163"/>
                      <a:pt x="1051" y="10295"/>
                    </a:cubicBezTo>
                    <a:cubicBezTo>
                      <a:pt x="1051" y="10310"/>
                      <a:pt x="1060" y="10505"/>
                      <a:pt x="1070" y="10823"/>
                    </a:cubicBezTo>
                    <a:cubicBezTo>
                      <a:pt x="1123" y="12575"/>
                      <a:pt x="1261" y="18032"/>
                      <a:pt x="1261" y="18032"/>
                    </a:cubicBezTo>
                    <a:lnTo>
                      <a:pt x="5457" y="18032"/>
                    </a:lnTo>
                    <a:cubicBezTo>
                      <a:pt x="5457" y="18032"/>
                      <a:pt x="5180" y="11568"/>
                      <a:pt x="5023" y="10062"/>
                    </a:cubicBezTo>
                    <a:cubicBezTo>
                      <a:pt x="4825" y="8140"/>
                      <a:pt x="3561" y="0"/>
                      <a:pt x="35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8" name="Google Shape;1618;p36"/>
              <p:cNvSpPr/>
              <p:nvPr/>
            </p:nvSpPr>
            <p:spPr>
              <a:xfrm>
                <a:off x="1809588" y="2134593"/>
                <a:ext cx="105253" cy="1319352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16985" extrusionOk="0">
                    <a:moveTo>
                      <a:pt x="9" y="1"/>
                    </a:moveTo>
                    <a:cubicBezTo>
                      <a:pt x="5" y="1"/>
                      <a:pt x="1" y="4"/>
                      <a:pt x="2" y="10"/>
                    </a:cubicBezTo>
                    <a:cubicBezTo>
                      <a:pt x="323" y="2196"/>
                      <a:pt x="556" y="4404"/>
                      <a:pt x="754" y="6603"/>
                    </a:cubicBezTo>
                    <a:cubicBezTo>
                      <a:pt x="949" y="8801"/>
                      <a:pt x="1087" y="11006"/>
                      <a:pt x="1179" y="13214"/>
                    </a:cubicBezTo>
                    <a:cubicBezTo>
                      <a:pt x="1229" y="14466"/>
                      <a:pt x="1267" y="15714"/>
                      <a:pt x="1308" y="16966"/>
                    </a:cubicBezTo>
                    <a:cubicBezTo>
                      <a:pt x="1311" y="16979"/>
                      <a:pt x="1323" y="16985"/>
                      <a:pt x="1336" y="16985"/>
                    </a:cubicBezTo>
                    <a:cubicBezTo>
                      <a:pt x="1342" y="16985"/>
                      <a:pt x="1352" y="16979"/>
                      <a:pt x="1355" y="16966"/>
                    </a:cubicBezTo>
                    <a:cubicBezTo>
                      <a:pt x="1292" y="14739"/>
                      <a:pt x="1229" y="12506"/>
                      <a:pt x="1100" y="10283"/>
                    </a:cubicBezTo>
                    <a:cubicBezTo>
                      <a:pt x="968" y="8084"/>
                      <a:pt x="776" y="5885"/>
                      <a:pt x="518" y="3700"/>
                    </a:cubicBezTo>
                    <a:cubicBezTo>
                      <a:pt x="370" y="2470"/>
                      <a:pt x="194" y="1240"/>
                      <a:pt x="18" y="10"/>
                    </a:cubicBezTo>
                    <a:cubicBezTo>
                      <a:pt x="18" y="4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9" name="Google Shape;1619;p36"/>
              <p:cNvSpPr/>
              <p:nvPr/>
            </p:nvSpPr>
            <p:spPr>
              <a:xfrm>
                <a:off x="1885713" y="3449066"/>
                <a:ext cx="293000" cy="8778"/>
              </a:xfrm>
              <a:custGeom>
                <a:avLst/>
                <a:gdLst/>
                <a:ahLst/>
                <a:cxnLst/>
                <a:rect l="l" t="t" r="r" b="b"/>
                <a:pathLst>
                  <a:path w="3772" h="113" extrusionOk="0">
                    <a:moveTo>
                      <a:pt x="1848" y="0"/>
                    </a:moveTo>
                    <a:cubicBezTo>
                      <a:pt x="1514" y="0"/>
                      <a:pt x="1180" y="5"/>
                      <a:pt x="847" y="16"/>
                    </a:cubicBezTo>
                    <a:lnTo>
                      <a:pt x="441" y="32"/>
                    </a:lnTo>
                    <a:cubicBezTo>
                      <a:pt x="299" y="35"/>
                      <a:pt x="155" y="50"/>
                      <a:pt x="13" y="50"/>
                    </a:cubicBezTo>
                    <a:cubicBezTo>
                      <a:pt x="0" y="50"/>
                      <a:pt x="0" y="63"/>
                      <a:pt x="13" y="63"/>
                    </a:cubicBezTo>
                    <a:cubicBezTo>
                      <a:pt x="261" y="63"/>
                      <a:pt x="507" y="82"/>
                      <a:pt x="755" y="94"/>
                    </a:cubicBezTo>
                    <a:cubicBezTo>
                      <a:pt x="1004" y="104"/>
                      <a:pt x="1240" y="107"/>
                      <a:pt x="1482" y="110"/>
                    </a:cubicBezTo>
                    <a:cubicBezTo>
                      <a:pt x="1608" y="112"/>
                      <a:pt x="1734" y="113"/>
                      <a:pt x="1861" y="113"/>
                    </a:cubicBezTo>
                    <a:cubicBezTo>
                      <a:pt x="2224" y="113"/>
                      <a:pt x="2589" y="106"/>
                      <a:pt x="2951" y="94"/>
                    </a:cubicBezTo>
                    <a:cubicBezTo>
                      <a:pt x="3083" y="91"/>
                      <a:pt x="3218" y="85"/>
                      <a:pt x="3353" y="82"/>
                    </a:cubicBezTo>
                    <a:cubicBezTo>
                      <a:pt x="3426" y="82"/>
                      <a:pt x="3501" y="76"/>
                      <a:pt x="3570" y="76"/>
                    </a:cubicBezTo>
                    <a:cubicBezTo>
                      <a:pt x="3643" y="69"/>
                      <a:pt x="3696" y="76"/>
                      <a:pt x="3762" y="66"/>
                    </a:cubicBezTo>
                    <a:cubicBezTo>
                      <a:pt x="3768" y="66"/>
                      <a:pt x="3772" y="63"/>
                      <a:pt x="3772" y="60"/>
                    </a:cubicBezTo>
                    <a:cubicBezTo>
                      <a:pt x="3762" y="57"/>
                      <a:pt x="3759" y="50"/>
                      <a:pt x="3756" y="50"/>
                    </a:cubicBezTo>
                    <a:cubicBezTo>
                      <a:pt x="3646" y="35"/>
                      <a:pt x="3526" y="41"/>
                      <a:pt x="3416" y="35"/>
                    </a:cubicBezTo>
                    <a:cubicBezTo>
                      <a:pt x="3290" y="35"/>
                      <a:pt x="3165" y="32"/>
                      <a:pt x="3039" y="25"/>
                    </a:cubicBezTo>
                    <a:cubicBezTo>
                      <a:pt x="2797" y="16"/>
                      <a:pt x="2558" y="10"/>
                      <a:pt x="2312" y="3"/>
                    </a:cubicBezTo>
                    <a:cubicBezTo>
                      <a:pt x="2158" y="1"/>
                      <a:pt x="2003" y="0"/>
                      <a:pt x="18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0" name="Google Shape;1620;p36"/>
              <p:cNvSpPr/>
              <p:nvPr/>
            </p:nvSpPr>
            <p:spPr>
              <a:xfrm>
                <a:off x="1774555" y="2105076"/>
                <a:ext cx="236528" cy="839538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10808" extrusionOk="0">
                    <a:moveTo>
                      <a:pt x="0" y="0"/>
                    </a:moveTo>
                    <a:cubicBezTo>
                      <a:pt x="0" y="0"/>
                      <a:pt x="1026" y="10150"/>
                      <a:pt x="1051" y="10276"/>
                    </a:cubicBezTo>
                    <a:cubicBezTo>
                      <a:pt x="1051" y="10291"/>
                      <a:pt x="1063" y="10490"/>
                      <a:pt x="1070" y="10807"/>
                    </a:cubicBezTo>
                    <a:lnTo>
                      <a:pt x="3045" y="0"/>
                    </a:lnTo>
                    <a:close/>
                  </a:path>
                </a:pathLst>
              </a:custGeom>
              <a:solidFill>
                <a:srgbClr val="263238">
                  <a:alpha val="587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1" name="Google Shape;1621;p36"/>
              <p:cNvSpPr/>
              <p:nvPr/>
            </p:nvSpPr>
            <p:spPr>
              <a:xfrm>
                <a:off x="1119573" y="3190320"/>
                <a:ext cx="466686" cy="611866"/>
              </a:xfrm>
              <a:custGeom>
                <a:avLst/>
                <a:gdLst/>
                <a:ahLst/>
                <a:cxnLst/>
                <a:rect l="l" t="t" r="r" b="b"/>
                <a:pathLst>
                  <a:path w="6008" h="7877" extrusionOk="0">
                    <a:moveTo>
                      <a:pt x="2441" y="0"/>
                    </a:moveTo>
                    <a:cubicBezTo>
                      <a:pt x="2441" y="0"/>
                      <a:pt x="1925" y="894"/>
                      <a:pt x="1365" y="1982"/>
                    </a:cubicBezTo>
                    <a:cubicBezTo>
                      <a:pt x="1233" y="2233"/>
                      <a:pt x="1104" y="2494"/>
                      <a:pt x="975" y="2759"/>
                    </a:cubicBezTo>
                    <a:cubicBezTo>
                      <a:pt x="871" y="2966"/>
                      <a:pt x="793" y="3183"/>
                      <a:pt x="708" y="3388"/>
                    </a:cubicBezTo>
                    <a:cubicBezTo>
                      <a:pt x="305" y="4334"/>
                      <a:pt x="0" y="5127"/>
                      <a:pt x="53" y="5212"/>
                    </a:cubicBezTo>
                    <a:cubicBezTo>
                      <a:pt x="201" y="5432"/>
                      <a:pt x="5504" y="7854"/>
                      <a:pt x="5721" y="7876"/>
                    </a:cubicBezTo>
                    <a:cubicBezTo>
                      <a:pt x="5725" y="7876"/>
                      <a:pt x="5730" y="7877"/>
                      <a:pt x="5734" y="7877"/>
                    </a:cubicBezTo>
                    <a:cubicBezTo>
                      <a:pt x="5935" y="7877"/>
                      <a:pt x="6008" y="7286"/>
                      <a:pt x="5882" y="7036"/>
                    </a:cubicBezTo>
                    <a:cubicBezTo>
                      <a:pt x="5746" y="6775"/>
                      <a:pt x="4130" y="4938"/>
                      <a:pt x="4130" y="4938"/>
                    </a:cubicBezTo>
                    <a:lnTo>
                      <a:pt x="4428" y="4322"/>
                    </a:lnTo>
                    <a:lnTo>
                      <a:pt x="4831" y="3507"/>
                    </a:lnTo>
                    <a:lnTo>
                      <a:pt x="5803" y="1526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rgbClr val="D37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2" name="Google Shape;1622;p36"/>
              <p:cNvSpPr/>
              <p:nvPr/>
            </p:nvSpPr>
            <p:spPr>
              <a:xfrm>
                <a:off x="1119573" y="3344201"/>
                <a:ext cx="466686" cy="457987"/>
              </a:xfrm>
              <a:custGeom>
                <a:avLst/>
                <a:gdLst/>
                <a:ahLst/>
                <a:cxnLst/>
                <a:rect l="l" t="t" r="r" b="b"/>
                <a:pathLst>
                  <a:path w="6008" h="5896" extrusionOk="0">
                    <a:moveTo>
                      <a:pt x="1365" y="1"/>
                    </a:moveTo>
                    <a:cubicBezTo>
                      <a:pt x="1233" y="252"/>
                      <a:pt x="1104" y="513"/>
                      <a:pt x="975" y="778"/>
                    </a:cubicBezTo>
                    <a:cubicBezTo>
                      <a:pt x="871" y="985"/>
                      <a:pt x="793" y="1202"/>
                      <a:pt x="708" y="1407"/>
                    </a:cubicBezTo>
                    <a:cubicBezTo>
                      <a:pt x="305" y="2353"/>
                      <a:pt x="0" y="3146"/>
                      <a:pt x="53" y="3231"/>
                    </a:cubicBezTo>
                    <a:cubicBezTo>
                      <a:pt x="201" y="3451"/>
                      <a:pt x="5504" y="5873"/>
                      <a:pt x="5721" y="5895"/>
                    </a:cubicBezTo>
                    <a:cubicBezTo>
                      <a:pt x="5725" y="5895"/>
                      <a:pt x="5730" y="5896"/>
                      <a:pt x="5734" y="5896"/>
                    </a:cubicBezTo>
                    <a:cubicBezTo>
                      <a:pt x="5935" y="5896"/>
                      <a:pt x="6008" y="5305"/>
                      <a:pt x="5875" y="5055"/>
                    </a:cubicBezTo>
                    <a:cubicBezTo>
                      <a:pt x="5743" y="4794"/>
                      <a:pt x="4127" y="2957"/>
                      <a:pt x="4127" y="2957"/>
                    </a:cubicBezTo>
                    <a:lnTo>
                      <a:pt x="4425" y="2341"/>
                    </a:lnTo>
                    <a:lnTo>
                      <a:pt x="4828" y="1526"/>
                    </a:lnTo>
                    <a:cubicBezTo>
                      <a:pt x="3897" y="1124"/>
                      <a:pt x="2403" y="466"/>
                      <a:pt x="1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3" name="Google Shape;1623;p36"/>
              <p:cNvSpPr/>
              <p:nvPr/>
            </p:nvSpPr>
            <p:spPr>
              <a:xfrm>
                <a:off x="1117087" y="3403081"/>
                <a:ext cx="470415" cy="400350"/>
              </a:xfrm>
              <a:custGeom>
                <a:avLst/>
                <a:gdLst/>
                <a:ahLst/>
                <a:cxnLst/>
                <a:rect l="l" t="t" r="r" b="b"/>
                <a:pathLst>
                  <a:path w="6056" h="5154" extrusionOk="0">
                    <a:moveTo>
                      <a:pt x="991" y="1"/>
                    </a:moveTo>
                    <a:cubicBezTo>
                      <a:pt x="472" y="1218"/>
                      <a:pt x="1" y="2369"/>
                      <a:pt x="67" y="2470"/>
                    </a:cubicBezTo>
                    <a:cubicBezTo>
                      <a:pt x="211" y="2696"/>
                      <a:pt x="5549" y="5131"/>
                      <a:pt x="5763" y="5153"/>
                    </a:cubicBezTo>
                    <a:cubicBezTo>
                      <a:pt x="5767" y="5153"/>
                      <a:pt x="5771" y="5153"/>
                      <a:pt x="5776" y="5153"/>
                    </a:cubicBezTo>
                    <a:cubicBezTo>
                      <a:pt x="5983" y="5153"/>
                      <a:pt x="6055" y="4562"/>
                      <a:pt x="5920" y="4300"/>
                    </a:cubicBezTo>
                    <a:cubicBezTo>
                      <a:pt x="5788" y="4039"/>
                      <a:pt x="4165" y="2193"/>
                      <a:pt x="4165" y="2193"/>
                    </a:cubicBezTo>
                    <a:lnTo>
                      <a:pt x="4467" y="1573"/>
                    </a:lnTo>
                    <a:lnTo>
                      <a:pt x="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4" name="Google Shape;1624;p36"/>
              <p:cNvSpPr/>
              <p:nvPr/>
            </p:nvSpPr>
            <p:spPr>
              <a:xfrm>
                <a:off x="1146139" y="3594402"/>
                <a:ext cx="421633" cy="191087"/>
              </a:xfrm>
              <a:custGeom>
                <a:avLst/>
                <a:gdLst/>
                <a:ahLst/>
                <a:cxnLst/>
                <a:rect l="l" t="t" r="r" b="b"/>
                <a:pathLst>
                  <a:path w="5428" h="2460" extrusionOk="0">
                    <a:moveTo>
                      <a:pt x="10" y="0"/>
                    </a:moveTo>
                    <a:cubicBezTo>
                      <a:pt x="4" y="0"/>
                      <a:pt x="1" y="0"/>
                      <a:pt x="10" y="10"/>
                    </a:cubicBezTo>
                    <a:cubicBezTo>
                      <a:pt x="882" y="457"/>
                      <a:pt x="4499" y="2076"/>
                      <a:pt x="5404" y="2457"/>
                    </a:cubicBezTo>
                    <a:cubicBezTo>
                      <a:pt x="5408" y="2459"/>
                      <a:pt x="5411" y="2460"/>
                      <a:pt x="5414" y="2460"/>
                    </a:cubicBezTo>
                    <a:cubicBezTo>
                      <a:pt x="5424" y="2460"/>
                      <a:pt x="5428" y="2449"/>
                      <a:pt x="5411" y="2441"/>
                    </a:cubicBezTo>
                    <a:cubicBezTo>
                      <a:pt x="4524" y="2013"/>
                      <a:pt x="916" y="362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5" name="Google Shape;1625;p36"/>
              <p:cNvSpPr/>
              <p:nvPr/>
            </p:nvSpPr>
            <p:spPr>
              <a:xfrm>
                <a:off x="1366279" y="3540494"/>
                <a:ext cx="92203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34" extrusionOk="0">
                    <a:moveTo>
                      <a:pt x="327" y="1"/>
                    </a:moveTo>
                    <a:cubicBezTo>
                      <a:pt x="221" y="1"/>
                      <a:pt x="116" y="16"/>
                      <a:pt x="16" y="50"/>
                    </a:cubicBezTo>
                    <a:cubicBezTo>
                      <a:pt x="1" y="53"/>
                      <a:pt x="7" y="78"/>
                      <a:pt x="20" y="78"/>
                    </a:cubicBezTo>
                    <a:cubicBezTo>
                      <a:pt x="406" y="122"/>
                      <a:pt x="787" y="207"/>
                      <a:pt x="1152" y="333"/>
                    </a:cubicBezTo>
                    <a:cubicBezTo>
                      <a:pt x="1155" y="333"/>
                      <a:pt x="1158" y="334"/>
                      <a:pt x="1161" y="334"/>
                    </a:cubicBezTo>
                    <a:cubicBezTo>
                      <a:pt x="1171" y="334"/>
                      <a:pt x="1181" y="329"/>
                      <a:pt x="1183" y="317"/>
                    </a:cubicBezTo>
                    <a:cubicBezTo>
                      <a:pt x="1186" y="304"/>
                      <a:pt x="1183" y="295"/>
                      <a:pt x="1177" y="289"/>
                    </a:cubicBezTo>
                    <a:cubicBezTo>
                      <a:pt x="938" y="122"/>
                      <a:pt x="627" y="1"/>
                      <a:pt x="3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6" name="Google Shape;1626;p36"/>
              <p:cNvSpPr/>
              <p:nvPr/>
            </p:nvSpPr>
            <p:spPr>
              <a:xfrm>
                <a:off x="1380727" y="3561311"/>
                <a:ext cx="92203" cy="25867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33" extrusionOk="0">
                    <a:moveTo>
                      <a:pt x="327" y="0"/>
                    </a:moveTo>
                    <a:cubicBezTo>
                      <a:pt x="221" y="0"/>
                      <a:pt x="116" y="15"/>
                      <a:pt x="16" y="49"/>
                    </a:cubicBezTo>
                    <a:cubicBezTo>
                      <a:pt x="0" y="52"/>
                      <a:pt x="7" y="77"/>
                      <a:pt x="19" y="77"/>
                    </a:cubicBezTo>
                    <a:cubicBezTo>
                      <a:pt x="403" y="121"/>
                      <a:pt x="787" y="206"/>
                      <a:pt x="1155" y="332"/>
                    </a:cubicBezTo>
                    <a:cubicBezTo>
                      <a:pt x="1156" y="333"/>
                      <a:pt x="1158" y="333"/>
                      <a:pt x="1160" y="333"/>
                    </a:cubicBezTo>
                    <a:cubicBezTo>
                      <a:pt x="1171" y="333"/>
                      <a:pt x="1183" y="324"/>
                      <a:pt x="1183" y="313"/>
                    </a:cubicBezTo>
                    <a:cubicBezTo>
                      <a:pt x="1186" y="304"/>
                      <a:pt x="1183" y="298"/>
                      <a:pt x="1173" y="288"/>
                    </a:cubicBezTo>
                    <a:cubicBezTo>
                      <a:pt x="937" y="121"/>
                      <a:pt x="626" y="0"/>
                      <a:pt x="3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7" name="Google Shape;1627;p36"/>
              <p:cNvSpPr/>
              <p:nvPr/>
            </p:nvSpPr>
            <p:spPr>
              <a:xfrm>
                <a:off x="1394865" y="3582285"/>
                <a:ext cx="92669" cy="26255"/>
              </a:xfrm>
              <a:custGeom>
                <a:avLst/>
                <a:gdLst/>
                <a:ahLst/>
                <a:cxnLst/>
                <a:rect l="l" t="t" r="r" b="b"/>
                <a:pathLst>
                  <a:path w="1193" h="338" extrusionOk="0">
                    <a:moveTo>
                      <a:pt x="328" y="1"/>
                    </a:moveTo>
                    <a:cubicBezTo>
                      <a:pt x="222" y="1"/>
                      <a:pt x="117" y="16"/>
                      <a:pt x="16" y="50"/>
                    </a:cubicBezTo>
                    <a:cubicBezTo>
                      <a:pt x="1" y="56"/>
                      <a:pt x="10" y="78"/>
                      <a:pt x="23" y="78"/>
                    </a:cubicBezTo>
                    <a:cubicBezTo>
                      <a:pt x="406" y="122"/>
                      <a:pt x="787" y="207"/>
                      <a:pt x="1155" y="333"/>
                    </a:cubicBezTo>
                    <a:cubicBezTo>
                      <a:pt x="1159" y="336"/>
                      <a:pt x="1163" y="338"/>
                      <a:pt x="1167" y="338"/>
                    </a:cubicBezTo>
                    <a:cubicBezTo>
                      <a:pt x="1175" y="338"/>
                      <a:pt x="1183" y="333"/>
                      <a:pt x="1186" y="323"/>
                    </a:cubicBezTo>
                    <a:cubicBezTo>
                      <a:pt x="1193" y="311"/>
                      <a:pt x="1190" y="295"/>
                      <a:pt x="1177" y="292"/>
                    </a:cubicBezTo>
                    <a:cubicBezTo>
                      <a:pt x="940" y="122"/>
                      <a:pt x="629" y="1"/>
                      <a:pt x="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8" name="Google Shape;1628;p36"/>
              <p:cNvSpPr/>
              <p:nvPr/>
            </p:nvSpPr>
            <p:spPr>
              <a:xfrm>
                <a:off x="1409313" y="3603102"/>
                <a:ext cx="91892" cy="25867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333" extrusionOk="0">
                    <a:moveTo>
                      <a:pt x="323" y="0"/>
                    </a:moveTo>
                    <a:cubicBezTo>
                      <a:pt x="218" y="0"/>
                      <a:pt x="115" y="15"/>
                      <a:pt x="16" y="49"/>
                    </a:cubicBezTo>
                    <a:cubicBezTo>
                      <a:pt x="0" y="55"/>
                      <a:pt x="10" y="77"/>
                      <a:pt x="19" y="77"/>
                    </a:cubicBezTo>
                    <a:cubicBezTo>
                      <a:pt x="406" y="121"/>
                      <a:pt x="787" y="206"/>
                      <a:pt x="1151" y="332"/>
                    </a:cubicBezTo>
                    <a:cubicBezTo>
                      <a:pt x="1154" y="332"/>
                      <a:pt x="1156" y="333"/>
                      <a:pt x="1158" y="333"/>
                    </a:cubicBezTo>
                    <a:cubicBezTo>
                      <a:pt x="1169" y="333"/>
                      <a:pt x="1180" y="326"/>
                      <a:pt x="1183" y="313"/>
                    </a:cubicBezTo>
                    <a:cubicBezTo>
                      <a:pt x="1183" y="307"/>
                      <a:pt x="1180" y="297"/>
                      <a:pt x="1177" y="291"/>
                    </a:cubicBezTo>
                    <a:cubicBezTo>
                      <a:pt x="937" y="123"/>
                      <a:pt x="624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9" name="Google Shape;1629;p36"/>
              <p:cNvSpPr/>
              <p:nvPr/>
            </p:nvSpPr>
            <p:spPr>
              <a:xfrm>
                <a:off x="1422518" y="3502975"/>
                <a:ext cx="118303" cy="55928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720" extrusionOk="0">
                    <a:moveTo>
                      <a:pt x="1090" y="91"/>
                    </a:moveTo>
                    <a:cubicBezTo>
                      <a:pt x="1276" y="91"/>
                      <a:pt x="1477" y="158"/>
                      <a:pt x="1309" y="410"/>
                    </a:cubicBezTo>
                    <a:cubicBezTo>
                      <a:pt x="1213" y="554"/>
                      <a:pt x="975" y="580"/>
                      <a:pt x="777" y="580"/>
                    </a:cubicBezTo>
                    <a:cubicBezTo>
                      <a:pt x="702" y="580"/>
                      <a:pt x="632" y="576"/>
                      <a:pt x="579" y="574"/>
                    </a:cubicBezTo>
                    <a:cubicBezTo>
                      <a:pt x="409" y="564"/>
                      <a:pt x="242" y="548"/>
                      <a:pt x="76" y="545"/>
                    </a:cubicBezTo>
                    <a:cubicBezTo>
                      <a:pt x="255" y="435"/>
                      <a:pt x="425" y="319"/>
                      <a:pt x="613" y="231"/>
                    </a:cubicBezTo>
                    <a:cubicBezTo>
                      <a:pt x="705" y="187"/>
                      <a:pt x="799" y="146"/>
                      <a:pt x="893" y="118"/>
                    </a:cubicBezTo>
                    <a:cubicBezTo>
                      <a:pt x="937" y="103"/>
                      <a:pt x="1012" y="91"/>
                      <a:pt x="1090" y="91"/>
                    </a:cubicBezTo>
                    <a:close/>
                    <a:moveTo>
                      <a:pt x="1103" y="0"/>
                    </a:moveTo>
                    <a:cubicBezTo>
                      <a:pt x="1041" y="0"/>
                      <a:pt x="979" y="10"/>
                      <a:pt x="925" y="26"/>
                    </a:cubicBezTo>
                    <a:cubicBezTo>
                      <a:pt x="579" y="127"/>
                      <a:pt x="264" y="322"/>
                      <a:pt x="10" y="583"/>
                    </a:cubicBezTo>
                    <a:cubicBezTo>
                      <a:pt x="6" y="589"/>
                      <a:pt x="6" y="592"/>
                      <a:pt x="6" y="596"/>
                    </a:cubicBezTo>
                    <a:lnTo>
                      <a:pt x="10" y="599"/>
                    </a:lnTo>
                    <a:cubicBezTo>
                      <a:pt x="0" y="624"/>
                      <a:pt x="6" y="652"/>
                      <a:pt x="32" y="662"/>
                    </a:cubicBezTo>
                    <a:cubicBezTo>
                      <a:pt x="35" y="668"/>
                      <a:pt x="38" y="668"/>
                      <a:pt x="47" y="668"/>
                    </a:cubicBezTo>
                    <a:cubicBezTo>
                      <a:pt x="271" y="683"/>
                      <a:pt x="506" y="719"/>
                      <a:pt x="738" y="719"/>
                    </a:cubicBezTo>
                    <a:cubicBezTo>
                      <a:pt x="855" y="719"/>
                      <a:pt x="971" y="710"/>
                      <a:pt x="1085" y="684"/>
                    </a:cubicBezTo>
                    <a:cubicBezTo>
                      <a:pt x="1286" y="637"/>
                      <a:pt x="1522" y="495"/>
                      <a:pt x="1475" y="253"/>
                    </a:cubicBezTo>
                    <a:cubicBezTo>
                      <a:pt x="1436" y="68"/>
                      <a:pt x="1268" y="0"/>
                      <a:pt x="1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0" name="Google Shape;1630;p36"/>
              <p:cNvSpPr/>
              <p:nvPr/>
            </p:nvSpPr>
            <p:spPr>
              <a:xfrm>
                <a:off x="1336761" y="3458931"/>
                <a:ext cx="93601" cy="9569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232" extrusionOk="0">
                    <a:moveTo>
                      <a:pt x="375" y="105"/>
                    </a:moveTo>
                    <a:cubicBezTo>
                      <a:pt x="505" y="105"/>
                      <a:pt x="682" y="244"/>
                      <a:pt x="739" y="317"/>
                    </a:cubicBezTo>
                    <a:cubicBezTo>
                      <a:pt x="796" y="401"/>
                      <a:pt x="852" y="483"/>
                      <a:pt x="903" y="568"/>
                    </a:cubicBezTo>
                    <a:cubicBezTo>
                      <a:pt x="1000" y="754"/>
                      <a:pt x="1092" y="939"/>
                      <a:pt x="1170" y="1131"/>
                    </a:cubicBezTo>
                    <a:cubicBezTo>
                      <a:pt x="1029" y="1040"/>
                      <a:pt x="884" y="958"/>
                      <a:pt x="742" y="873"/>
                    </a:cubicBezTo>
                    <a:cubicBezTo>
                      <a:pt x="569" y="769"/>
                      <a:pt x="223" y="562"/>
                      <a:pt x="227" y="329"/>
                    </a:cubicBezTo>
                    <a:cubicBezTo>
                      <a:pt x="228" y="162"/>
                      <a:pt x="292" y="105"/>
                      <a:pt x="375" y="105"/>
                    </a:cubicBezTo>
                    <a:close/>
                    <a:moveTo>
                      <a:pt x="385" y="0"/>
                    </a:moveTo>
                    <a:cubicBezTo>
                      <a:pt x="314" y="0"/>
                      <a:pt x="244" y="24"/>
                      <a:pt x="183" y="84"/>
                    </a:cubicBezTo>
                    <a:cubicBezTo>
                      <a:pt x="0" y="266"/>
                      <a:pt x="129" y="502"/>
                      <a:pt x="261" y="653"/>
                    </a:cubicBezTo>
                    <a:cubicBezTo>
                      <a:pt x="494" y="908"/>
                      <a:pt x="834" y="1053"/>
                      <a:pt x="1126" y="1226"/>
                    </a:cubicBezTo>
                    <a:cubicBezTo>
                      <a:pt x="1134" y="1229"/>
                      <a:pt x="1142" y="1231"/>
                      <a:pt x="1149" y="1231"/>
                    </a:cubicBezTo>
                    <a:cubicBezTo>
                      <a:pt x="1167" y="1231"/>
                      <a:pt x="1182" y="1222"/>
                      <a:pt x="1189" y="1207"/>
                    </a:cubicBezTo>
                    <a:cubicBezTo>
                      <a:pt x="1195" y="1204"/>
                      <a:pt x="1195" y="1194"/>
                      <a:pt x="1195" y="1191"/>
                    </a:cubicBezTo>
                    <a:cubicBezTo>
                      <a:pt x="1202" y="1191"/>
                      <a:pt x="1205" y="1188"/>
                      <a:pt x="1205" y="1181"/>
                    </a:cubicBezTo>
                    <a:lnTo>
                      <a:pt x="1205" y="1178"/>
                    </a:lnTo>
                    <a:cubicBezTo>
                      <a:pt x="1148" y="820"/>
                      <a:pt x="997" y="486"/>
                      <a:pt x="771" y="206"/>
                    </a:cubicBezTo>
                    <a:cubicBezTo>
                      <a:pt x="678" y="99"/>
                      <a:pt x="529" y="0"/>
                      <a:pt x="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1" name="Google Shape;1631;p36"/>
              <p:cNvSpPr/>
              <p:nvPr/>
            </p:nvSpPr>
            <p:spPr>
              <a:xfrm>
                <a:off x="1212166" y="2105309"/>
                <a:ext cx="836121" cy="1333800"/>
              </a:xfrm>
              <a:custGeom>
                <a:avLst/>
                <a:gdLst/>
                <a:ahLst/>
                <a:cxnLst/>
                <a:rect l="l" t="t" r="r" b="b"/>
                <a:pathLst>
                  <a:path w="10764" h="17171" extrusionOk="0">
                    <a:moveTo>
                      <a:pt x="6108" y="0"/>
                    </a:moveTo>
                    <a:cubicBezTo>
                      <a:pt x="6108" y="0"/>
                      <a:pt x="5221" y="878"/>
                      <a:pt x="5473" y="2752"/>
                    </a:cubicBezTo>
                    <a:cubicBezTo>
                      <a:pt x="5492" y="2907"/>
                      <a:pt x="3768" y="9027"/>
                      <a:pt x="3542" y="9313"/>
                    </a:cubicBezTo>
                    <a:cubicBezTo>
                      <a:pt x="3196" y="9747"/>
                      <a:pt x="0" y="15377"/>
                      <a:pt x="0" y="15377"/>
                    </a:cubicBezTo>
                    <a:lnTo>
                      <a:pt x="4189" y="17170"/>
                    </a:lnTo>
                    <a:cubicBezTo>
                      <a:pt x="4189" y="17170"/>
                      <a:pt x="6904" y="12119"/>
                      <a:pt x="7407" y="10631"/>
                    </a:cubicBezTo>
                    <a:cubicBezTo>
                      <a:pt x="7700" y="9766"/>
                      <a:pt x="9584" y="2218"/>
                      <a:pt x="9584" y="2218"/>
                    </a:cubicBezTo>
                    <a:cubicBezTo>
                      <a:pt x="10606" y="1472"/>
                      <a:pt x="10763" y="4"/>
                      <a:pt x="10763" y="4"/>
                    </a:cubicBezTo>
                    <a:lnTo>
                      <a:pt x="6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2" name="Google Shape;1632;p36"/>
              <p:cNvSpPr/>
              <p:nvPr/>
            </p:nvSpPr>
            <p:spPr>
              <a:xfrm>
                <a:off x="1706121" y="2147566"/>
                <a:ext cx="119468" cy="89718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155" extrusionOk="0">
                    <a:moveTo>
                      <a:pt x="1520" y="1"/>
                    </a:moveTo>
                    <a:cubicBezTo>
                      <a:pt x="1514" y="1"/>
                      <a:pt x="1509" y="4"/>
                      <a:pt x="1507" y="10"/>
                    </a:cubicBezTo>
                    <a:cubicBezTo>
                      <a:pt x="1419" y="306"/>
                      <a:pt x="1243" y="567"/>
                      <a:pt x="995" y="746"/>
                    </a:cubicBezTo>
                    <a:cubicBezTo>
                      <a:pt x="724" y="938"/>
                      <a:pt x="397" y="1054"/>
                      <a:pt x="64" y="1064"/>
                    </a:cubicBezTo>
                    <a:cubicBezTo>
                      <a:pt x="10" y="1064"/>
                      <a:pt x="1" y="1155"/>
                      <a:pt x="64" y="1155"/>
                    </a:cubicBezTo>
                    <a:cubicBezTo>
                      <a:pt x="749" y="1155"/>
                      <a:pt x="1435" y="724"/>
                      <a:pt x="1536" y="16"/>
                    </a:cubicBezTo>
                    <a:cubicBezTo>
                      <a:pt x="1537" y="7"/>
                      <a:pt x="1528" y="1"/>
                      <a:pt x="15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3" name="Google Shape;1633;p36"/>
              <p:cNvSpPr/>
              <p:nvPr/>
            </p:nvSpPr>
            <p:spPr>
              <a:xfrm>
                <a:off x="1899772" y="2242877"/>
                <a:ext cx="109137" cy="66880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861" extrusionOk="0">
                    <a:moveTo>
                      <a:pt x="1389" y="0"/>
                    </a:moveTo>
                    <a:cubicBezTo>
                      <a:pt x="1140" y="98"/>
                      <a:pt x="905" y="223"/>
                      <a:pt x="684" y="371"/>
                    </a:cubicBezTo>
                    <a:cubicBezTo>
                      <a:pt x="448" y="519"/>
                      <a:pt x="238" y="686"/>
                      <a:pt x="8" y="843"/>
                    </a:cubicBezTo>
                    <a:cubicBezTo>
                      <a:pt x="0" y="848"/>
                      <a:pt x="6" y="860"/>
                      <a:pt x="13" y="860"/>
                    </a:cubicBezTo>
                    <a:cubicBezTo>
                      <a:pt x="15" y="860"/>
                      <a:pt x="16" y="860"/>
                      <a:pt x="18" y="859"/>
                    </a:cubicBezTo>
                    <a:cubicBezTo>
                      <a:pt x="253" y="724"/>
                      <a:pt x="499" y="604"/>
                      <a:pt x="735" y="462"/>
                    </a:cubicBezTo>
                    <a:cubicBezTo>
                      <a:pt x="971" y="334"/>
                      <a:pt x="1191" y="183"/>
                      <a:pt x="1401" y="16"/>
                    </a:cubicBezTo>
                    <a:cubicBezTo>
                      <a:pt x="1405" y="10"/>
                      <a:pt x="1401" y="3"/>
                      <a:pt x="1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4" name="Google Shape;1634;p36"/>
              <p:cNvSpPr/>
              <p:nvPr/>
            </p:nvSpPr>
            <p:spPr>
              <a:xfrm>
                <a:off x="1945836" y="2131642"/>
                <a:ext cx="70920" cy="14727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896" extrusionOk="0">
                    <a:moveTo>
                      <a:pt x="898" y="1"/>
                    </a:moveTo>
                    <a:cubicBezTo>
                      <a:pt x="894" y="1"/>
                      <a:pt x="891" y="3"/>
                      <a:pt x="890" y="7"/>
                    </a:cubicBezTo>
                    <a:cubicBezTo>
                      <a:pt x="856" y="165"/>
                      <a:pt x="808" y="319"/>
                      <a:pt x="768" y="476"/>
                    </a:cubicBezTo>
                    <a:cubicBezTo>
                      <a:pt x="730" y="627"/>
                      <a:pt x="698" y="768"/>
                      <a:pt x="654" y="913"/>
                    </a:cubicBezTo>
                    <a:cubicBezTo>
                      <a:pt x="613" y="1048"/>
                      <a:pt x="541" y="1174"/>
                      <a:pt x="428" y="1269"/>
                    </a:cubicBezTo>
                    <a:cubicBezTo>
                      <a:pt x="371" y="1319"/>
                      <a:pt x="302" y="1363"/>
                      <a:pt x="242" y="1410"/>
                    </a:cubicBezTo>
                    <a:cubicBezTo>
                      <a:pt x="205" y="1435"/>
                      <a:pt x="170" y="1464"/>
                      <a:pt x="135" y="1486"/>
                    </a:cubicBezTo>
                    <a:cubicBezTo>
                      <a:pt x="139" y="1467"/>
                      <a:pt x="145" y="1442"/>
                      <a:pt x="151" y="1423"/>
                    </a:cubicBezTo>
                    <a:cubicBezTo>
                      <a:pt x="161" y="1363"/>
                      <a:pt x="179" y="1306"/>
                      <a:pt x="189" y="1240"/>
                    </a:cubicBezTo>
                    <a:cubicBezTo>
                      <a:pt x="217" y="1108"/>
                      <a:pt x="245" y="979"/>
                      <a:pt x="271" y="844"/>
                    </a:cubicBezTo>
                    <a:cubicBezTo>
                      <a:pt x="324" y="586"/>
                      <a:pt x="374" y="322"/>
                      <a:pt x="441" y="67"/>
                    </a:cubicBezTo>
                    <a:cubicBezTo>
                      <a:pt x="441" y="61"/>
                      <a:pt x="441" y="58"/>
                      <a:pt x="437" y="55"/>
                    </a:cubicBezTo>
                    <a:cubicBezTo>
                      <a:pt x="434" y="55"/>
                      <a:pt x="428" y="55"/>
                      <a:pt x="425" y="58"/>
                    </a:cubicBezTo>
                    <a:cubicBezTo>
                      <a:pt x="346" y="309"/>
                      <a:pt x="264" y="561"/>
                      <a:pt x="198" y="819"/>
                    </a:cubicBezTo>
                    <a:cubicBezTo>
                      <a:pt x="167" y="945"/>
                      <a:pt x="35" y="1564"/>
                      <a:pt x="28" y="1608"/>
                    </a:cubicBezTo>
                    <a:cubicBezTo>
                      <a:pt x="22" y="1652"/>
                      <a:pt x="16" y="1699"/>
                      <a:pt x="13" y="1747"/>
                    </a:cubicBezTo>
                    <a:cubicBezTo>
                      <a:pt x="6" y="1794"/>
                      <a:pt x="0" y="1841"/>
                      <a:pt x="6" y="1888"/>
                    </a:cubicBezTo>
                    <a:cubicBezTo>
                      <a:pt x="6" y="1893"/>
                      <a:pt x="10" y="1895"/>
                      <a:pt x="15" y="1895"/>
                    </a:cubicBezTo>
                    <a:cubicBezTo>
                      <a:pt x="19" y="1895"/>
                      <a:pt x="24" y="1893"/>
                      <a:pt x="25" y="1888"/>
                    </a:cubicBezTo>
                    <a:cubicBezTo>
                      <a:pt x="44" y="1847"/>
                      <a:pt x="63" y="1803"/>
                      <a:pt x="76" y="1766"/>
                    </a:cubicBezTo>
                    <a:cubicBezTo>
                      <a:pt x="88" y="1721"/>
                      <a:pt x="104" y="1674"/>
                      <a:pt x="110" y="1630"/>
                    </a:cubicBezTo>
                    <a:cubicBezTo>
                      <a:pt x="110" y="1615"/>
                      <a:pt x="120" y="1599"/>
                      <a:pt x="123" y="1580"/>
                    </a:cubicBezTo>
                    <a:cubicBezTo>
                      <a:pt x="186" y="1545"/>
                      <a:pt x="245" y="1498"/>
                      <a:pt x="302" y="1457"/>
                    </a:cubicBezTo>
                    <a:cubicBezTo>
                      <a:pt x="359" y="1420"/>
                      <a:pt x="434" y="1376"/>
                      <a:pt x="497" y="1328"/>
                    </a:cubicBezTo>
                    <a:cubicBezTo>
                      <a:pt x="610" y="1243"/>
                      <a:pt x="692" y="1124"/>
                      <a:pt x="736" y="986"/>
                    </a:cubicBezTo>
                    <a:cubicBezTo>
                      <a:pt x="780" y="841"/>
                      <a:pt x="812" y="693"/>
                      <a:pt x="831" y="539"/>
                    </a:cubicBezTo>
                    <a:cubicBezTo>
                      <a:pt x="859" y="356"/>
                      <a:pt x="881" y="180"/>
                      <a:pt x="912" y="7"/>
                    </a:cubicBezTo>
                    <a:cubicBezTo>
                      <a:pt x="910" y="5"/>
                      <a:pt x="903" y="1"/>
                      <a:pt x="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5" name="Google Shape;1635;p36"/>
              <p:cNvSpPr/>
              <p:nvPr/>
            </p:nvSpPr>
            <p:spPr>
              <a:xfrm>
                <a:off x="1268327" y="3257589"/>
                <a:ext cx="270628" cy="118614"/>
              </a:xfrm>
              <a:custGeom>
                <a:avLst/>
                <a:gdLst/>
                <a:ahLst/>
                <a:cxnLst/>
                <a:rect l="l" t="t" r="r" b="b"/>
                <a:pathLst>
                  <a:path w="3484" h="1527" extrusionOk="0">
                    <a:moveTo>
                      <a:pt x="21" y="0"/>
                    </a:moveTo>
                    <a:cubicBezTo>
                      <a:pt x="0" y="0"/>
                      <a:pt x="4" y="16"/>
                      <a:pt x="35" y="31"/>
                    </a:cubicBezTo>
                    <a:cubicBezTo>
                      <a:pt x="262" y="141"/>
                      <a:pt x="1152" y="550"/>
                      <a:pt x="1372" y="650"/>
                    </a:cubicBezTo>
                    <a:cubicBezTo>
                      <a:pt x="1815" y="855"/>
                      <a:pt x="3413" y="1506"/>
                      <a:pt x="3476" y="1525"/>
                    </a:cubicBezTo>
                    <a:cubicBezTo>
                      <a:pt x="3477" y="1526"/>
                      <a:pt x="3478" y="1526"/>
                      <a:pt x="3479" y="1526"/>
                    </a:cubicBezTo>
                    <a:cubicBezTo>
                      <a:pt x="3483" y="1526"/>
                      <a:pt x="3484" y="1517"/>
                      <a:pt x="3476" y="1509"/>
                    </a:cubicBezTo>
                    <a:cubicBezTo>
                      <a:pt x="3382" y="1455"/>
                      <a:pt x="2391" y="990"/>
                      <a:pt x="2171" y="889"/>
                    </a:cubicBezTo>
                    <a:cubicBezTo>
                      <a:pt x="1724" y="685"/>
                      <a:pt x="192" y="56"/>
                      <a:pt x="48" y="6"/>
                    </a:cubicBezTo>
                    <a:cubicBezTo>
                      <a:pt x="36" y="2"/>
                      <a:pt x="27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6" name="Google Shape;1636;p36"/>
              <p:cNvSpPr/>
              <p:nvPr/>
            </p:nvSpPr>
            <p:spPr>
              <a:xfrm>
                <a:off x="1286892" y="2120223"/>
                <a:ext cx="420546" cy="1136111"/>
              </a:xfrm>
              <a:custGeom>
                <a:avLst/>
                <a:gdLst/>
                <a:ahLst/>
                <a:cxnLst/>
                <a:rect l="l" t="t" r="r" b="b"/>
                <a:pathLst>
                  <a:path w="5414" h="14626" extrusionOk="0">
                    <a:moveTo>
                      <a:pt x="5413" y="0"/>
                    </a:moveTo>
                    <a:lnTo>
                      <a:pt x="5413" y="0"/>
                    </a:lnTo>
                    <a:cubicBezTo>
                      <a:pt x="5045" y="557"/>
                      <a:pt x="4844" y="1205"/>
                      <a:pt x="4835" y="1868"/>
                    </a:cubicBezTo>
                    <a:cubicBezTo>
                      <a:pt x="4835" y="2035"/>
                      <a:pt x="4847" y="2202"/>
                      <a:pt x="4876" y="2369"/>
                    </a:cubicBezTo>
                    <a:cubicBezTo>
                      <a:pt x="4882" y="2406"/>
                      <a:pt x="4888" y="2450"/>
                      <a:pt x="4894" y="2491"/>
                    </a:cubicBezTo>
                    <a:lnTo>
                      <a:pt x="4907" y="2554"/>
                    </a:lnTo>
                    <a:cubicBezTo>
                      <a:pt x="4910" y="2570"/>
                      <a:pt x="4913" y="2589"/>
                      <a:pt x="4913" y="2604"/>
                    </a:cubicBezTo>
                    <a:cubicBezTo>
                      <a:pt x="4904" y="2680"/>
                      <a:pt x="4882" y="2762"/>
                      <a:pt x="4866" y="2840"/>
                    </a:cubicBezTo>
                    <a:cubicBezTo>
                      <a:pt x="4794" y="3158"/>
                      <a:pt x="4706" y="3476"/>
                      <a:pt x="4624" y="3797"/>
                    </a:cubicBezTo>
                    <a:cubicBezTo>
                      <a:pt x="4281" y="5064"/>
                      <a:pt x="3935" y="6335"/>
                      <a:pt x="3573" y="7602"/>
                    </a:cubicBezTo>
                    <a:lnTo>
                      <a:pt x="3306" y="8549"/>
                    </a:lnTo>
                    <a:cubicBezTo>
                      <a:pt x="3259" y="8706"/>
                      <a:pt x="3212" y="8863"/>
                      <a:pt x="3161" y="9021"/>
                    </a:cubicBezTo>
                    <a:cubicBezTo>
                      <a:pt x="3136" y="9099"/>
                      <a:pt x="3108" y="9178"/>
                      <a:pt x="3083" y="9247"/>
                    </a:cubicBezTo>
                    <a:cubicBezTo>
                      <a:pt x="3051" y="9320"/>
                      <a:pt x="3010" y="9395"/>
                      <a:pt x="2973" y="9464"/>
                    </a:cubicBezTo>
                    <a:cubicBezTo>
                      <a:pt x="2661" y="10043"/>
                      <a:pt x="2328" y="10609"/>
                      <a:pt x="2004" y="11181"/>
                    </a:cubicBezTo>
                    <a:cubicBezTo>
                      <a:pt x="2004" y="11181"/>
                      <a:pt x="353" y="13959"/>
                      <a:pt x="10" y="14594"/>
                    </a:cubicBezTo>
                    <a:cubicBezTo>
                      <a:pt x="1" y="14613"/>
                      <a:pt x="0" y="14626"/>
                      <a:pt x="8" y="14626"/>
                    </a:cubicBezTo>
                    <a:cubicBezTo>
                      <a:pt x="13" y="14626"/>
                      <a:pt x="22" y="14619"/>
                      <a:pt x="35" y="14603"/>
                    </a:cubicBezTo>
                    <a:cubicBezTo>
                      <a:pt x="331" y="14217"/>
                      <a:pt x="1406" y="12355"/>
                      <a:pt x="2076" y="11222"/>
                    </a:cubicBezTo>
                    <a:cubicBezTo>
                      <a:pt x="2410" y="10656"/>
                      <a:pt x="2743" y="10087"/>
                      <a:pt x="3061" y="9508"/>
                    </a:cubicBezTo>
                    <a:cubicBezTo>
                      <a:pt x="3102" y="9436"/>
                      <a:pt x="3136" y="9357"/>
                      <a:pt x="3177" y="9282"/>
                    </a:cubicBezTo>
                    <a:cubicBezTo>
                      <a:pt x="3215" y="9209"/>
                      <a:pt x="3234" y="9125"/>
                      <a:pt x="3259" y="9046"/>
                    </a:cubicBezTo>
                    <a:cubicBezTo>
                      <a:pt x="3309" y="8889"/>
                      <a:pt x="3356" y="8731"/>
                      <a:pt x="3404" y="8574"/>
                    </a:cubicBezTo>
                    <a:cubicBezTo>
                      <a:pt x="3498" y="8260"/>
                      <a:pt x="3592" y="7945"/>
                      <a:pt x="3684" y="7627"/>
                    </a:cubicBezTo>
                    <a:cubicBezTo>
                      <a:pt x="4036" y="6360"/>
                      <a:pt x="4388" y="5092"/>
                      <a:pt x="4709" y="3815"/>
                    </a:cubicBezTo>
                    <a:cubicBezTo>
                      <a:pt x="4788" y="3495"/>
                      <a:pt x="4866" y="3177"/>
                      <a:pt x="4938" y="2850"/>
                    </a:cubicBezTo>
                    <a:cubicBezTo>
                      <a:pt x="4954" y="2768"/>
                      <a:pt x="4973" y="2693"/>
                      <a:pt x="4986" y="2604"/>
                    </a:cubicBezTo>
                    <a:cubicBezTo>
                      <a:pt x="4986" y="2579"/>
                      <a:pt x="4979" y="2557"/>
                      <a:pt x="4973" y="2532"/>
                    </a:cubicBezTo>
                    <a:lnTo>
                      <a:pt x="4961" y="2476"/>
                    </a:lnTo>
                    <a:cubicBezTo>
                      <a:pt x="4951" y="2435"/>
                      <a:pt x="4945" y="2397"/>
                      <a:pt x="4938" y="2353"/>
                    </a:cubicBezTo>
                    <a:cubicBezTo>
                      <a:pt x="4910" y="2189"/>
                      <a:pt x="4894" y="2029"/>
                      <a:pt x="4894" y="1865"/>
                    </a:cubicBezTo>
                    <a:cubicBezTo>
                      <a:pt x="4888" y="1211"/>
                      <a:pt x="5067" y="563"/>
                      <a:pt x="54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7" name="Google Shape;1637;p36"/>
              <p:cNvSpPr/>
              <p:nvPr/>
            </p:nvSpPr>
            <p:spPr>
              <a:xfrm>
                <a:off x="1868701" y="1643899"/>
                <a:ext cx="596330" cy="386446"/>
              </a:xfrm>
              <a:custGeom>
                <a:avLst/>
                <a:gdLst/>
                <a:ahLst/>
                <a:cxnLst/>
                <a:rect l="l" t="t" r="r" b="b"/>
                <a:pathLst>
                  <a:path w="7677" h="4975" extrusionOk="0">
                    <a:moveTo>
                      <a:pt x="471" y="0"/>
                    </a:moveTo>
                    <a:cubicBezTo>
                      <a:pt x="174" y="0"/>
                      <a:pt x="1" y="276"/>
                      <a:pt x="135" y="713"/>
                    </a:cubicBezTo>
                    <a:cubicBezTo>
                      <a:pt x="474" y="1820"/>
                      <a:pt x="2229" y="4660"/>
                      <a:pt x="3368" y="4899"/>
                    </a:cubicBezTo>
                    <a:cubicBezTo>
                      <a:pt x="3627" y="4954"/>
                      <a:pt x="4013" y="4975"/>
                      <a:pt x="4449" y="4975"/>
                    </a:cubicBezTo>
                    <a:cubicBezTo>
                      <a:pt x="5554" y="4975"/>
                      <a:pt x="6978" y="4838"/>
                      <a:pt x="7453" y="4755"/>
                    </a:cubicBezTo>
                    <a:cubicBezTo>
                      <a:pt x="7677" y="4714"/>
                      <a:pt x="7284" y="2103"/>
                      <a:pt x="7023" y="2103"/>
                    </a:cubicBezTo>
                    <a:cubicBezTo>
                      <a:pt x="6477" y="2103"/>
                      <a:pt x="4896" y="2649"/>
                      <a:pt x="4165" y="2649"/>
                    </a:cubicBezTo>
                    <a:cubicBezTo>
                      <a:pt x="4065" y="2649"/>
                      <a:pt x="3982" y="2639"/>
                      <a:pt x="3918" y="2616"/>
                    </a:cubicBezTo>
                    <a:cubicBezTo>
                      <a:pt x="3711" y="2540"/>
                      <a:pt x="2484" y="1506"/>
                      <a:pt x="1015" y="248"/>
                    </a:cubicBezTo>
                    <a:cubicBezTo>
                      <a:pt x="818" y="77"/>
                      <a:pt x="627" y="0"/>
                      <a:pt x="471" y="0"/>
                    </a:cubicBezTo>
                    <a:close/>
                  </a:path>
                </a:pathLst>
              </a:custGeom>
              <a:solidFill>
                <a:srgbClr val="D37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8" name="Google Shape;1638;p36"/>
              <p:cNvSpPr/>
              <p:nvPr/>
            </p:nvSpPr>
            <p:spPr>
              <a:xfrm>
                <a:off x="2460919" y="1748843"/>
                <a:ext cx="77211" cy="167162"/>
              </a:xfrm>
              <a:custGeom>
                <a:avLst/>
                <a:gdLst/>
                <a:ahLst/>
                <a:cxnLst/>
                <a:rect l="l" t="t" r="r" b="b"/>
                <a:pathLst>
                  <a:path w="994" h="2152" extrusionOk="0">
                    <a:moveTo>
                      <a:pt x="993" y="0"/>
                    </a:moveTo>
                    <a:lnTo>
                      <a:pt x="993" y="0"/>
                    </a:lnTo>
                    <a:cubicBezTo>
                      <a:pt x="902" y="441"/>
                      <a:pt x="386" y="630"/>
                      <a:pt x="34" y="828"/>
                    </a:cubicBezTo>
                    <a:cubicBezTo>
                      <a:pt x="15" y="834"/>
                      <a:pt x="6" y="859"/>
                      <a:pt x="18" y="875"/>
                    </a:cubicBezTo>
                    <a:cubicBezTo>
                      <a:pt x="21" y="878"/>
                      <a:pt x="21" y="881"/>
                      <a:pt x="24" y="887"/>
                    </a:cubicBezTo>
                    <a:cubicBezTo>
                      <a:pt x="160" y="1252"/>
                      <a:pt x="241" y="1803"/>
                      <a:pt x="6" y="2136"/>
                    </a:cubicBezTo>
                    <a:cubicBezTo>
                      <a:pt x="1" y="2145"/>
                      <a:pt x="8" y="2151"/>
                      <a:pt x="15" y="2151"/>
                    </a:cubicBezTo>
                    <a:cubicBezTo>
                      <a:pt x="17" y="2151"/>
                      <a:pt x="20" y="2150"/>
                      <a:pt x="21" y="2149"/>
                    </a:cubicBezTo>
                    <a:cubicBezTo>
                      <a:pt x="323" y="1822"/>
                      <a:pt x="286" y="1274"/>
                      <a:pt x="113" y="887"/>
                    </a:cubicBezTo>
                    <a:cubicBezTo>
                      <a:pt x="474" y="692"/>
                      <a:pt x="981" y="479"/>
                      <a:pt x="9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9" name="Google Shape;1639;p36"/>
              <p:cNvSpPr/>
              <p:nvPr/>
            </p:nvSpPr>
            <p:spPr>
              <a:xfrm>
                <a:off x="1856506" y="1626697"/>
                <a:ext cx="480280" cy="423731"/>
              </a:xfrm>
              <a:custGeom>
                <a:avLst/>
                <a:gdLst/>
                <a:ahLst/>
                <a:cxnLst/>
                <a:rect l="l" t="t" r="r" b="b"/>
                <a:pathLst>
                  <a:path w="6183" h="5455" extrusionOk="0">
                    <a:moveTo>
                      <a:pt x="498" y="0"/>
                    </a:moveTo>
                    <a:cubicBezTo>
                      <a:pt x="25" y="0"/>
                      <a:pt x="1" y="673"/>
                      <a:pt x="332" y="1409"/>
                    </a:cubicBezTo>
                    <a:cubicBezTo>
                      <a:pt x="807" y="2463"/>
                      <a:pt x="2437" y="4775"/>
                      <a:pt x="3320" y="5086"/>
                    </a:cubicBezTo>
                    <a:cubicBezTo>
                      <a:pt x="4210" y="5401"/>
                      <a:pt x="6167" y="5454"/>
                      <a:pt x="6167" y="5454"/>
                    </a:cubicBezTo>
                    <a:lnTo>
                      <a:pt x="6183" y="2227"/>
                    </a:lnTo>
                    <a:lnTo>
                      <a:pt x="6183" y="2227"/>
                    </a:lnTo>
                    <a:cubicBezTo>
                      <a:pt x="6182" y="2227"/>
                      <a:pt x="4234" y="2650"/>
                      <a:pt x="4086" y="2650"/>
                    </a:cubicBezTo>
                    <a:cubicBezTo>
                      <a:pt x="4082" y="2650"/>
                      <a:pt x="4080" y="2649"/>
                      <a:pt x="4078" y="2649"/>
                    </a:cubicBezTo>
                    <a:cubicBezTo>
                      <a:pt x="4037" y="2623"/>
                      <a:pt x="2622" y="1425"/>
                      <a:pt x="1367" y="425"/>
                    </a:cubicBezTo>
                    <a:cubicBezTo>
                      <a:pt x="989" y="125"/>
                      <a:pt x="702" y="0"/>
                      <a:pt x="4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0" name="Google Shape;1640;p36"/>
              <p:cNvSpPr/>
              <p:nvPr/>
            </p:nvSpPr>
            <p:spPr>
              <a:xfrm>
                <a:off x="1882761" y="1650890"/>
                <a:ext cx="456200" cy="406875"/>
              </a:xfrm>
              <a:custGeom>
                <a:avLst/>
                <a:gdLst/>
                <a:ahLst/>
                <a:cxnLst/>
                <a:rect l="l" t="t" r="r" b="b"/>
                <a:pathLst>
                  <a:path w="5873" h="5238" extrusionOk="0">
                    <a:moveTo>
                      <a:pt x="661" y="0"/>
                    </a:moveTo>
                    <a:cubicBezTo>
                      <a:pt x="620" y="0"/>
                      <a:pt x="586" y="32"/>
                      <a:pt x="586" y="76"/>
                    </a:cubicBezTo>
                    <a:cubicBezTo>
                      <a:pt x="586" y="113"/>
                      <a:pt x="617" y="151"/>
                      <a:pt x="661" y="151"/>
                    </a:cubicBezTo>
                    <a:cubicBezTo>
                      <a:pt x="699" y="151"/>
                      <a:pt x="734" y="120"/>
                      <a:pt x="734" y="76"/>
                    </a:cubicBezTo>
                    <a:cubicBezTo>
                      <a:pt x="734" y="35"/>
                      <a:pt x="702" y="0"/>
                      <a:pt x="661" y="0"/>
                    </a:cubicBezTo>
                    <a:close/>
                    <a:moveTo>
                      <a:pt x="1284" y="827"/>
                    </a:moveTo>
                    <a:cubicBezTo>
                      <a:pt x="1243" y="827"/>
                      <a:pt x="1212" y="859"/>
                      <a:pt x="1212" y="900"/>
                    </a:cubicBezTo>
                    <a:cubicBezTo>
                      <a:pt x="1212" y="944"/>
                      <a:pt x="1243" y="975"/>
                      <a:pt x="1284" y="975"/>
                    </a:cubicBezTo>
                    <a:cubicBezTo>
                      <a:pt x="1328" y="975"/>
                      <a:pt x="1359" y="944"/>
                      <a:pt x="1359" y="900"/>
                    </a:cubicBezTo>
                    <a:cubicBezTo>
                      <a:pt x="1359" y="859"/>
                      <a:pt x="1328" y="827"/>
                      <a:pt x="1284" y="827"/>
                    </a:cubicBezTo>
                    <a:close/>
                    <a:moveTo>
                      <a:pt x="73" y="853"/>
                    </a:moveTo>
                    <a:cubicBezTo>
                      <a:pt x="32" y="853"/>
                      <a:pt x="1" y="890"/>
                      <a:pt x="1" y="928"/>
                    </a:cubicBezTo>
                    <a:cubicBezTo>
                      <a:pt x="1" y="972"/>
                      <a:pt x="35" y="1004"/>
                      <a:pt x="73" y="1004"/>
                    </a:cubicBezTo>
                    <a:cubicBezTo>
                      <a:pt x="117" y="1004"/>
                      <a:pt x="149" y="969"/>
                      <a:pt x="149" y="928"/>
                    </a:cubicBezTo>
                    <a:cubicBezTo>
                      <a:pt x="149" y="890"/>
                      <a:pt x="117" y="853"/>
                      <a:pt x="73" y="853"/>
                    </a:cubicBezTo>
                    <a:close/>
                    <a:moveTo>
                      <a:pt x="2935" y="1746"/>
                    </a:moveTo>
                    <a:cubicBezTo>
                      <a:pt x="2916" y="1780"/>
                      <a:pt x="2932" y="1828"/>
                      <a:pt x="2967" y="1850"/>
                    </a:cubicBezTo>
                    <a:cubicBezTo>
                      <a:pt x="2979" y="1853"/>
                      <a:pt x="2992" y="1856"/>
                      <a:pt x="3004" y="1856"/>
                    </a:cubicBezTo>
                    <a:cubicBezTo>
                      <a:pt x="3020" y="1856"/>
                      <a:pt x="3036" y="1853"/>
                      <a:pt x="3052" y="1840"/>
                    </a:cubicBezTo>
                    <a:cubicBezTo>
                      <a:pt x="3011" y="1809"/>
                      <a:pt x="2970" y="1777"/>
                      <a:pt x="2935" y="1746"/>
                    </a:cubicBezTo>
                    <a:close/>
                    <a:moveTo>
                      <a:pt x="661" y="1724"/>
                    </a:moveTo>
                    <a:cubicBezTo>
                      <a:pt x="617" y="1724"/>
                      <a:pt x="586" y="1758"/>
                      <a:pt x="586" y="1796"/>
                    </a:cubicBezTo>
                    <a:cubicBezTo>
                      <a:pt x="586" y="1840"/>
                      <a:pt x="620" y="1872"/>
                      <a:pt x="661" y="1872"/>
                    </a:cubicBezTo>
                    <a:cubicBezTo>
                      <a:pt x="702" y="1872"/>
                      <a:pt x="734" y="1837"/>
                      <a:pt x="734" y="1796"/>
                    </a:cubicBezTo>
                    <a:cubicBezTo>
                      <a:pt x="734" y="1755"/>
                      <a:pt x="702" y="1724"/>
                      <a:pt x="661" y="1724"/>
                    </a:cubicBezTo>
                    <a:close/>
                    <a:moveTo>
                      <a:pt x="1856" y="1717"/>
                    </a:moveTo>
                    <a:cubicBezTo>
                      <a:pt x="1849" y="1717"/>
                      <a:pt x="1840" y="1719"/>
                      <a:pt x="1831" y="1724"/>
                    </a:cubicBezTo>
                    <a:cubicBezTo>
                      <a:pt x="1823" y="1721"/>
                      <a:pt x="1816" y="1720"/>
                      <a:pt x="1809" y="1720"/>
                    </a:cubicBezTo>
                    <a:cubicBezTo>
                      <a:pt x="1777" y="1720"/>
                      <a:pt x="1756" y="1747"/>
                      <a:pt x="1756" y="1780"/>
                    </a:cubicBezTo>
                    <a:cubicBezTo>
                      <a:pt x="1756" y="1824"/>
                      <a:pt x="1793" y="1856"/>
                      <a:pt x="1831" y="1903"/>
                    </a:cubicBezTo>
                    <a:cubicBezTo>
                      <a:pt x="1875" y="1856"/>
                      <a:pt x="1907" y="1824"/>
                      <a:pt x="1907" y="1780"/>
                    </a:cubicBezTo>
                    <a:cubicBezTo>
                      <a:pt x="1907" y="1748"/>
                      <a:pt x="1887" y="1717"/>
                      <a:pt x="1856" y="1717"/>
                    </a:cubicBezTo>
                    <a:close/>
                    <a:moveTo>
                      <a:pt x="5845" y="2573"/>
                    </a:moveTo>
                    <a:lnTo>
                      <a:pt x="5845" y="2620"/>
                    </a:lnTo>
                    <a:lnTo>
                      <a:pt x="5854" y="2620"/>
                    </a:lnTo>
                    <a:cubicBezTo>
                      <a:pt x="5845" y="2604"/>
                      <a:pt x="5845" y="2589"/>
                      <a:pt x="5845" y="2573"/>
                    </a:cubicBezTo>
                    <a:close/>
                    <a:moveTo>
                      <a:pt x="5829" y="2620"/>
                    </a:moveTo>
                    <a:cubicBezTo>
                      <a:pt x="5829" y="2633"/>
                      <a:pt x="5832" y="2652"/>
                      <a:pt x="5845" y="2661"/>
                    </a:cubicBezTo>
                    <a:lnTo>
                      <a:pt x="5845" y="2620"/>
                    </a:lnTo>
                    <a:close/>
                    <a:moveTo>
                      <a:pt x="1196" y="2529"/>
                    </a:moveTo>
                    <a:cubicBezTo>
                      <a:pt x="1152" y="2529"/>
                      <a:pt x="1120" y="2560"/>
                      <a:pt x="1120" y="2604"/>
                    </a:cubicBezTo>
                    <a:cubicBezTo>
                      <a:pt x="1120" y="2645"/>
                      <a:pt x="1152" y="2677"/>
                      <a:pt x="1196" y="2677"/>
                    </a:cubicBezTo>
                    <a:cubicBezTo>
                      <a:pt x="1237" y="2677"/>
                      <a:pt x="1268" y="2645"/>
                      <a:pt x="1268" y="2604"/>
                    </a:cubicBezTo>
                    <a:cubicBezTo>
                      <a:pt x="1268" y="2567"/>
                      <a:pt x="1246" y="2532"/>
                      <a:pt x="1205" y="2529"/>
                    </a:cubicBezTo>
                    <a:close/>
                    <a:moveTo>
                      <a:pt x="2401" y="2529"/>
                    </a:moveTo>
                    <a:cubicBezTo>
                      <a:pt x="2360" y="2529"/>
                      <a:pt x="2328" y="2564"/>
                      <a:pt x="2328" y="2604"/>
                    </a:cubicBezTo>
                    <a:cubicBezTo>
                      <a:pt x="2328" y="2645"/>
                      <a:pt x="2363" y="2677"/>
                      <a:pt x="2401" y="2677"/>
                    </a:cubicBezTo>
                    <a:cubicBezTo>
                      <a:pt x="2445" y="2677"/>
                      <a:pt x="2476" y="2642"/>
                      <a:pt x="2476" y="2604"/>
                    </a:cubicBezTo>
                    <a:cubicBezTo>
                      <a:pt x="2476" y="2567"/>
                      <a:pt x="2454" y="2535"/>
                      <a:pt x="2416" y="2529"/>
                    </a:cubicBezTo>
                    <a:close/>
                    <a:moveTo>
                      <a:pt x="3564" y="2529"/>
                    </a:moveTo>
                    <a:cubicBezTo>
                      <a:pt x="3523" y="2529"/>
                      <a:pt x="3492" y="2564"/>
                      <a:pt x="3492" y="2604"/>
                    </a:cubicBezTo>
                    <a:cubicBezTo>
                      <a:pt x="3492" y="2645"/>
                      <a:pt x="3526" y="2677"/>
                      <a:pt x="3564" y="2677"/>
                    </a:cubicBezTo>
                    <a:cubicBezTo>
                      <a:pt x="3608" y="2677"/>
                      <a:pt x="3640" y="2642"/>
                      <a:pt x="3640" y="2604"/>
                    </a:cubicBezTo>
                    <a:cubicBezTo>
                      <a:pt x="3640" y="2567"/>
                      <a:pt x="3618" y="2535"/>
                      <a:pt x="3586" y="2529"/>
                    </a:cubicBezTo>
                    <a:close/>
                    <a:moveTo>
                      <a:pt x="4734" y="2529"/>
                    </a:moveTo>
                    <a:cubicBezTo>
                      <a:pt x="4690" y="2529"/>
                      <a:pt x="4659" y="2564"/>
                      <a:pt x="4659" y="2604"/>
                    </a:cubicBezTo>
                    <a:cubicBezTo>
                      <a:pt x="4659" y="2645"/>
                      <a:pt x="4693" y="2677"/>
                      <a:pt x="4734" y="2677"/>
                    </a:cubicBezTo>
                    <a:cubicBezTo>
                      <a:pt x="4775" y="2677"/>
                      <a:pt x="4807" y="2642"/>
                      <a:pt x="4807" y="2604"/>
                    </a:cubicBezTo>
                    <a:cubicBezTo>
                      <a:pt x="4813" y="2567"/>
                      <a:pt x="4788" y="2535"/>
                      <a:pt x="4756" y="2529"/>
                    </a:cubicBezTo>
                    <a:close/>
                    <a:moveTo>
                      <a:pt x="4171" y="3407"/>
                    </a:moveTo>
                    <a:cubicBezTo>
                      <a:pt x="4168" y="3407"/>
                      <a:pt x="4165" y="3408"/>
                      <a:pt x="4162" y="3410"/>
                    </a:cubicBezTo>
                    <a:cubicBezTo>
                      <a:pt x="4160" y="3409"/>
                      <a:pt x="4157" y="3409"/>
                      <a:pt x="4155" y="3409"/>
                    </a:cubicBezTo>
                    <a:cubicBezTo>
                      <a:pt x="4117" y="3409"/>
                      <a:pt x="4083" y="3434"/>
                      <a:pt x="4080" y="3476"/>
                    </a:cubicBezTo>
                    <a:cubicBezTo>
                      <a:pt x="4077" y="3520"/>
                      <a:pt x="4105" y="3554"/>
                      <a:pt x="4146" y="3557"/>
                    </a:cubicBezTo>
                    <a:lnTo>
                      <a:pt x="4162" y="3557"/>
                    </a:lnTo>
                    <a:cubicBezTo>
                      <a:pt x="4166" y="3558"/>
                      <a:pt x="4170" y="3558"/>
                      <a:pt x="4174" y="3558"/>
                    </a:cubicBezTo>
                    <a:cubicBezTo>
                      <a:pt x="4212" y="3558"/>
                      <a:pt x="4241" y="3531"/>
                      <a:pt x="4247" y="3491"/>
                    </a:cubicBezTo>
                    <a:cubicBezTo>
                      <a:pt x="4250" y="3447"/>
                      <a:pt x="4222" y="3413"/>
                      <a:pt x="4178" y="3410"/>
                    </a:cubicBezTo>
                    <a:cubicBezTo>
                      <a:pt x="4176" y="3408"/>
                      <a:pt x="4174" y="3407"/>
                      <a:pt x="4171" y="3407"/>
                    </a:cubicBezTo>
                    <a:close/>
                    <a:moveTo>
                      <a:pt x="1831" y="3425"/>
                    </a:moveTo>
                    <a:cubicBezTo>
                      <a:pt x="1787" y="3425"/>
                      <a:pt x="1756" y="3460"/>
                      <a:pt x="1756" y="3498"/>
                    </a:cubicBezTo>
                    <a:cubicBezTo>
                      <a:pt x="1756" y="3542"/>
                      <a:pt x="1793" y="3573"/>
                      <a:pt x="1831" y="3573"/>
                    </a:cubicBezTo>
                    <a:cubicBezTo>
                      <a:pt x="1875" y="3573"/>
                      <a:pt x="1907" y="3539"/>
                      <a:pt x="1907" y="3498"/>
                    </a:cubicBezTo>
                    <a:cubicBezTo>
                      <a:pt x="1907" y="3460"/>
                      <a:pt x="1875" y="3425"/>
                      <a:pt x="1831" y="3425"/>
                    </a:cubicBezTo>
                    <a:close/>
                    <a:moveTo>
                      <a:pt x="2995" y="3425"/>
                    </a:moveTo>
                    <a:cubicBezTo>
                      <a:pt x="2951" y="3425"/>
                      <a:pt x="2919" y="3460"/>
                      <a:pt x="2919" y="3498"/>
                    </a:cubicBezTo>
                    <a:cubicBezTo>
                      <a:pt x="2919" y="3542"/>
                      <a:pt x="2957" y="3573"/>
                      <a:pt x="2995" y="3573"/>
                    </a:cubicBezTo>
                    <a:cubicBezTo>
                      <a:pt x="3039" y="3573"/>
                      <a:pt x="3070" y="3539"/>
                      <a:pt x="3070" y="3498"/>
                    </a:cubicBezTo>
                    <a:cubicBezTo>
                      <a:pt x="3070" y="3460"/>
                      <a:pt x="3039" y="3425"/>
                      <a:pt x="2998" y="3425"/>
                    </a:cubicBezTo>
                    <a:close/>
                    <a:moveTo>
                      <a:pt x="5322" y="3425"/>
                    </a:moveTo>
                    <a:cubicBezTo>
                      <a:pt x="5278" y="3425"/>
                      <a:pt x="5247" y="3457"/>
                      <a:pt x="5247" y="3498"/>
                    </a:cubicBezTo>
                    <a:cubicBezTo>
                      <a:pt x="5247" y="3542"/>
                      <a:pt x="5278" y="3573"/>
                      <a:pt x="5322" y="3573"/>
                    </a:cubicBezTo>
                    <a:cubicBezTo>
                      <a:pt x="5366" y="3573"/>
                      <a:pt x="5398" y="3542"/>
                      <a:pt x="5398" y="3498"/>
                    </a:cubicBezTo>
                    <a:cubicBezTo>
                      <a:pt x="5398" y="3463"/>
                      <a:pt x="5373" y="3429"/>
                      <a:pt x="5335" y="3425"/>
                    </a:cubicBezTo>
                    <a:close/>
                    <a:moveTo>
                      <a:pt x="5845" y="4293"/>
                    </a:moveTo>
                    <a:lnTo>
                      <a:pt x="5845" y="4322"/>
                    </a:lnTo>
                    <a:lnTo>
                      <a:pt x="5873" y="4322"/>
                    </a:lnTo>
                    <a:cubicBezTo>
                      <a:pt x="5860" y="4312"/>
                      <a:pt x="5854" y="4306"/>
                      <a:pt x="5845" y="4293"/>
                    </a:cubicBezTo>
                    <a:close/>
                    <a:moveTo>
                      <a:pt x="5841" y="4322"/>
                    </a:moveTo>
                    <a:cubicBezTo>
                      <a:pt x="5841" y="4328"/>
                      <a:pt x="5841" y="4341"/>
                      <a:pt x="5845" y="4350"/>
                    </a:cubicBezTo>
                    <a:lnTo>
                      <a:pt x="5845" y="4322"/>
                    </a:lnTo>
                    <a:close/>
                    <a:moveTo>
                      <a:pt x="2394" y="4234"/>
                    </a:moveTo>
                    <a:cubicBezTo>
                      <a:pt x="2350" y="4234"/>
                      <a:pt x="2319" y="4271"/>
                      <a:pt x="2319" y="4309"/>
                    </a:cubicBezTo>
                    <a:cubicBezTo>
                      <a:pt x="2319" y="4353"/>
                      <a:pt x="2353" y="4385"/>
                      <a:pt x="2394" y="4385"/>
                    </a:cubicBezTo>
                    <a:cubicBezTo>
                      <a:pt x="2438" y="4385"/>
                      <a:pt x="2470" y="4350"/>
                      <a:pt x="2470" y="4309"/>
                    </a:cubicBezTo>
                    <a:cubicBezTo>
                      <a:pt x="2470" y="4275"/>
                      <a:pt x="2448" y="4246"/>
                      <a:pt x="2416" y="4234"/>
                    </a:cubicBezTo>
                    <a:close/>
                    <a:moveTo>
                      <a:pt x="3558" y="4234"/>
                    </a:moveTo>
                    <a:cubicBezTo>
                      <a:pt x="3514" y="4234"/>
                      <a:pt x="3482" y="4271"/>
                      <a:pt x="3482" y="4309"/>
                    </a:cubicBezTo>
                    <a:cubicBezTo>
                      <a:pt x="3482" y="4353"/>
                      <a:pt x="3517" y="4385"/>
                      <a:pt x="3558" y="4385"/>
                    </a:cubicBezTo>
                    <a:cubicBezTo>
                      <a:pt x="3599" y="4385"/>
                      <a:pt x="3633" y="4350"/>
                      <a:pt x="3633" y="4309"/>
                    </a:cubicBezTo>
                    <a:cubicBezTo>
                      <a:pt x="3633" y="4278"/>
                      <a:pt x="3618" y="4246"/>
                      <a:pt x="3586" y="4234"/>
                    </a:cubicBezTo>
                    <a:close/>
                    <a:moveTo>
                      <a:pt x="4725" y="4234"/>
                    </a:moveTo>
                    <a:cubicBezTo>
                      <a:pt x="4681" y="4234"/>
                      <a:pt x="4649" y="4271"/>
                      <a:pt x="4649" y="4309"/>
                    </a:cubicBezTo>
                    <a:cubicBezTo>
                      <a:pt x="4649" y="4353"/>
                      <a:pt x="4687" y="4385"/>
                      <a:pt x="4725" y="4385"/>
                    </a:cubicBezTo>
                    <a:cubicBezTo>
                      <a:pt x="4769" y="4385"/>
                      <a:pt x="4800" y="4350"/>
                      <a:pt x="4800" y="4309"/>
                    </a:cubicBezTo>
                    <a:cubicBezTo>
                      <a:pt x="4803" y="4278"/>
                      <a:pt x="4785" y="4246"/>
                      <a:pt x="4756" y="4234"/>
                    </a:cubicBezTo>
                    <a:close/>
                    <a:moveTo>
                      <a:pt x="5291" y="5127"/>
                    </a:moveTo>
                    <a:lnTo>
                      <a:pt x="5291" y="5130"/>
                    </a:lnTo>
                    <a:cubicBezTo>
                      <a:pt x="5250" y="5130"/>
                      <a:pt x="5215" y="5162"/>
                      <a:pt x="5215" y="5206"/>
                    </a:cubicBezTo>
                    <a:cubicBezTo>
                      <a:pt x="5215" y="5215"/>
                      <a:pt x="5215" y="5221"/>
                      <a:pt x="5219" y="5231"/>
                    </a:cubicBezTo>
                    <a:lnTo>
                      <a:pt x="5357" y="5237"/>
                    </a:lnTo>
                    <a:cubicBezTo>
                      <a:pt x="5360" y="5224"/>
                      <a:pt x="5366" y="5215"/>
                      <a:pt x="5366" y="5202"/>
                    </a:cubicBezTo>
                    <a:cubicBezTo>
                      <a:pt x="5366" y="5171"/>
                      <a:pt x="5344" y="5140"/>
                      <a:pt x="5313" y="51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1" name="Google Shape;1641;p36"/>
              <p:cNvSpPr/>
              <p:nvPr/>
            </p:nvSpPr>
            <p:spPr>
              <a:xfrm>
                <a:off x="2287619" y="1828541"/>
                <a:ext cx="6447" cy="216720"/>
              </a:xfrm>
              <a:custGeom>
                <a:avLst/>
                <a:gdLst/>
                <a:ahLst/>
                <a:cxnLst/>
                <a:rect l="l" t="t" r="r" b="b"/>
                <a:pathLst>
                  <a:path w="83" h="2790" extrusionOk="0">
                    <a:moveTo>
                      <a:pt x="43" y="0"/>
                    </a:moveTo>
                    <a:cubicBezTo>
                      <a:pt x="41" y="0"/>
                      <a:pt x="38" y="2"/>
                      <a:pt x="38" y="6"/>
                    </a:cubicBezTo>
                    <a:cubicBezTo>
                      <a:pt x="19" y="233"/>
                      <a:pt x="10" y="1154"/>
                      <a:pt x="10" y="1387"/>
                    </a:cubicBezTo>
                    <a:cubicBezTo>
                      <a:pt x="10" y="1849"/>
                      <a:pt x="0" y="2318"/>
                      <a:pt x="38" y="2780"/>
                    </a:cubicBezTo>
                    <a:cubicBezTo>
                      <a:pt x="38" y="2786"/>
                      <a:pt x="41" y="2790"/>
                      <a:pt x="44" y="2790"/>
                    </a:cubicBezTo>
                    <a:cubicBezTo>
                      <a:pt x="48" y="2790"/>
                      <a:pt x="51" y="2786"/>
                      <a:pt x="51" y="2780"/>
                    </a:cubicBezTo>
                    <a:cubicBezTo>
                      <a:pt x="82" y="2321"/>
                      <a:pt x="82" y="1859"/>
                      <a:pt x="82" y="1393"/>
                    </a:cubicBezTo>
                    <a:cubicBezTo>
                      <a:pt x="82" y="1160"/>
                      <a:pt x="76" y="233"/>
                      <a:pt x="51" y="6"/>
                    </a:cubicBezTo>
                    <a:cubicBezTo>
                      <a:pt x="51" y="3"/>
                      <a:pt x="47" y="0"/>
                      <a:pt x="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2" name="Google Shape;1642;p36"/>
              <p:cNvSpPr/>
              <p:nvPr/>
            </p:nvSpPr>
            <p:spPr>
              <a:xfrm>
                <a:off x="1858448" y="1634345"/>
                <a:ext cx="380620" cy="417050"/>
              </a:xfrm>
              <a:custGeom>
                <a:avLst/>
                <a:gdLst/>
                <a:ahLst/>
                <a:cxnLst/>
                <a:rect l="l" t="t" r="r" b="b"/>
                <a:pathLst>
                  <a:path w="4900" h="5369" extrusionOk="0">
                    <a:moveTo>
                      <a:pt x="498" y="0"/>
                    </a:moveTo>
                    <a:cubicBezTo>
                      <a:pt x="24" y="0"/>
                      <a:pt x="0" y="675"/>
                      <a:pt x="333" y="1408"/>
                    </a:cubicBezTo>
                    <a:cubicBezTo>
                      <a:pt x="808" y="2459"/>
                      <a:pt x="2437" y="4774"/>
                      <a:pt x="3321" y="5085"/>
                    </a:cubicBezTo>
                    <a:cubicBezTo>
                      <a:pt x="3720" y="5227"/>
                      <a:pt x="4343" y="5312"/>
                      <a:pt x="4899" y="5368"/>
                    </a:cubicBezTo>
                    <a:lnTo>
                      <a:pt x="880" y="106"/>
                    </a:lnTo>
                    <a:cubicBezTo>
                      <a:pt x="730" y="33"/>
                      <a:pt x="603" y="0"/>
                      <a:pt x="498" y="0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3" name="Google Shape;1643;p36"/>
              <p:cNvSpPr/>
              <p:nvPr/>
            </p:nvSpPr>
            <p:spPr>
              <a:xfrm>
                <a:off x="1666583" y="1638772"/>
                <a:ext cx="397786" cy="494417"/>
              </a:xfrm>
              <a:custGeom>
                <a:avLst/>
                <a:gdLst/>
                <a:ahLst/>
                <a:cxnLst/>
                <a:rect l="l" t="t" r="r" b="b"/>
                <a:pathLst>
                  <a:path w="5121" h="6365" extrusionOk="0">
                    <a:moveTo>
                      <a:pt x="2846" y="1"/>
                    </a:moveTo>
                    <a:cubicBezTo>
                      <a:pt x="2580" y="1"/>
                      <a:pt x="2295" y="115"/>
                      <a:pt x="2029" y="373"/>
                    </a:cubicBezTo>
                    <a:cubicBezTo>
                      <a:pt x="2023" y="376"/>
                      <a:pt x="2016" y="380"/>
                      <a:pt x="2013" y="383"/>
                    </a:cubicBezTo>
                    <a:lnTo>
                      <a:pt x="1960" y="436"/>
                    </a:lnTo>
                    <a:cubicBezTo>
                      <a:pt x="1787" y="631"/>
                      <a:pt x="1642" y="851"/>
                      <a:pt x="1529" y="1087"/>
                    </a:cubicBezTo>
                    <a:lnTo>
                      <a:pt x="1510" y="1122"/>
                    </a:lnTo>
                    <a:cubicBezTo>
                      <a:pt x="1214" y="1745"/>
                      <a:pt x="969" y="2389"/>
                      <a:pt x="780" y="3050"/>
                    </a:cubicBezTo>
                    <a:cubicBezTo>
                      <a:pt x="780" y="3056"/>
                      <a:pt x="777" y="3066"/>
                      <a:pt x="774" y="3072"/>
                    </a:cubicBezTo>
                    <a:cubicBezTo>
                      <a:pt x="302" y="4663"/>
                      <a:pt x="0" y="6308"/>
                      <a:pt x="0" y="6308"/>
                    </a:cubicBezTo>
                    <a:cubicBezTo>
                      <a:pt x="588" y="6355"/>
                      <a:pt x="2208" y="6365"/>
                      <a:pt x="3466" y="6365"/>
                    </a:cubicBezTo>
                    <a:lnTo>
                      <a:pt x="3856" y="5852"/>
                    </a:lnTo>
                    <a:lnTo>
                      <a:pt x="4136" y="6365"/>
                    </a:lnTo>
                    <a:lnTo>
                      <a:pt x="5114" y="6359"/>
                    </a:lnTo>
                    <a:lnTo>
                      <a:pt x="4765" y="3842"/>
                    </a:lnTo>
                    <a:cubicBezTo>
                      <a:pt x="4765" y="3842"/>
                      <a:pt x="5121" y="3239"/>
                      <a:pt x="5017" y="2688"/>
                    </a:cubicBezTo>
                    <a:cubicBezTo>
                      <a:pt x="4944" y="2345"/>
                      <a:pt x="4548" y="1701"/>
                      <a:pt x="4183" y="1163"/>
                    </a:cubicBezTo>
                    <a:cubicBezTo>
                      <a:pt x="4177" y="1153"/>
                      <a:pt x="4171" y="1147"/>
                      <a:pt x="4168" y="1144"/>
                    </a:cubicBezTo>
                    <a:cubicBezTo>
                      <a:pt x="3872" y="710"/>
                      <a:pt x="3608" y="361"/>
                      <a:pt x="3561" y="317"/>
                    </a:cubicBezTo>
                    <a:cubicBezTo>
                      <a:pt x="3365" y="116"/>
                      <a:pt x="3115" y="1"/>
                      <a:pt x="28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4" name="Google Shape;1644;p36"/>
              <p:cNvSpPr/>
              <p:nvPr/>
            </p:nvSpPr>
            <p:spPr>
              <a:xfrm>
                <a:off x="1700062" y="1650890"/>
                <a:ext cx="330828" cy="474998"/>
              </a:xfrm>
              <a:custGeom>
                <a:avLst/>
                <a:gdLst/>
                <a:ahLst/>
                <a:cxnLst/>
                <a:rect l="l" t="t" r="r" b="b"/>
                <a:pathLst>
                  <a:path w="4259" h="6115" extrusionOk="0">
                    <a:moveTo>
                      <a:pt x="2982" y="10"/>
                    </a:moveTo>
                    <a:cubicBezTo>
                      <a:pt x="2941" y="25"/>
                      <a:pt x="2925" y="73"/>
                      <a:pt x="2944" y="107"/>
                    </a:cubicBezTo>
                    <a:cubicBezTo>
                      <a:pt x="2960" y="132"/>
                      <a:pt x="2986" y="149"/>
                      <a:pt x="3014" y="149"/>
                    </a:cubicBezTo>
                    <a:cubicBezTo>
                      <a:pt x="3024" y="149"/>
                      <a:pt x="3034" y="147"/>
                      <a:pt x="3045" y="142"/>
                    </a:cubicBezTo>
                    <a:cubicBezTo>
                      <a:pt x="3064" y="135"/>
                      <a:pt x="3079" y="113"/>
                      <a:pt x="3086" y="91"/>
                    </a:cubicBezTo>
                    <a:cubicBezTo>
                      <a:pt x="3054" y="63"/>
                      <a:pt x="3019" y="32"/>
                      <a:pt x="2982" y="10"/>
                    </a:cubicBezTo>
                    <a:close/>
                    <a:moveTo>
                      <a:pt x="1843" y="0"/>
                    </a:moveTo>
                    <a:cubicBezTo>
                      <a:pt x="1805" y="0"/>
                      <a:pt x="1771" y="32"/>
                      <a:pt x="1771" y="76"/>
                    </a:cubicBezTo>
                    <a:cubicBezTo>
                      <a:pt x="1771" y="113"/>
                      <a:pt x="1802" y="151"/>
                      <a:pt x="1843" y="151"/>
                    </a:cubicBezTo>
                    <a:cubicBezTo>
                      <a:pt x="1884" y="151"/>
                      <a:pt x="1919" y="120"/>
                      <a:pt x="1919" y="76"/>
                    </a:cubicBezTo>
                    <a:cubicBezTo>
                      <a:pt x="1919" y="35"/>
                      <a:pt x="1884" y="0"/>
                      <a:pt x="1843" y="0"/>
                    </a:cubicBezTo>
                    <a:close/>
                    <a:moveTo>
                      <a:pt x="1258" y="827"/>
                    </a:moveTo>
                    <a:cubicBezTo>
                      <a:pt x="1214" y="827"/>
                      <a:pt x="1183" y="862"/>
                      <a:pt x="1183" y="900"/>
                    </a:cubicBezTo>
                    <a:cubicBezTo>
                      <a:pt x="1183" y="944"/>
                      <a:pt x="1220" y="975"/>
                      <a:pt x="1258" y="975"/>
                    </a:cubicBezTo>
                    <a:cubicBezTo>
                      <a:pt x="1302" y="975"/>
                      <a:pt x="1334" y="941"/>
                      <a:pt x="1334" y="900"/>
                    </a:cubicBezTo>
                    <a:cubicBezTo>
                      <a:pt x="1334" y="859"/>
                      <a:pt x="1302" y="827"/>
                      <a:pt x="1258" y="827"/>
                    </a:cubicBezTo>
                    <a:close/>
                    <a:moveTo>
                      <a:pt x="2422" y="827"/>
                    </a:moveTo>
                    <a:cubicBezTo>
                      <a:pt x="2378" y="827"/>
                      <a:pt x="2346" y="862"/>
                      <a:pt x="2346" y="900"/>
                    </a:cubicBezTo>
                    <a:cubicBezTo>
                      <a:pt x="2346" y="944"/>
                      <a:pt x="2384" y="975"/>
                      <a:pt x="2422" y="975"/>
                    </a:cubicBezTo>
                    <a:cubicBezTo>
                      <a:pt x="2466" y="975"/>
                      <a:pt x="2497" y="941"/>
                      <a:pt x="2497" y="900"/>
                    </a:cubicBezTo>
                    <a:cubicBezTo>
                      <a:pt x="2501" y="859"/>
                      <a:pt x="2466" y="827"/>
                      <a:pt x="2422" y="827"/>
                    </a:cubicBezTo>
                    <a:close/>
                    <a:moveTo>
                      <a:pt x="3636" y="827"/>
                    </a:moveTo>
                    <a:cubicBezTo>
                      <a:pt x="3595" y="827"/>
                      <a:pt x="3564" y="859"/>
                      <a:pt x="3564" y="900"/>
                    </a:cubicBezTo>
                    <a:cubicBezTo>
                      <a:pt x="3564" y="944"/>
                      <a:pt x="3595" y="975"/>
                      <a:pt x="3636" y="975"/>
                    </a:cubicBezTo>
                    <a:cubicBezTo>
                      <a:pt x="3680" y="975"/>
                      <a:pt x="3711" y="944"/>
                      <a:pt x="3711" y="900"/>
                    </a:cubicBezTo>
                    <a:cubicBezTo>
                      <a:pt x="3711" y="862"/>
                      <a:pt x="3680" y="827"/>
                      <a:pt x="3642" y="827"/>
                    </a:cubicBezTo>
                    <a:close/>
                    <a:moveTo>
                      <a:pt x="739" y="1724"/>
                    </a:moveTo>
                    <a:cubicBezTo>
                      <a:pt x="727" y="1758"/>
                      <a:pt x="711" y="1796"/>
                      <a:pt x="695" y="1834"/>
                    </a:cubicBezTo>
                    <a:cubicBezTo>
                      <a:pt x="727" y="1821"/>
                      <a:pt x="749" y="1793"/>
                      <a:pt x="749" y="1762"/>
                    </a:cubicBezTo>
                    <a:cubicBezTo>
                      <a:pt x="749" y="1746"/>
                      <a:pt x="742" y="1733"/>
                      <a:pt x="739" y="1724"/>
                    </a:cubicBezTo>
                    <a:close/>
                    <a:moveTo>
                      <a:pt x="4183" y="1702"/>
                    </a:moveTo>
                    <a:cubicBezTo>
                      <a:pt x="4139" y="1702"/>
                      <a:pt x="4108" y="1736"/>
                      <a:pt x="4108" y="1777"/>
                    </a:cubicBezTo>
                    <a:cubicBezTo>
                      <a:pt x="4114" y="1819"/>
                      <a:pt x="4148" y="1844"/>
                      <a:pt x="4186" y="1844"/>
                    </a:cubicBezTo>
                    <a:cubicBezTo>
                      <a:pt x="4188" y="1844"/>
                      <a:pt x="4190" y="1844"/>
                      <a:pt x="4193" y="1843"/>
                    </a:cubicBezTo>
                    <a:cubicBezTo>
                      <a:pt x="4227" y="1840"/>
                      <a:pt x="4256" y="1812"/>
                      <a:pt x="4259" y="1777"/>
                    </a:cubicBezTo>
                    <a:lnTo>
                      <a:pt x="4218" y="1714"/>
                    </a:lnTo>
                    <a:cubicBezTo>
                      <a:pt x="4208" y="1708"/>
                      <a:pt x="4196" y="1702"/>
                      <a:pt x="4183" y="1702"/>
                    </a:cubicBezTo>
                    <a:close/>
                    <a:moveTo>
                      <a:pt x="1843" y="1724"/>
                    </a:moveTo>
                    <a:cubicBezTo>
                      <a:pt x="1802" y="1724"/>
                      <a:pt x="1771" y="1758"/>
                      <a:pt x="1771" y="1796"/>
                    </a:cubicBezTo>
                    <a:cubicBezTo>
                      <a:pt x="1771" y="1837"/>
                      <a:pt x="1805" y="1872"/>
                      <a:pt x="1843" y="1872"/>
                    </a:cubicBezTo>
                    <a:cubicBezTo>
                      <a:pt x="1887" y="1872"/>
                      <a:pt x="1919" y="1837"/>
                      <a:pt x="1919" y="1796"/>
                    </a:cubicBezTo>
                    <a:cubicBezTo>
                      <a:pt x="1919" y="1755"/>
                      <a:pt x="1887" y="1724"/>
                      <a:pt x="1843" y="1724"/>
                    </a:cubicBezTo>
                    <a:close/>
                    <a:moveTo>
                      <a:pt x="3013" y="1724"/>
                    </a:moveTo>
                    <a:cubicBezTo>
                      <a:pt x="2969" y="1724"/>
                      <a:pt x="2938" y="1758"/>
                      <a:pt x="2938" y="1796"/>
                    </a:cubicBezTo>
                    <a:cubicBezTo>
                      <a:pt x="2938" y="1840"/>
                      <a:pt x="2972" y="1872"/>
                      <a:pt x="3013" y="1872"/>
                    </a:cubicBezTo>
                    <a:cubicBezTo>
                      <a:pt x="3054" y="1872"/>
                      <a:pt x="3086" y="1837"/>
                      <a:pt x="3086" y="1796"/>
                    </a:cubicBezTo>
                    <a:cubicBezTo>
                      <a:pt x="3086" y="1755"/>
                      <a:pt x="3051" y="1724"/>
                      <a:pt x="3013" y="1724"/>
                    </a:cubicBezTo>
                    <a:close/>
                    <a:moveTo>
                      <a:pt x="3636" y="2529"/>
                    </a:moveTo>
                    <a:cubicBezTo>
                      <a:pt x="3595" y="2529"/>
                      <a:pt x="3564" y="2560"/>
                      <a:pt x="3564" y="2604"/>
                    </a:cubicBezTo>
                    <a:cubicBezTo>
                      <a:pt x="3564" y="2645"/>
                      <a:pt x="3595" y="2677"/>
                      <a:pt x="3636" y="2677"/>
                    </a:cubicBezTo>
                    <a:cubicBezTo>
                      <a:pt x="3680" y="2677"/>
                      <a:pt x="3711" y="2645"/>
                      <a:pt x="3711" y="2604"/>
                    </a:cubicBezTo>
                    <a:cubicBezTo>
                      <a:pt x="3711" y="2564"/>
                      <a:pt x="3680" y="2529"/>
                      <a:pt x="3636" y="2529"/>
                    </a:cubicBezTo>
                    <a:close/>
                    <a:moveTo>
                      <a:pt x="1261" y="2560"/>
                    </a:moveTo>
                    <a:cubicBezTo>
                      <a:pt x="1220" y="2560"/>
                      <a:pt x="1189" y="2595"/>
                      <a:pt x="1189" y="2633"/>
                    </a:cubicBezTo>
                    <a:cubicBezTo>
                      <a:pt x="1189" y="2677"/>
                      <a:pt x="1224" y="2708"/>
                      <a:pt x="1261" y="2708"/>
                    </a:cubicBezTo>
                    <a:cubicBezTo>
                      <a:pt x="1305" y="2708"/>
                      <a:pt x="1337" y="2674"/>
                      <a:pt x="1337" y="2633"/>
                    </a:cubicBezTo>
                    <a:cubicBezTo>
                      <a:pt x="1337" y="2592"/>
                      <a:pt x="1302" y="2560"/>
                      <a:pt x="1261" y="2560"/>
                    </a:cubicBezTo>
                    <a:close/>
                    <a:moveTo>
                      <a:pt x="2435" y="2558"/>
                    </a:moveTo>
                    <a:cubicBezTo>
                      <a:pt x="2433" y="2558"/>
                      <a:pt x="2430" y="2559"/>
                      <a:pt x="2425" y="2560"/>
                    </a:cubicBezTo>
                    <a:cubicBezTo>
                      <a:pt x="2421" y="2560"/>
                      <a:pt x="2417" y="2560"/>
                      <a:pt x="2414" y="2560"/>
                    </a:cubicBezTo>
                    <a:cubicBezTo>
                      <a:pt x="2377" y="2560"/>
                      <a:pt x="2346" y="2587"/>
                      <a:pt x="2343" y="2627"/>
                    </a:cubicBezTo>
                    <a:cubicBezTo>
                      <a:pt x="2340" y="2671"/>
                      <a:pt x="2368" y="2705"/>
                      <a:pt x="2409" y="2708"/>
                    </a:cubicBezTo>
                    <a:lnTo>
                      <a:pt x="2425" y="2708"/>
                    </a:lnTo>
                    <a:cubicBezTo>
                      <a:pt x="2429" y="2709"/>
                      <a:pt x="2433" y="2709"/>
                      <a:pt x="2437" y="2709"/>
                    </a:cubicBezTo>
                    <a:cubicBezTo>
                      <a:pt x="2475" y="2709"/>
                      <a:pt x="2504" y="2682"/>
                      <a:pt x="2510" y="2642"/>
                    </a:cubicBezTo>
                    <a:cubicBezTo>
                      <a:pt x="2513" y="2598"/>
                      <a:pt x="2485" y="2564"/>
                      <a:pt x="2441" y="2560"/>
                    </a:cubicBezTo>
                    <a:cubicBezTo>
                      <a:pt x="2439" y="2559"/>
                      <a:pt x="2438" y="2558"/>
                      <a:pt x="2435" y="2558"/>
                    </a:cubicBezTo>
                    <a:close/>
                    <a:moveTo>
                      <a:pt x="670" y="3425"/>
                    </a:moveTo>
                    <a:cubicBezTo>
                      <a:pt x="626" y="3425"/>
                      <a:pt x="595" y="3460"/>
                      <a:pt x="595" y="3498"/>
                    </a:cubicBezTo>
                    <a:cubicBezTo>
                      <a:pt x="595" y="3542"/>
                      <a:pt x="629" y="3573"/>
                      <a:pt x="670" y="3573"/>
                    </a:cubicBezTo>
                    <a:cubicBezTo>
                      <a:pt x="711" y="3573"/>
                      <a:pt x="742" y="3539"/>
                      <a:pt x="742" y="3498"/>
                    </a:cubicBezTo>
                    <a:cubicBezTo>
                      <a:pt x="742" y="3460"/>
                      <a:pt x="711" y="3425"/>
                      <a:pt x="673" y="3425"/>
                    </a:cubicBezTo>
                    <a:close/>
                    <a:moveTo>
                      <a:pt x="1837" y="3425"/>
                    </a:moveTo>
                    <a:cubicBezTo>
                      <a:pt x="1793" y="3425"/>
                      <a:pt x="1761" y="3460"/>
                      <a:pt x="1761" y="3498"/>
                    </a:cubicBezTo>
                    <a:cubicBezTo>
                      <a:pt x="1761" y="3542"/>
                      <a:pt x="1796" y="3573"/>
                      <a:pt x="1837" y="3573"/>
                    </a:cubicBezTo>
                    <a:cubicBezTo>
                      <a:pt x="1881" y="3573"/>
                      <a:pt x="1912" y="3539"/>
                      <a:pt x="1912" y="3498"/>
                    </a:cubicBezTo>
                    <a:cubicBezTo>
                      <a:pt x="1912" y="3460"/>
                      <a:pt x="1884" y="3429"/>
                      <a:pt x="1843" y="3425"/>
                    </a:cubicBezTo>
                    <a:close/>
                    <a:moveTo>
                      <a:pt x="3001" y="3425"/>
                    </a:moveTo>
                    <a:cubicBezTo>
                      <a:pt x="2957" y="3425"/>
                      <a:pt x="2925" y="3460"/>
                      <a:pt x="2925" y="3498"/>
                    </a:cubicBezTo>
                    <a:cubicBezTo>
                      <a:pt x="2925" y="3542"/>
                      <a:pt x="2960" y="3573"/>
                      <a:pt x="3001" y="3573"/>
                    </a:cubicBezTo>
                    <a:cubicBezTo>
                      <a:pt x="3045" y="3573"/>
                      <a:pt x="3076" y="3539"/>
                      <a:pt x="3076" y="3498"/>
                    </a:cubicBezTo>
                    <a:cubicBezTo>
                      <a:pt x="3076" y="3460"/>
                      <a:pt x="3048" y="3429"/>
                      <a:pt x="3013" y="3425"/>
                    </a:cubicBezTo>
                    <a:close/>
                    <a:moveTo>
                      <a:pt x="4171" y="3425"/>
                    </a:moveTo>
                    <a:cubicBezTo>
                      <a:pt x="4130" y="3425"/>
                      <a:pt x="4098" y="3460"/>
                      <a:pt x="4098" y="3498"/>
                    </a:cubicBezTo>
                    <a:cubicBezTo>
                      <a:pt x="4098" y="3542"/>
                      <a:pt x="4133" y="3573"/>
                      <a:pt x="4171" y="3573"/>
                    </a:cubicBezTo>
                    <a:cubicBezTo>
                      <a:pt x="4215" y="3573"/>
                      <a:pt x="4246" y="3539"/>
                      <a:pt x="4246" y="3498"/>
                    </a:cubicBezTo>
                    <a:cubicBezTo>
                      <a:pt x="4246" y="3460"/>
                      <a:pt x="4218" y="3429"/>
                      <a:pt x="4183" y="3425"/>
                    </a:cubicBezTo>
                    <a:close/>
                    <a:moveTo>
                      <a:pt x="79" y="4234"/>
                    </a:moveTo>
                    <a:cubicBezTo>
                      <a:pt x="35" y="4234"/>
                      <a:pt x="3" y="4271"/>
                      <a:pt x="3" y="4309"/>
                    </a:cubicBezTo>
                    <a:cubicBezTo>
                      <a:pt x="3" y="4353"/>
                      <a:pt x="41" y="4385"/>
                      <a:pt x="79" y="4385"/>
                    </a:cubicBezTo>
                    <a:cubicBezTo>
                      <a:pt x="123" y="4385"/>
                      <a:pt x="154" y="4350"/>
                      <a:pt x="154" y="4309"/>
                    </a:cubicBezTo>
                    <a:cubicBezTo>
                      <a:pt x="154" y="4271"/>
                      <a:pt x="126" y="4240"/>
                      <a:pt x="88" y="4234"/>
                    </a:cubicBezTo>
                    <a:close/>
                    <a:moveTo>
                      <a:pt x="1246" y="4234"/>
                    </a:moveTo>
                    <a:cubicBezTo>
                      <a:pt x="1205" y="4234"/>
                      <a:pt x="1173" y="4271"/>
                      <a:pt x="1173" y="4309"/>
                    </a:cubicBezTo>
                    <a:cubicBezTo>
                      <a:pt x="1173" y="4353"/>
                      <a:pt x="1208" y="4385"/>
                      <a:pt x="1246" y="4385"/>
                    </a:cubicBezTo>
                    <a:cubicBezTo>
                      <a:pt x="1290" y="4385"/>
                      <a:pt x="1321" y="4350"/>
                      <a:pt x="1321" y="4309"/>
                    </a:cubicBezTo>
                    <a:cubicBezTo>
                      <a:pt x="1321" y="4275"/>
                      <a:pt x="1299" y="4243"/>
                      <a:pt x="1258" y="4234"/>
                    </a:cubicBezTo>
                    <a:close/>
                    <a:moveTo>
                      <a:pt x="3582" y="4262"/>
                    </a:moveTo>
                    <a:cubicBezTo>
                      <a:pt x="3538" y="4262"/>
                      <a:pt x="3507" y="4297"/>
                      <a:pt x="3507" y="4338"/>
                    </a:cubicBezTo>
                    <a:cubicBezTo>
                      <a:pt x="3507" y="4382"/>
                      <a:pt x="3542" y="4410"/>
                      <a:pt x="3582" y="4410"/>
                    </a:cubicBezTo>
                    <a:cubicBezTo>
                      <a:pt x="3627" y="4410"/>
                      <a:pt x="3658" y="4375"/>
                      <a:pt x="3658" y="4338"/>
                    </a:cubicBezTo>
                    <a:cubicBezTo>
                      <a:pt x="3658" y="4293"/>
                      <a:pt x="3627" y="4262"/>
                      <a:pt x="3582" y="4262"/>
                    </a:cubicBezTo>
                    <a:close/>
                    <a:moveTo>
                      <a:pt x="2416" y="4234"/>
                    </a:moveTo>
                    <a:cubicBezTo>
                      <a:pt x="2372" y="4262"/>
                      <a:pt x="2340" y="4293"/>
                      <a:pt x="2340" y="4338"/>
                    </a:cubicBezTo>
                    <a:cubicBezTo>
                      <a:pt x="2340" y="4382"/>
                      <a:pt x="2375" y="4413"/>
                      <a:pt x="2416" y="4416"/>
                    </a:cubicBezTo>
                    <a:cubicBezTo>
                      <a:pt x="2456" y="4416"/>
                      <a:pt x="2488" y="4382"/>
                      <a:pt x="2488" y="4341"/>
                    </a:cubicBezTo>
                    <a:cubicBezTo>
                      <a:pt x="2488" y="4293"/>
                      <a:pt x="2453" y="4262"/>
                      <a:pt x="2416" y="4234"/>
                    </a:cubicBezTo>
                    <a:close/>
                    <a:moveTo>
                      <a:pt x="673" y="5130"/>
                    </a:moveTo>
                    <a:cubicBezTo>
                      <a:pt x="629" y="5130"/>
                      <a:pt x="598" y="5168"/>
                      <a:pt x="598" y="5206"/>
                    </a:cubicBezTo>
                    <a:cubicBezTo>
                      <a:pt x="598" y="5250"/>
                      <a:pt x="632" y="5281"/>
                      <a:pt x="673" y="5281"/>
                    </a:cubicBezTo>
                    <a:cubicBezTo>
                      <a:pt x="717" y="5281"/>
                      <a:pt x="749" y="5246"/>
                      <a:pt x="749" y="5206"/>
                    </a:cubicBezTo>
                    <a:cubicBezTo>
                      <a:pt x="749" y="5162"/>
                      <a:pt x="717" y="5130"/>
                      <a:pt x="673" y="5130"/>
                    </a:cubicBezTo>
                    <a:close/>
                    <a:moveTo>
                      <a:pt x="1840" y="5130"/>
                    </a:moveTo>
                    <a:cubicBezTo>
                      <a:pt x="1796" y="5130"/>
                      <a:pt x="1765" y="5168"/>
                      <a:pt x="1765" y="5206"/>
                    </a:cubicBezTo>
                    <a:cubicBezTo>
                      <a:pt x="1765" y="5250"/>
                      <a:pt x="1802" y="5281"/>
                      <a:pt x="1840" y="5281"/>
                    </a:cubicBezTo>
                    <a:cubicBezTo>
                      <a:pt x="1884" y="5281"/>
                      <a:pt x="1916" y="5246"/>
                      <a:pt x="1916" y="5206"/>
                    </a:cubicBezTo>
                    <a:cubicBezTo>
                      <a:pt x="1916" y="5168"/>
                      <a:pt x="1884" y="5136"/>
                      <a:pt x="1843" y="5130"/>
                    </a:cubicBezTo>
                    <a:close/>
                    <a:moveTo>
                      <a:pt x="3004" y="5130"/>
                    </a:moveTo>
                    <a:cubicBezTo>
                      <a:pt x="2960" y="5130"/>
                      <a:pt x="2928" y="5168"/>
                      <a:pt x="2928" y="5206"/>
                    </a:cubicBezTo>
                    <a:cubicBezTo>
                      <a:pt x="2928" y="5250"/>
                      <a:pt x="2966" y="5281"/>
                      <a:pt x="3004" y="5281"/>
                    </a:cubicBezTo>
                    <a:cubicBezTo>
                      <a:pt x="3048" y="5281"/>
                      <a:pt x="3079" y="5246"/>
                      <a:pt x="3079" y="5206"/>
                    </a:cubicBezTo>
                    <a:cubicBezTo>
                      <a:pt x="3079" y="5168"/>
                      <a:pt x="3051" y="5136"/>
                      <a:pt x="3013" y="5130"/>
                    </a:cubicBezTo>
                    <a:close/>
                    <a:moveTo>
                      <a:pt x="4177" y="5130"/>
                    </a:moveTo>
                    <a:cubicBezTo>
                      <a:pt x="4133" y="5130"/>
                      <a:pt x="4101" y="5168"/>
                      <a:pt x="4101" y="5206"/>
                    </a:cubicBezTo>
                    <a:cubicBezTo>
                      <a:pt x="4101" y="5250"/>
                      <a:pt x="4136" y="5281"/>
                      <a:pt x="4177" y="5281"/>
                    </a:cubicBezTo>
                    <a:cubicBezTo>
                      <a:pt x="4218" y="5281"/>
                      <a:pt x="4249" y="5246"/>
                      <a:pt x="4249" y="5206"/>
                    </a:cubicBezTo>
                    <a:cubicBezTo>
                      <a:pt x="4249" y="5168"/>
                      <a:pt x="4221" y="5136"/>
                      <a:pt x="4183" y="5130"/>
                    </a:cubicBezTo>
                    <a:close/>
                    <a:moveTo>
                      <a:pt x="3564" y="5935"/>
                    </a:moveTo>
                    <a:lnTo>
                      <a:pt x="3630" y="6064"/>
                    </a:lnTo>
                    <a:cubicBezTo>
                      <a:pt x="3645" y="6049"/>
                      <a:pt x="3652" y="6033"/>
                      <a:pt x="3652" y="6011"/>
                    </a:cubicBezTo>
                    <a:cubicBezTo>
                      <a:pt x="3652" y="5976"/>
                      <a:pt x="3633" y="5948"/>
                      <a:pt x="3601" y="5938"/>
                    </a:cubicBezTo>
                    <a:lnTo>
                      <a:pt x="3579" y="5935"/>
                    </a:lnTo>
                    <a:close/>
                    <a:moveTo>
                      <a:pt x="76" y="5964"/>
                    </a:moveTo>
                    <a:cubicBezTo>
                      <a:pt x="32" y="5964"/>
                      <a:pt x="0" y="6001"/>
                      <a:pt x="0" y="6039"/>
                    </a:cubicBezTo>
                    <a:cubicBezTo>
                      <a:pt x="0" y="6080"/>
                      <a:pt x="35" y="6115"/>
                      <a:pt x="76" y="6115"/>
                    </a:cubicBezTo>
                    <a:cubicBezTo>
                      <a:pt x="120" y="6115"/>
                      <a:pt x="151" y="6080"/>
                      <a:pt x="151" y="6039"/>
                    </a:cubicBezTo>
                    <a:cubicBezTo>
                      <a:pt x="151" y="6004"/>
                      <a:pt x="126" y="5970"/>
                      <a:pt x="91" y="5964"/>
                    </a:cubicBezTo>
                    <a:close/>
                    <a:moveTo>
                      <a:pt x="1239" y="5964"/>
                    </a:moveTo>
                    <a:cubicBezTo>
                      <a:pt x="1195" y="5964"/>
                      <a:pt x="1164" y="6001"/>
                      <a:pt x="1164" y="6039"/>
                    </a:cubicBezTo>
                    <a:cubicBezTo>
                      <a:pt x="1164" y="6080"/>
                      <a:pt x="1198" y="6115"/>
                      <a:pt x="1239" y="6115"/>
                    </a:cubicBezTo>
                    <a:cubicBezTo>
                      <a:pt x="1283" y="6115"/>
                      <a:pt x="1315" y="6080"/>
                      <a:pt x="1315" y="6039"/>
                    </a:cubicBezTo>
                    <a:cubicBezTo>
                      <a:pt x="1315" y="6004"/>
                      <a:pt x="1293" y="5973"/>
                      <a:pt x="1258" y="5964"/>
                    </a:cubicBezTo>
                    <a:close/>
                    <a:moveTo>
                      <a:pt x="2406" y="5964"/>
                    </a:moveTo>
                    <a:cubicBezTo>
                      <a:pt x="2362" y="5964"/>
                      <a:pt x="2331" y="6001"/>
                      <a:pt x="2331" y="6039"/>
                    </a:cubicBezTo>
                    <a:cubicBezTo>
                      <a:pt x="2331" y="6080"/>
                      <a:pt x="2368" y="6115"/>
                      <a:pt x="2406" y="6115"/>
                    </a:cubicBezTo>
                    <a:cubicBezTo>
                      <a:pt x="2450" y="6115"/>
                      <a:pt x="2482" y="6080"/>
                      <a:pt x="2482" y="6039"/>
                    </a:cubicBezTo>
                    <a:cubicBezTo>
                      <a:pt x="2482" y="6004"/>
                      <a:pt x="2463" y="5973"/>
                      <a:pt x="2425" y="59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5" name="Google Shape;1645;p36"/>
              <p:cNvSpPr/>
              <p:nvPr/>
            </p:nvSpPr>
            <p:spPr>
              <a:xfrm>
                <a:off x="2011862" y="1751251"/>
                <a:ext cx="54452" cy="29199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3759" extrusionOk="0">
                    <a:moveTo>
                      <a:pt x="6" y="0"/>
                    </a:moveTo>
                    <a:cubicBezTo>
                      <a:pt x="1" y="0"/>
                      <a:pt x="1" y="9"/>
                      <a:pt x="12" y="26"/>
                    </a:cubicBezTo>
                    <a:cubicBezTo>
                      <a:pt x="122" y="215"/>
                      <a:pt x="204" y="372"/>
                      <a:pt x="304" y="564"/>
                    </a:cubicBezTo>
                    <a:cubicBezTo>
                      <a:pt x="405" y="753"/>
                      <a:pt x="487" y="951"/>
                      <a:pt x="556" y="1155"/>
                    </a:cubicBezTo>
                    <a:cubicBezTo>
                      <a:pt x="588" y="1253"/>
                      <a:pt x="603" y="1353"/>
                      <a:pt x="603" y="1460"/>
                    </a:cubicBezTo>
                    <a:cubicBezTo>
                      <a:pt x="603" y="1564"/>
                      <a:pt x="594" y="1668"/>
                      <a:pt x="572" y="1772"/>
                    </a:cubicBezTo>
                    <a:cubicBezTo>
                      <a:pt x="528" y="1976"/>
                      <a:pt x="449" y="2177"/>
                      <a:pt x="336" y="2354"/>
                    </a:cubicBezTo>
                    <a:lnTo>
                      <a:pt x="323" y="2369"/>
                    </a:lnTo>
                    <a:lnTo>
                      <a:pt x="323" y="2385"/>
                    </a:lnTo>
                    <a:cubicBezTo>
                      <a:pt x="355" y="2611"/>
                      <a:pt x="399" y="2844"/>
                      <a:pt x="433" y="3077"/>
                    </a:cubicBezTo>
                    <a:cubicBezTo>
                      <a:pt x="468" y="3310"/>
                      <a:pt x="503" y="3489"/>
                      <a:pt x="547" y="3719"/>
                    </a:cubicBezTo>
                    <a:cubicBezTo>
                      <a:pt x="552" y="3749"/>
                      <a:pt x="556" y="3759"/>
                      <a:pt x="559" y="3759"/>
                    </a:cubicBezTo>
                    <a:cubicBezTo>
                      <a:pt x="564" y="3759"/>
                      <a:pt x="567" y="3729"/>
                      <a:pt x="575" y="3719"/>
                    </a:cubicBezTo>
                    <a:cubicBezTo>
                      <a:pt x="556" y="3505"/>
                      <a:pt x="528" y="3281"/>
                      <a:pt x="503" y="3074"/>
                    </a:cubicBezTo>
                    <a:cubicBezTo>
                      <a:pt x="478" y="2844"/>
                      <a:pt x="454" y="2617"/>
                      <a:pt x="423" y="2390"/>
                    </a:cubicBezTo>
                    <a:lnTo>
                      <a:pt x="423" y="2390"/>
                    </a:lnTo>
                    <a:cubicBezTo>
                      <a:pt x="538" y="2208"/>
                      <a:pt x="626" y="2005"/>
                      <a:pt x="669" y="1791"/>
                    </a:cubicBezTo>
                    <a:cubicBezTo>
                      <a:pt x="691" y="1680"/>
                      <a:pt x="701" y="1567"/>
                      <a:pt x="698" y="1457"/>
                    </a:cubicBezTo>
                    <a:cubicBezTo>
                      <a:pt x="691" y="1344"/>
                      <a:pt x="672" y="1234"/>
                      <a:pt x="638" y="1127"/>
                    </a:cubicBezTo>
                    <a:cubicBezTo>
                      <a:pt x="562" y="922"/>
                      <a:pt x="468" y="724"/>
                      <a:pt x="355" y="536"/>
                    </a:cubicBezTo>
                    <a:cubicBezTo>
                      <a:pt x="257" y="372"/>
                      <a:pt x="135" y="168"/>
                      <a:pt x="25" y="14"/>
                    </a:cubicBezTo>
                    <a:cubicBezTo>
                      <a:pt x="17" y="5"/>
                      <a:pt x="10" y="0"/>
                      <a:pt x="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6" name="Google Shape;1646;p36"/>
              <p:cNvSpPr/>
              <p:nvPr/>
            </p:nvSpPr>
            <p:spPr>
              <a:xfrm>
                <a:off x="1919891" y="1929600"/>
                <a:ext cx="103699" cy="10409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134" extrusionOk="0">
                    <a:moveTo>
                      <a:pt x="1086" y="84"/>
                    </a:moveTo>
                    <a:cubicBezTo>
                      <a:pt x="1111" y="88"/>
                      <a:pt x="1136" y="91"/>
                      <a:pt x="1161" y="92"/>
                    </a:cubicBezTo>
                    <a:cubicBezTo>
                      <a:pt x="1197" y="101"/>
                      <a:pt x="1235" y="103"/>
                      <a:pt x="1275" y="103"/>
                    </a:cubicBezTo>
                    <a:cubicBezTo>
                      <a:pt x="1295" y="103"/>
                      <a:pt x="1314" y="103"/>
                      <a:pt x="1334" y="102"/>
                    </a:cubicBezTo>
                    <a:lnTo>
                      <a:pt x="1086" y="84"/>
                    </a:lnTo>
                    <a:close/>
                    <a:moveTo>
                      <a:pt x="257" y="0"/>
                    </a:moveTo>
                    <a:cubicBezTo>
                      <a:pt x="175" y="0"/>
                      <a:pt x="92" y="3"/>
                      <a:pt x="10" y="7"/>
                    </a:cubicBezTo>
                    <a:cubicBezTo>
                      <a:pt x="4" y="10"/>
                      <a:pt x="1" y="10"/>
                      <a:pt x="1" y="14"/>
                    </a:cubicBezTo>
                    <a:cubicBezTo>
                      <a:pt x="1" y="17"/>
                      <a:pt x="4" y="26"/>
                      <a:pt x="10" y="26"/>
                    </a:cubicBezTo>
                    <a:cubicBezTo>
                      <a:pt x="234" y="32"/>
                      <a:pt x="457" y="61"/>
                      <a:pt x="680" y="86"/>
                    </a:cubicBezTo>
                    <a:cubicBezTo>
                      <a:pt x="797" y="95"/>
                      <a:pt x="907" y="111"/>
                      <a:pt x="1017" y="124"/>
                    </a:cubicBezTo>
                    <a:cubicBezTo>
                      <a:pt x="1067" y="133"/>
                      <a:pt x="1120" y="133"/>
                      <a:pt x="1174" y="133"/>
                    </a:cubicBezTo>
                    <a:cubicBezTo>
                      <a:pt x="1227" y="127"/>
                      <a:pt x="1278" y="124"/>
                      <a:pt x="1334" y="111"/>
                    </a:cubicBezTo>
                    <a:lnTo>
                      <a:pt x="10" y="7"/>
                    </a:lnTo>
                    <a:lnTo>
                      <a:pt x="10" y="7"/>
                    </a:lnTo>
                    <a:lnTo>
                      <a:pt x="1086" y="84"/>
                    </a:lnTo>
                    <a:lnTo>
                      <a:pt x="1086" y="84"/>
                    </a:lnTo>
                    <a:cubicBezTo>
                      <a:pt x="1057" y="79"/>
                      <a:pt x="1028" y="74"/>
                      <a:pt x="998" y="67"/>
                    </a:cubicBezTo>
                    <a:cubicBezTo>
                      <a:pt x="891" y="54"/>
                      <a:pt x="784" y="32"/>
                      <a:pt x="674" y="23"/>
                    </a:cubicBezTo>
                    <a:cubicBezTo>
                      <a:pt x="536" y="7"/>
                      <a:pt x="396" y="0"/>
                      <a:pt x="2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7" name="Google Shape;1647;p36"/>
              <p:cNvSpPr/>
              <p:nvPr/>
            </p:nvSpPr>
            <p:spPr>
              <a:xfrm>
                <a:off x="1880353" y="1944514"/>
                <a:ext cx="84591" cy="1110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43" extrusionOk="0">
                    <a:moveTo>
                      <a:pt x="809" y="1"/>
                    </a:moveTo>
                    <a:cubicBezTo>
                      <a:pt x="724" y="7"/>
                      <a:pt x="632" y="13"/>
                      <a:pt x="541" y="26"/>
                    </a:cubicBezTo>
                    <a:cubicBezTo>
                      <a:pt x="362" y="51"/>
                      <a:pt x="180" y="86"/>
                      <a:pt x="3" y="130"/>
                    </a:cubicBezTo>
                    <a:cubicBezTo>
                      <a:pt x="3" y="130"/>
                      <a:pt x="0" y="133"/>
                      <a:pt x="3" y="133"/>
                    </a:cubicBezTo>
                    <a:cubicBezTo>
                      <a:pt x="0" y="139"/>
                      <a:pt x="3" y="142"/>
                      <a:pt x="7" y="142"/>
                    </a:cubicBezTo>
                    <a:cubicBezTo>
                      <a:pt x="192" y="117"/>
                      <a:pt x="368" y="95"/>
                      <a:pt x="551" y="76"/>
                    </a:cubicBezTo>
                    <a:lnTo>
                      <a:pt x="818" y="45"/>
                    </a:lnTo>
                    <a:lnTo>
                      <a:pt x="950" y="29"/>
                    </a:lnTo>
                    <a:cubicBezTo>
                      <a:pt x="994" y="23"/>
                      <a:pt x="1035" y="10"/>
                      <a:pt x="1085" y="10"/>
                    </a:cubicBezTo>
                    <a:cubicBezTo>
                      <a:pt x="1088" y="10"/>
                      <a:pt x="1085" y="1"/>
                      <a:pt x="1085" y="1"/>
                    </a:cubicBezTo>
                    <a:cubicBezTo>
                      <a:pt x="1068" y="3"/>
                      <a:pt x="1050" y="4"/>
                      <a:pt x="1034" y="4"/>
                    </a:cubicBezTo>
                    <a:cubicBezTo>
                      <a:pt x="1000" y="4"/>
                      <a:pt x="969" y="1"/>
                      <a:pt x="9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8" name="Google Shape;1648;p36"/>
              <p:cNvSpPr/>
              <p:nvPr/>
            </p:nvSpPr>
            <p:spPr>
              <a:xfrm>
                <a:off x="1596206" y="1658813"/>
                <a:ext cx="475076" cy="583979"/>
              </a:xfrm>
              <a:custGeom>
                <a:avLst/>
                <a:gdLst/>
                <a:ahLst/>
                <a:cxnLst/>
                <a:rect l="l" t="t" r="r" b="b"/>
                <a:pathLst>
                  <a:path w="6116" h="7518" extrusionOk="0">
                    <a:moveTo>
                      <a:pt x="3198" y="1"/>
                    </a:moveTo>
                    <a:cubicBezTo>
                      <a:pt x="3068" y="1"/>
                      <a:pt x="2903" y="129"/>
                      <a:pt x="2740" y="351"/>
                    </a:cubicBezTo>
                    <a:cubicBezTo>
                      <a:pt x="1796" y="1625"/>
                      <a:pt x="0" y="4641"/>
                      <a:pt x="607" y="5305"/>
                    </a:cubicBezTo>
                    <a:cubicBezTo>
                      <a:pt x="1592" y="6396"/>
                      <a:pt x="3979" y="7337"/>
                      <a:pt x="4718" y="7516"/>
                    </a:cubicBezTo>
                    <a:cubicBezTo>
                      <a:pt x="4724" y="7517"/>
                      <a:pt x="4729" y="7518"/>
                      <a:pt x="4735" y="7518"/>
                    </a:cubicBezTo>
                    <a:cubicBezTo>
                      <a:pt x="5078" y="7518"/>
                      <a:pt x="6116" y="5261"/>
                      <a:pt x="5816" y="5078"/>
                    </a:cubicBezTo>
                    <a:cubicBezTo>
                      <a:pt x="5451" y="4858"/>
                      <a:pt x="2894" y="4078"/>
                      <a:pt x="2903" y="3861"/>
                    </a:cubicBezTo>
                    <a:cubicBezTo>
                      <a:pt x="2907" y="3739"/>
                      <a:pt x="3171" y="2704"/>
                      <a:pt x="3394" y="1377"/>
                    </a:cubicBezTo>
                    <a:cubicBezTo>
                      <a:pt x="3554" y="395"/>
                      <a:pt x="3428" y="1"/>
                      <a:pt x="3198" y="1"/>
                    </a:cubicBezTo>
                    <a:close/>
                  </a:path>
                </a:pathLst>
              </a:custGeom>
              <a:solidFill>
                <a:srgbClr val="D37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9" name="Google Shape;1649;p36"/>
              <p:cNvSpPr/>
              <p:nvPr/>
            </p:nvSpPr>
            <p:spPr>
              <a:xfrm>
                <a:off x="1953836" y="1992753"/>
                <a:ext cx="401049" cy="250277"/>
              </a:xfrm>
              <a:custGeom>
                <a:avLst/>
                <a:gdLst/>
                <a:ahLst/>
                <a:cxnLst/>
                <a:rect l="l" t="t" r="r" b="b"/>
                <a:pathLst>
                  <a:path w="5163" h="3222" extrusionOk="0">
                    <a:moveTo>
                      <a:pt x="2759" y="1"/>
                    </a:moveTo>
                    <a:cubicBezTo>
                      <a:pt x="2434" y="1"/>
                      <a:pt x="1949" y="90"/>
                      <a:pt x="1652" y="169"/>
                    </a:cubicBezTo>
                    <a:cubicBezTo>
                      <a:pt x="1011" y="342"/>
                      <a:pt x="48" y="647"/>
                      <a:pt x="48" y="647"/>
                    </a:cubicBezTo>
                    <a:cubicBezTo>
                      <a:pt x="48" y="647"/>
                      <a:pt x="1" y="3208"/>
                      <a:pt x="117" y="3214"/>
                    </a:cubicBezTo>
                    <a:cubicBezTo>
                      <a:pt x="174" y="3219"/>
                      <a:pt x="233" y="3221"/>
                      <a:pt x="294" y="3221"/>
                    </a:cubicBezTo>
                    <a:cubicBezTo>
                      <a:pt x="756" y="3221"/>
                      <a:pt x="1344" y="3061"/>
                      <a:pt x="1989" y="2380"/>
                    </a:cubicBezTo>
                    <a:cubicBezTo>
                      <a:pt x="1989" y="2380"/>
                      <a:pt x="2851" y="2805"/>
                      <a:pt x="3347" y="2805"/>
                    </a:cubicBezTo>
                    <a:cubicBezTo>
                      <a:pt x="3483" y="2805"/>
                      <a:pt x="3591" y="2773"/>
                      <a:pt x="3646" y="2692"/>
                    </a:cubicBezTo>
                    <a:cubicBezTo>
                      <a:pt x="3752" y="2534"/>
                      <a:pt x="3523" y="2333"/>
                      <a:pt x="3245" y="2162"/>
                    </a:cubicBezTo>
                    <a:lnTo>
                      <a:pt x="3245" y="2162"/>
                    </a:lnTo>
                    <a:cubicBezTo>
                      <a:pt x="3526" y="2285"/>
                      <a:pt x="3828" y="2392"/>
                      <a:pt x="4029" y="2392"/>
                    </a:cubicBezTo>
                    <a:cubicBezTo>
                      <a:pt x="4120" y="2392"/>
                      <a:pt x="4190" y="2370"/>
                      <a:pt x="4228" y="2317"/>
                    </a:cubicBezTo>
                    <a:cubicBezTo>
                      <a:pt x="4343" y="2162"/>
                      <a:pt x="4205" y="1980"/>
                      <a:pt x="3983" y="1811"/>
                    </a:cubicBezTo>
                    <a:lnTo>
                      <a:pt x="3983" y="1811"/>
                    </a:lnTo>
                    <a:cubicBezTo>
                      <a:pt x="4179" y="1890"/>
                      <a:pt x="4367" y="1946"/>
                      <a:pt x="4512" y="1946"/>
                    </a:cubicBezTo>
                    <a:cubicBezTo>
                      <a:pt x="4625" y="1946"/>
                      <a:pt x="4711" y="1912"/>
                      <a:pt x="4753" y="1830"/>
                    </a:cubicBezTo>
                    <a:cubicBezTo>
                      <a:pt x="4902" y="1545"/>
                      <a:pt x="4324" y="1207"/>
                      <a:pt x="3886" y="999"/>
                    </a:cubicBezTo>
                    <a:lnTo>
                      <a:pt x="3886" y="999"/>
                    </a:lnTo>
                    <a:cubicBezTo>
                      <a:pt x="4177" y="1113"/>
                      <a:pt x="4543" y="1234"/>
                      <a:pt x="4784" y="1234"/>
                    </a:cubicBezTo>
                    <a:cubicBezTo>
                      <a:pt x="4911" y="1234"/>
                      <a:pt x="5003" y="1200"/>
                      <a:pt x="5030" y="1113"/>
                    </a:cubicBezTo>
                    <a:cubicBezTo>
                      <a:pt x="5162" y="672"/>
                      <a:pt x="3369" y="84"/>
                      <a:pt x="2929" y="12"/>
                    </a:cubicBezTo>
                    <a:cubicBezTo>
                      <a:pt x="2880" y="4"/>
                      <a:pt x="2823" y="1"/>
                      <a:pt x="2759" y="1"/>
                    </a:cubicBezTo>
                    <a:close/>
                  </a:path>
                </a:pathLst>
              </a:custGeom>
              <a:solidFill>
                <a:srgbClr val="D37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0" name="Google Shape;1650;p36"/>
              <p:cNvSpPr/>
              <p:nvPr/>
            </p:nvSpPr>
            <p:spPr>
              <a:xfrm>
                <a:off x="2178948" y="2037107"/>
                <a:ext cx="133139" cy="68512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882" extrusionOk="0">
                    <a:moveTo>
                      <a:pt x="7" y="0"/>
                    </a:moveTo>
                    <a:cubicBezTo>
                      <a:pt x="2" y="0"/>
                      <a:pt x="0" y="8"/>
                      <a:pt x="3" y="10"/>
                    </a:cubicBezTo>
                    <a:cubicBezTo>
                      <a:pt x="182" y="83"/>
                      <a:pt x="355" y="171"/>
                      <a:pt x="534" y="249"/>
                    </a:cubicBezTo>
                    <a:cubicBezTo>
                      <a:pt x="717" y="325"/>
                      <a:pt x="1349" y="614"/>
                      <a:pt x="1714" y="882"/>
                    </a:cubicBezTo>
                    <a:cubicBezTo>
                      <a:pt x="1522" y="718"/>
                      <a:pt x="1308" y="570"/>
                      <a:pt x="1085" y="454"/>
                    </a:cubicBezTo>
                    <a:cubicBezTo>
                      <a:pt x="915" y="359"/>
                      <a:pt x="736" y="278"/>
                      <a:pt x="560" y="199"/>
                    </a:cubicBezTo>
                    <a:cubicBezTo>
                      <a:pt x="380" y="124"/>
                      <a:pt x="192" y="64"/>
                      <a:pt x="9" y="1"/>
                    </a:cubicBezTo>
                    <a:cubicBezTo>
                      <a:pt x="8" y="0"/>
                      <a:pt x="7" y="0"/>
                      <a:pt x="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1" name="Google Shape;1651;p36"/>
              <p:cNvSpPr/>
              <p:nvPr/>
            </p:nvSpPr>
            <p:spPr>
              <a:xfrm>
                <a:off x="2156654" y="2086743"/>
                <a:ext cx="106263" cy="46684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601" extrusionOk="0">
                    <a:moveTo>
                      <a:pt x="4" y="0"/>
                    </a:moveTo>
                    <a:lnTo>
                      <a:pt x="0" y="3"/>
                    </a:lnTo>
                    <a:cubicBezTo>
                      <a:pt x="205" y="114"/>
                      <a:pt x="1120" y="494"/>
                      <a:pt x="1344" y="598"/>
                    </a:cubicBezTo>
                    <a:cubicBezTo>
                      <a:pt x="1350" y="600"/>
                      <a:pt x="1355" y="600"/>
                      <a:pt x="1358" y="600"/>
                    </a:cubicBezTo>
                    <a:cubicBezTo>
                      <a:pt x="1367" y="600"/>
                      <a:pt x="1367" y="595"/>
                      <a:pt x="1356" y="588"/>
                    </a:cubicBezTo>
                    <a:cubicBezTo>
                      <a:pt x="928" y="343"/>
                      <a:pt x="475" y="142"/>
                      <a:pt x="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2" name="Google Shape;1652;p36"/>
              <p:cNvSpPr/>
              <p:nvPr/>
            </p:nvSpPr>
            <p:spPr>
              <a:xfrm>
                <a:off x="2128845" y="2126049"/>
                <a:ext cx="78144" cy="35732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460" extrusionOk="0">
                    <a:moveTo>
                      <a:pt x="10" y="0"/>
                    </a:moveTo>
                    <a:cubicBezTo>
                      <a:pt x="3" y="0"/>
                      <a:pt x="1" y="10"/>
                      <a:pt x="9" y="13"/>
                    </a:cubicBezTo>
                    <a:cubicBezTo>
                      <a:pt x="437" y="218"/>
                      <a:pt x="660" y="309"/>
                      <a:pt x="978" y="457"/>
                    </a:cubicBezTo>
                    <a:cubicBezTo>
                      <a:pt x="982" y="459"/>
                      <a:pt x="987" y="459"/>
                      <a:pt x="991" y="459"/>
                    </a:cubicBezTo>
                    <a:cubicBezTo>
                      <a:pt x="1000" y="459"/>
                      <a:pt x="1005" y="454"/>
                      <a:pt x="994" y="447"/>
                    </a:cubicBezTo>
                    <a:cubicBezTo>
                      <a:pt x="689" y="262"/>
                      <a:pt x="358" y="108"/>
                      <a:pt x="13" y="1"/>
                    </a:cubicBezTo>
                    <a:cubicBezTo>
                      <a:pt x="11" y="0"/>
                      <a:pt x="11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3" name="Google Shape;1653;p36"/>
              <p:cNvSpPr/>
              <p:nvPr/>
            </p:nvSpPr>
            <p:spPr>
              <a:xfrm>
                <a:off x="1598847" y="1656794"/>
                <a:ext cx="382950" cy="605651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7797" extrusionOk="0">
                    <a:moveTo>
                      <a:pt x="3160" y="0"/>
                    </a:moveTo>
                    <a:cubicBezTo>
                      <a:pt x="2991" y="0"/>
                      <a:pt x="2767" y="185"/>
                      <a:pt x="2542" y="487"/>
                    </a:cubicBezTo>
                    <a:cubicBezTo>
                      <a:pt x="2061" y="1132"/>
                      <a:pt x="1" y="4434"/>
                      <a:pt x="432" y="5240"/>
                    </a:cubicBezTo>
                    <a:cubicBezTo>
                      <a:pt x="910" y="6139"/>
                      <a:pt x="3552" y="7797"/>
                      <a:pt x="3552" y="7797"/>
                    </a:cubicBezTo>
                    <a:lnTo>
                      <a:pt x="4930" y="4718"/>
                    </a:lnTo>
                    <a:cubicBezTo>
                      <a:pt x="4930" y="4718"/>
                      <a:pt x="2942" y="3900"/>
                      <a:pt x="2942" y="3868"/>
                    </a:cubicBezTo>
                    <a:cubicBezTo>
                      <a:pt x="2942" y="3837"/>
                      <a:pt x="3392" y="1887"/>
                      <a:pt x="3442" y="808"/>
                    </a:cubicBezTo>
                    <a:cubicBezTo>
                      <a:pt x="3472" y="237"/>
                      <a:pt x="3351" y="0"/>
                      <a:pt x="31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4" name="Google Shape;1654;p36"/>
              <p:cNvSpPr/>
              <p:nvPr/>
            </p:nvSpPr>
            <p:spPr>
              <a:xfrm>
                <a:off x="1655552" y="1656716"/>
                <a:ext cx="283523" cy="536596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6908" extrusionOk="0">
                    <a:moveTo>
                      <a:pt x="2426" y="1"/>
                    </a:moveTo>
                    <a:cubicBezTo>
                      <a:pt x="2398" y="1"/>
                      <a:pt x="2370" y="4"/>
                      <a:pt x="2344" y="13"/>
                    </a:cubicBezTo>
                    <a:cubicBezTo>
                      <a:pt x="2350" y="45"/>
                      <a:pt x="2375" y="67"/>
                      <a:pt x="2407" y="70"/>
                    </a:cubicBezTo>
                    <a:cubicBezTo>
                      <a:pt x="2412" y="71"/>
                      <a:pt x="2417" y="72"/>
                      <a:pt x="2422" y="72"/>
                    </a:cubicBezTo>
                    <a:cubicBezTo>
                      <a:pt x="2457" y="72"/>
                      <a:pt x="2489" y="43"/>
                      <a:pt x="2492" y="7"/>
                    </a:cubicBezTo>
                    <a:cubicBezTo>
                      <a:pt x="2470" y="3"/>
                      <a:pt x="2448" y="1"/>
                      <a:pt x="2426" y="1"/>
                    </a:cubicBezTo>
                    <a:close/>
                    <a:moveTo>
                      <a:pt x="1834" y="778"/>
                    </a:moveTo>
                    <a:cubicBezTo>
                      <a:pt x="1793" y="778"/>
                      <a:pt x="1762" y="815"/>
                      <a:pt x="1762" y="853"/>
                    </a:cubicBezTo>
                    <a:cubicBezTo>
                      <a:pt x="1762" y="897"/>
                      <a:pt x="1797" y="929"/>
                      <a:pt x="1834" y="929"/>
                    </a:cubicBezTo>
                    <a:cubicBezTo>
                      <a:pt x="1878" y="929"/>
                      <a:pt x="1910" y="894"/>
                      <a:pt x="1910" y="853"/>
                    </a:cubicBezTo>
                    <a:cubicBezTo>
                      <a:pt x="1910" y="815"/>
                      <a:pt x="1875" y="778"/>
                      <a:pt x="1834" y="778"/>
                    </a:cubicBezTo>
                    <a:close/>
                    <a:moveTo>
                      <a:pt x="1246" y="1627"/>
                    </a:moveTo>
                    <a:cubicBezTo>
                      <a:pt x="1202" y="1627"/>
                      <a:pt x="1171" y="1665"/>
                      <a:pt x="1171" y="1702"/>
                    </a:cubicBezTo>
                    <a:cubicBezTo>
                      <a:pt x="1171" y="1746"/>
                      <a:pt x="1205" y="1778"/>
                      <a:pt x="1246" y="1778"/>
                    </a:cubicBezTo>
                    <a:cubicBezTo>
                      <a:pt x="1290" y="1778"/>
                      <a:pt x="1322" y="1743"/>
                      <a:pt x="1322" y="1702"/>
                    </a:cubicBezTo>
                    <a:cubicBezTo>
                      <a:pt x="1322" y="1665"/>
                      <a:pt x="1290" y="1627"/>
                      <a:pt x="1246" y="1627"/>
                    </a:cubicBezTo>
                    <a:close/>
                    <a:moveTo>
                      <a:pt x="2413" y="1649"/>
                    </a:moveTo>
                    <a:cubicBezTo>
                      <a:pt x="2369" y="1649"/>
                      <a:pt x="2338" y="1683"/>
                      <a:pt x="2338" y="1721"/>
                    </a:cubicBezTo>
                    <a:cubicBezTo>
                      <a:pt x="2338" y="1765"/>
                      <a:pt x="2375" y="1797"/>
                      <a:pt x="2413" y="1797"/>
                    </a:cubicBezTo>
                    <a:cubicBezTo>
                      <a:pt x="2457" y="1797"/>
                      <a:pt x="2489" y="1762"/>
                      <a:pt x="2489" y="1721"/>
                    </a:cubicBezTo>
                    <a:cubicBezTo>
                      <a:pt x="2489" y="1683"/>
                      <a:pt x="2457" y="1649"/>
                      <a:pt x="2413" y="1649"/>
                    </a:cubicBezTo>
                    <a:close/>
                    <a:moveTo>
                      <a:pt x="661" y="2454"/>
                    </a:moveTo>
                    <a:cubicBezTo>
                      <a:pt x="617" y="2454"/>
                      <a:pt x="586" y="2489"/>
                      <a:pt x="586" y="2529"/>
                    </a:cubicBezTo>
                    <a:cubicBezTo>
                      <a:pt x="586" y="2570"/>
                      <a:pt x="620" y="2602"/>
                      <a:pt x="661" y="2602"/>
                    </a:cubicBezTo>
                    <a:cubicBezTo>
                      <a:pt x="702" y="2602"/>
                      <a:pt x="733" y="2567"/>
                      <a:pt x="733" y="2529"/>
                    </a:cubicBezTo>
                    <a:cubicBezTo>
                      <a:pt x="740" y="2489"/>
                      <a:pt x="702" y="2454"/>
                      <a:pt x="661" y="2454"/>
                    </a:cubicBezTo>
                    <a:close/>
                    <a:moveTo>
                      <a:pt x="1828" y="2454"/>
                    </a:moveTo>
                    <a:cubicBezTo>
                      <a:pt x="1784" y="2454"/>
                      <a:pt x="1753" y="2489"/>
                      <a:pt x="1753" y="2529"/>
                    </a:cubicBezTo>
                    <a:cubicBezTo>
                      <a:pt x="1753" y="2570"/>
                      <a:pt x="1787" y="2602"/>
                      <a:pt x="1828" y="2602"/>
                    </a:cubicBezTo>
                    <a:cubicBezTo>
                      <a:pt x="1872" y="2602"/>
                      <a:pt x="1904" y="2567"/>
                      <a:pt x="1904" y="2529"/>
                    </a:cubicBezTo>
                    <a:cubicBezTo>
                      <a:pt x="1904" y="2489"/>
                      <a:pt x="1872" y="2457"/>
                      <a:pt x="1831" y="2454"/>
                    </a:cubicBezTo>
                    <a:close/>
                    <a:moveTo>
                      <a:pt x="136" y="3366"/>
                    </a:moveTo>
                    <a:cubicBezTo>
                      <a:pt x="120" y="3404"/>
                      <a:pt x="101" y="3445"/>
                      <a:pt x="82" y="3482"/>
                    </a:cubicBezTo>
                    <a:cubicBezTo>
                      <a:pt x="120" y="3479"/>
                      <a:pt x="152" y="3445"/>
                      <a:pt x="148" y="3401"/>
                    </a:cubicBezTo>
                    <a:cubicBezTo>
                      <a:pt x="148" y="3388"/>
                      <a:pt x="145" y="3372"/>
                      <a:pt x="136" y="3366"/>
                    </a:cubicBezTo>
                    <a:close/>
                    <a:moveTo>
                      <a:pt x="1246" y="3335"/>
                    </a:moveTo>
                    <a:cubicBezTo>
                      <a:pt x="1202" y="3335"/>
                      <a:pt x="1171" y="3369"/>
                      <a:pt x="1171" y="3410"/>
                    </a:cubicBezTo>
                    <a:cubicBezTo>
                      <a:pt x="1171" y="3451"/>
                      <a:pt x="1205" y="3482"/>
                      <a:pt x="1246" y="3482"/>
                    </a:cubicBezTo>
                    <a:cubicBezTo>
                      <a:pt x="1290" y="3482"/>
                      <a:pt x="1322" y="3448"/>
                      <a:pt x="1322" y="3410"/>
                    </a:cubicBezTo>
                    <a:cubicBezTo>
                      <a:pt x="1322" y="3366"/>
                      <a:pt x="1290" y="3335"/>
                      <a:pt x="1246" y="3335"/>
                    </a:cubicBezTo>
                    <a:close/>
                    <a:moveTo>
                      <a:pt x="649" y="4159"/>
                    </a:moveTo>
                    <a:cubicBezTo>
                      <a:pt x="605" y="4159"/>
                      <a:pt x="573" y="4196"/>
                      <a:pt x="573" y="4234"/>
                    </a:cubicBezTo>
                    <a:cubicBezTo>
                      <a:pt x="573" y="4278"/>
                      <a:pt x="608" y="4310"/>
                      <a:pt x="649" y="4310"/>
                    </a:cubicBezTo>
                    <a:cubicBezTo>
                      <a:pt x="693" y="4310"/>
                      <a:pt x="724" y="4275"/>
                      <a:pt x="724" y="4234"/>
                    </a:cubicBezTo>
                    <a:cubicBezTo>
                      <a:pt x="724" y="4200"/>
                      <a:pt x="699" y="4168"/>
                      <a:pt x="661" y="4159"/>
                    </a:cubicBezTo>
                    <a:close/>
                    <a:moveTo>
                      <a:pt x="1812" y="4159"/>
                    </a:moveTo>
                    <a:cubicBezTo>
                      <a:pt x="1768" y="4159"/>
                      <a:pt x="1737" y="4196"/>
                      <a:pt x="1737" y="4234"/>
                    </a:cubicBezTo>
                    <a:cubicBezTo>
                      <a:pt x="1737" y="4278"/>
                      <a:pt x="1771" y="4310"/>
                      <a:pt x="1812" y="4310"/>
                    </a:cubicBezTo>
                    <a:cubicBezTo>
                      <a:pt x="1856" y="4310"/>
                      <a:pt x="1888" y="4275"/>
                      <a:pt x="1888" y="4234"/>
                    </a:cubicBezTo>
                    <a:cubicBezTo>
                      <a:pt x="1888" y="4200"/>
                      <a:pt x="1866" y="4168"/>
                      <a:pt x="1831" y="4159"/>
                    </a:cubicBezTo>
                    <a:close/>
                    <a:moveTo>
                      <a:pt x="2945" y="4200"/>
                    </a:moveTo>
                    <a:cubicBezTo>
                      <a:pt x="2910" y="4222"/>
                      <a:pt x="2901" y="4269"/>
                      <a:pt x="2926" y="4307"/>
                    </a:cubicBezTo>
                    <a:cubicBezTo>
                      <a:pt x="2935" y="4325"/>
                      <a:pt x="2960" y="4338"/>
                      <a:pt x="2982" y="4338"/>
                    </a:cubicBezTo>
                    <a:cubicBezTo>
                      <a:pt x="3026" y="4338"/>
                      <a:pt x="3058" y="4300"/>
                      <a:pt x="3058" y="4263"/>
                    </a:cubicBezTo>
                    <a:cubicBezTo>
                      <a:pt x="3067" y="4259"/>
                      <a:pt x="3070" y="4253"/>
                      <a:pt x="3074" y="4250"/>
                    </a:cubicBezTo>
                    <a:lnTo>
                      <a:pt x="3058" y="4250"/>
                    </a:lnTo>
                    <a:lnTo>
                      <a:pt x="3058" y="4247"/>
                    </a:lnTo>
                    <a:lnTo>
                      <a:pt x="2945" y="4200"/>
                    </a:lnTo>
                    <a:close/>
                    <a:moveTo>
                      <a:pt x="73" y="5036"/>
                    </a:moveTo>
                    <a:cubicBezTo>
                      <a:pt x="32" y="5036"/>
                      <a:pt x="1" y="5071"/>
                      <a:pt x="1" y="5112"/>
                    </a:cubicBezTo>
                    <a:cubicBezTo>
                      <a:pt x="1" y="5156"/>
                      <a:pt x="35" y="5187"/>
                      <a:pt x="73" y="5187"/>
                    </a:cubicBezTo>
                    <a:cubicBezTo>
                      <a:pt x="117" y="5187"/>
                      <a:pt x="148" y="5149"/>
                      <a:pt x="148" y="5112"/>
                    </a:cubicBezTo>
                    <a:cubicBezTo>
                      <a:pt x="148" y="5068"/>
                      <a:pt x="114" y="5036"/>
                      <a:pt x="73" y="5036"/>
                    </a:cubicBezTo>
                    <a:close/>
                    <a:moveTo>
                      <a:pt x="1237" y="5055"/>
                    </a:moveTo>
                    <a:cubicBezTo>
                      <a:pt x="1196" y="5055"/>
                      <a:pt x="1164" y="5093"/>
                      <a:pt x="1164" y="5131"/>
                    </a:cubicBezTo>
                    <a:cubicBezTo>
                      <a:pt x="1164" y="5175"/>
                      <a:pt x="1199" y="5206"/>
                      <a:pt x="1237" y="5206"/>
                    </a:cubicBezTo>
                    <a:cubicBezTo>
                      <a:pt x="1281" y="5206"/>
                      <a:pt x="1312" y="5171"/>
                      <a:pt x="1312" y="5131"/>
                    </a:cubicBezTo>
                    <a:cubicBezTo>
                      <a:pt x="1312" y="5093"/>
                      <a:pt x="1281" y="5061"/>
                      <a:pt x="1246" y="5055"/>
                    </a:cubicBezTo>
                    <a:close/>
                    <a:moveTo>
                      <a:pt x="2407" y="5055"/>
                    </a:moveTo>
                    <a:cubicBezTo>
                      <a:pt x="2363" y="5055"/>
                      <a:pt x="2331" y="5093"/>
                      <a:pt x="2331" y="5131"/>
                    </a:cubicBezTo>
                    <a:cubicBezTo>
                      <a:pt x="2331" y="5175"/>
                      <a:pt x="2366" y="5206"/>
                      <a:pt x="2407" y="5206"/>
                    </a:cubicBezTo>
                    <a:cubicBezTo>
                      <a:pt x="2448" y="5206"/>
                      <a:pt x="2479" y="5171"/>
                      <a:pt x="2479" y="5131"/>
                    </a:cubicBezTo>
                    <a:cubicBezTo>
                      <a:pt x="2479" y="5093"/>
                      <a:pt x="2451" y="5061"/>
                      <a:pt x="2416" y="5055"/>
                    </a:cubicBezTo>
                    <a:close/>
                    <a:moveTo>
                      <a:pt x="3574" y="5055"/>
                    </a:moveTo>
                    <a:cubicBezTo>
                      <a:pt x="3530" y="5055"/>
                      <a:pt x="3498" y="5093"/>
                      <a:pt x="3498" y="5131"/>
                    </a:cubicBezTo>
                    <a:cubicBezTo>
                      <a:pt x="3498" y="5175"/>
                      <a:pt x="3533" y="5206"/>
                      <a:pt x="3574" y="5206"/>
                    </a:cubicBezTo>
                    <a:cubicBezTo>
                      <a:pt x="3618" y="5206"/>
                      <a:pt x="3649" y="5171"/>
                      <a:pt x="3649" y="5131"/>
                    </a:cubicBezTo>
                    <a:cubicBezTo>
                      <a:pt x="3649" y="5096"/>
                      <a:pt x="3624" y="5065"/>
                      <a:pt x="3586" y="5055"/>
                    </a:cubicBezTo>
                    <a:close/>
                    <a:moveTo>
                      <a:pt x="645" y="5860"/>
                    </a:moveTo>
                    <a:cubicBezTo>
                      <a:pt x="601" y="5860"/>
                      <a:pt x="570" y="5898"/>
                      <a:pt x="570" y="5936"/>
                    </a:cubicBezTo>
                    <a:cubicBezTo>
                      <a:pt x="570" y="5977"/>
                      <a:pt x="605" y="6011"/>
                      <a:pt x="645" y="6011"/>
                    </a:cubicBezTo>
                    <a:cubicBezTo>
                      <a:pt x="686" y="6011"/>
                      <a:pt x="718" y="5977"/>
                      <a:pt x="718" y="5936"/>
                    </a:cubicBezTo>
                    <a:cubicBezTo>
                      <a:pt x="718" y="5901"/>
                      <a:pt x="696" y="5870"/>
                      <a:pt x="661" y="5860"/>
                    </a:cubicBezTo>
                    <a:close/>
                    <a:moveTo>
                      <a:pt x="1809" y="5860"/>
                    </a:moveTo>
                    <a:cubicBezTo>
                      <a:pt x="1765" y="5860"/>
                      <a:pt x="1734" y="5898"/>
                      <a:pt x="1734" y="5936"/>
                    </a:cubicBezTo>
                    <a:cubicBezTo>
                      <a:pt x="1734" y="5977"/>
                      <a:pt x="1768" y="6011"/>
                      <a:pt x="1809" y="6011"/>
                    </a:cubicBezTo>
                    <a:cubicBezTo>
                      <a:pt x="1850" y="6011"/>
                      <a:pt x="1881" y="5977"/>
                      <a:pt x="1881" y="5936"/>
                    </a:cubicBezTo>
                    <a:cubicBezTo>
                      <a:pt x="1881" y="5901"/>
                      <a:pt x="1863" y="5873"/>
                      <a:pt x="1831" y="5860"/>
                    </a:cubicBezTo>
                    <a:close/>
                    <a:moveTo>
                      <a:pt x="2976" y="5860"/>
                    </a:moveTo>
                    <a:cubicBezTo>
                      <a:pt x="2932" y="5860"/>
                      <a:pt x="2901" y="5898"/>
                      <a:pt x="2901" y="5936"/>
                    </a:cubicBezTo>
                    <a:cubicBezTo>
                      <a:pt x="2901" y="5977"/>
                      <a:pt x="2935" y="6011"/>
                      <a:pt x="2976" y="6011"/>
                    </a:cubicBezTo>
                    <a:cubicBezTo>
                      <a:pt x="3020" y="6011"/>
                      <a:pt x="3052" y="5977"/>
                      <a:pt x="3052" y="5936"/>
                    </a:cubicBezTo>
                    <a:cubicBezTo>
                      <a:pt x="3052" y="5901"/>
                      <a:pt x="3029" y="5873"/>
                      <a:pt x="2998" y="5860"/>
                    </a:cubicBezTo>
                    <a:close/>
                    <a:moveTo>
                      <a:pt x="2397" y="6760"/>
                    </a:moveTo>
                    <a:cubicBezTo>
                      <a:pt x="2353" y="6760"/>
                      <a:pt x="2322" y="6794"/>
                      <a:pt x="2322" y="6832"/>
                    </a:cubicBezTo>
                    <a:cubicBezTo>
                      <a:pt x="2322" y="6876"/>
                      <a:pt x="2360" y="6908"/>
                      <a:pt x="2397" y="6908"/>
                    </a:cubicBezTo>
                    <a:cubicBezTo>
                      <a:pt x="2438" y="6908"/>
                      <a:pt x="2473" y="6873"/>
                      <a:pt x="2473" y="6832"/>
                    </a:cubicBezTo>
                    <a:cubicBezTo>
                      <a:pt x="2473" y="6798"/>
                      <a:pt x="2448" y="6766"/>
                      <a:pt x="2413" y="67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5" name="Google Shape;1655;p36"/>
              <p:cNvSpPr/>
              <p:nvPr/>
            </p:nvSpPr>
            <p:spPr>
              <a:xfrm>
                <a:off x="1836853" y="2009220"/>
                <a:ext cx="94844" cy="218274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2810" extrusionOk="0">
                    <a:moveTo>
                      <a:pt x="1211" y="0"/>
                    </a:moveTo>
                    <a:cubicBezTo>
                      <a:pt x="1209" y="0"/>
                      <a:pt x="1208" y="2"/>
                      <a:pt x="1208" y="4"/>
                    </a:cubicBezTo>
                    <a:cubicBezTo>
                      <a:pt x="1086" y="218"/>
                      <a:pt x="677" y="1143"/>
                      <a:pt x="576" y="1376"/>
                    </a:cubicBezTo>
                    <a:cubicBezTo>
                      <a:pt x="378" y="1848"/>
                      <a:pt x="167" y="2319"/>
                      <a:pt x="0" y="2797"/>
                    </a:cubicBezTo>
                    <a:cubicBezTo>
                      <a:pt x="0" y="2804"/>
                      <a:pt x="0" y="2807"/>
                      <a:pt x="4" y="2807"/>
                    </a:cubicBezTo>
                    <a:cubicBezTo>
                      <a:pt x="7" y="2808"/>
                      <a:pt x="9" y="2809"/>
                      <a:pt x="11" y="2809"/>
                    </a:cubicBezTo>
                    <a:cubicBezTo>
                      <a:pt x="13" y="2809"/>
                      <a:pt x="15" y="2808"/>
                      <a:pt x="16" y="2807"/>
                    </a:cubicBezTo>
                    <a:cubicBezTo>
                      <a:pt x="252" y="2357"/>
                      <a:pt x="453" y="1885"/>
                      <a:pt x="655" y="1423"/>
                    </a:cubicBezTo>
                    <a:cubicBezTo>
                      <a:pt x="752" y="1190"/>
                      <a:pt x="1145" y="250"/>
                      <a:pt x="1221" y="11"/>
                    </a:cubicBezTo>
                    <a:cubicBezTo>
                      <a:pt x="1221" y="6"/>
                      <a:pt x="1215" y="0"/>
                      <a:pt x="12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6" name="Google Shape;1656;p36"/>
              <p:cNvSpPr/>
              <p:nvPr/>
            </p:nvSpPr>
            <p:spPr>
              <a:xfrm>
                <a:off x="1824347" y="1768107"/>
                <a:ext cx="159860" cy="258899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3333" extrusionOk="0">
                    <a:moveTo>
                      <a:pt x="479" y="1"/>
                    </a:moveTo>
                    <a:cubicBezTo>
                      <a:pt x="476" y="1"/>
                      <a:pt x="473" y="1"/>
                      <a:pt x="473" y="4"/>
                    </a:cubicBezTo>
                    <a:cubicBezTo>
                      <a:pt x="400" y="413"/>
                      <a:pt x="334" y="828"/>
                      <a:pt x="256" y="1237"/>
                    </a:cubicBezTo>
                    <a:cubicBezTo>
                      <a:pt x="218" y="1445"/>
                      <a:pt x="7" y="2372"/>
                      <a:pt x="1" y="2464"/>
                    </a:cubicBezTo>
                    <a:cubicBezTo>
                      <a:pt x="1" y="2470"/>
                      <a:pt x="693" y="2753"/>
                      <a:pt x="1026" y="2891"/>
                    </a:cubicBezTo>
                    <a:lnTo>
                      <a:pt x="1517" y="3096"/>
                    </a:lnTo>
                    <a:cubicBezTo>
                      <a:pt x="1602" y="3127"/>
                      <a:pt x="1926" y="3269"/>
                      <a:pt x="2011" y="3288"/>
                    </a:cubicBezTo>
                    <a:cubicBezTo>
                      <a:pt x="2011" y="3300"/>
                      <a:pt x="2005" y="3313"/>
                      <a:pt x="2001" y="3319"/>
                    </a:cubicBezTo>
                    <a:cubicBezTo>
                      <a:pt x="1999" y="3325"/>
                      <a:pt x="2001" y="3333"/>
                      <a:pt x="2005" y="3333"/>
                    </a:cubicBezTo>
                    <a:cubicBezTo>
                      <a:pt x="2008" y="3333"/>
                      <a:pt x="2012" y="3329"/>
                      <a:pt x="2017" y="3319"/>
                    </a:cubicBezTo>
                    <a:cubicBezTo>
                      <a:pt x="2030" y="3297"/>
                      <a:pt x="2058" y="3253"/>
                      <a:pt x="2049" y="3250"/>
                    </a:cubicBezTo>
                    <a:cubicBezTo>
                      <a:pt x="1888" y="3165"/>
                      <a:pt x="1721" y="3096"/>
                      <a:pt x="1548" y="3033"/>
                    </a:cubicBezTo>
                    <a:cubicBezTo>
                      <a:pt x="1388" y="2961"/>
                      <a:pt x="1224" y="2891"/>
                      <a:pt x="1058" y="2825"/>
                    </a:cubicBezTo>
                    <a:cubicBezTo>
                      <a:pt x="721" y="2687"/>
                      <a:pt x="413" y="2542"/>
                      <a:pt x="70" y="2423"/>
                    </a:cubicBezTo>
                    <a:cubicBezTo>
                      <a:pt x="98" y="2322"/>
                      <a:pt x="281" y="1429"/>
                      <a:pt x="316" y="1224"/>
                    </a:cubicBezTo>
                    <a:cubicBezTo>
                      <a:pt x="344" y="1083"/>
                      <a:pt x="366" y="945"/>
                      <a:pt x="385" y="803"/>
                    </a:cubicBezTo>
                    <a:cubicBezTo>
                      <a:pt x="444" y="655"/>
                      <a:pt x="492" y="498"/>
                      <a:pt x="520" y="341"/>
                    </a:cubicBezTo>
                    <a:cubicBezTo>
                      <a:pt x="522" y="337"/>
                      <a:pt x="518" y="335"/>
                      <a:pt x="514" y="335"/>
                    </a:cubicBezTo>
                    <a:cubicBezTo>
                      <a:pt x="511" y="335"/>
                      <a:pt x="507" y="336"/>
                      <a:pt x="507" y="341"/>
                    </a:cubicBezTo>
                    <a:cubicBezTo>
                      <a:pt x="476" y="457"/>
                      <a:pt x="444" y="580"/>
                      <a:pt x="407" y="696"/>
                    </a:cubicBezTo>
                    <a:cubicBezTo>
                      <a:pt x="438" y="470"/>
                      <a:pt x="463" y="237"/>
                      <a:pt x="485" y="4"/>
                    </a:cubicBezTo>
                    <a:lnTo>
                      <a:pt x="4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7" name="Google Shape;1657;p36"/>
              <p:cNvSpPr/>
              <p:nvPr/>
            </p:nvSpPr>
            <p:spPr>
              <a:xfrm>
                <a:off x="1865672" y="1520857"/>
                <a:ext cx="106807" cy="189921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2445" extrusionOk="0">
                    <a:moveTo>
                      <a:pt x="365" y="1"/>
                    </a:moveTo>
                    <a:cubicBezTo>
                      <a:pt x="365" y="1"/>
                      <a:pt x="302" y="221"/>
                      <a:pt x="227" y="495"/>
                    </a:cubicBezTo>
                    <a:lnTo>
                      <a:pt x="214" y="536"/>
                    </a:lnTo>
                    <a:cubicBezTo>
                      <a:pt x="211" y="551"/>
                      <a:pt x="208" y="567"/>
                      <a:pt x="205" y="577"/>
                    </a:cubicBezTo>
                    <a:cubicBezTo>
                      <a:pt x="192" y="617"/>
                      <a:pt x="180" y="661"/>
                      <a:pt x="167" y="702"/>
                    </a:cubicBezTo>
                    <a:cubicBezTo>
                      <a:pt x="158" y="746"/>
                      <a:pt x="152" y="765"/>
                      <a:pt x="145" y="803"/>
                    </a:cubicBezTo>
                    <a:lnTo>
                      <a:pt x="120" y="904"/>
                    </a:lnTo>
                    <a:cubicBezTo>
                      <a:pt x="67" y="1149"/>
                      <a:pt x="26" y="1391"/>
                      <a:pt x="1" y="1640"/>
                    </a:cubicBezTo>
                    <a:cubicBezTo>
                      <a:pt x="10" y="1737"/>
                      <a:pt x="397" y="2420"/>
                      <a:pt x="840" y="2445"/>
                    </a:cubicBezTo>
                    <a:cubicBezTo>
                      <a:pt x="841" y="2445"/>
                      <a:pt x="843" y="2445"/>
                      <a:pt x="844" y="2445"/>
                    </a:cubicBezTo>
                    <a:cubicBezTo>
                      <a:pt x="986" y="2445"/>
                      <a:pt x="1076" y="1671"/>
                      <a:pt x="1076" y="1671"/>
                    </a:cubicBezTo>
                    <a:lnTo>
                      <a:pt x="1095" y="1614"/>
                    </a:lnTo>
                    <a:lnTo>
                      <a:pt x="1375" y="825"/>
                    </a:lnTo>
                    <a:lnTo>
                      <a:pt x="494" y="98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D37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8" name="Google Shape;1658;p36"/>
              <p:cNvSpPr/>
              <p:nvPr/>
            </p:nvSpPr>
            <p:spPr>
              <a:xfrm>
                <a:off x="1883227" y="1521167"/>
                <a:ext cx="89018" cy="125605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617" extrusionOk="0">
                    <a:moveTo>
                      <a:pt x="139" y="0"/>
                    </a:moveTo>
                    <a:cubicBezTo>
                      <a:pt x="139" y="3"/>
                      <a:pt x="76" y="223"/>
                      <a:pt x="1" y="500"/>
                    </a:cubicBezTo>
                    <a:cubicBezTo>
                      <a:pt x="111" y="978"/>
                      <a:pt x="429" y="1387"/>
                      <a:pt x="866" y="1617"/>
                    </a:cubicBezTo>
                    <a:lnTo>
                      <a:pt x="1146" y="824"/>
                    </a:lnTo>
                    <a:lnTo>
                      <a:pt x="268" y="98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263238">
                  <a:alpha val="587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9" name="Google Shape;1659;p36"/>
              <p:cNvSpPr/>
              <p:nvPr/>
            </p:nvSpPr>
            <p:spPr>
              <a:xfrm>
                <a:off x="1836620" y="1358742"/>
                <a:ext cx="250199" cy="266978"/>
              </a:xfrm>
              <a:custGeom>
                <a:avLst/>
                <a:gdLst/>
                <a:ahLst/>
                <a:cxnLst/>
                <a:rect l="l" t="t" r="r" b="b"/>
                <a:pathLst>
                  <a:path w="3221" h="3437" extrusionOk="0">
                    <a:moveTo>
                      <a:pt x="1550" y="0"/>
                    </a:moveTo>
                    <a:cubicBezTo>
                      <a:pt x="1441" y="0"/>
                      <a:pt x="1333" y="14"/>
                      <a:pt x="1230" y="37"/>
                    </a:cubicBezTo>
                    <a:cubicBezTo>
                      <a:pt x="588" y="188"/>
                      <a:pt x="0" y="764"/>
                      <a:pt x="409" y="2182"/>
                    </a:cubicBezTo>
                    <a:cubicBezTo>
                      <a:pt x="720" y="3258"/>
                      <a:pt x="1356" y="3436"/>
                      <a:pt x="1768" y="3436"/>
                    </a:cubicBezTo>
                    <a:cubicBezTo>
                      <a:pt x="1898" y="3436"/>
                      <a:pt x="2005" y="3419"/>
                      <a:pt x="2073" y="3406"/>
                    </a:cubicBezTo>
                    <a:cubicBezTo>
                      <a:pt x="2381" y="3349"/>
                      <a:pt x="3221" y="3032"/>
                      <a:pt x="2960" y="1582"/>
                    </a:cubicBezTo>
                    <a:cubicBezTo>
                      <a:pt x="2743" y="370"/>
                      <a:pt x="2124" y="0"/>
                      <a:pt x="1550" y="0"/>
                    </a:cubicBezTo>
                    <a:close/>
                  </a:path>
                </a:pathLst>
              </a:custGeom>
              <a:solidFill>
                <a:srgbClr val="D376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0" name="Google Shape;1660;p36"/>
              <p:cNvSpPr/>
              <p:nvPr/>
            </p:nvSpPr>
            <p:spPr>
              <a:xfrm>
                <a:off x="2029573" y="1454131"/>
                <a:ext cx="22371" cy="11108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43" extrusionOk="0">
                    <a:moveTo>
                      <a:pt x="121" y="1"/>
                    </a:moveTo>
                    <a:cubicBezTo>
                      <a:pt x="78" y="1"/>
                      <a:pt x="37" y="17"/>
                      <a:pt x="14" y="52"/>
                    </a:cubicBezTo>
                    <a:cubicBezTo>
                      <a:pt x="1" y="71"/>
                      <a:pt x="4" y="99"/>
                      <a:pt x="23" y="115"/>
                    </a:cubicBezTo>
                    <a:cubicBezTo>
                      <a:pt x="50" y="131"/>
                      <a:pt x="83" y="140"/>
                      <a:pt x="113" y="140"/>
                    </a:cubicBezTo>
                    <a:cubicBezTo>
                      <a:pt x="118" y="140"/>
                      <a:pt x="122" y="140"/>
                      <a:pt x="127" y="140"/>
                    </a:cubicBezTo>
                    <a:cubicBezTo>
                      <a:pt x="161" y="143"/>
                      <a:pt x="193" y="143"/>
                      <a:pt x="227" y="143"/>
                    </a:cubicBezTo>
                    <a:cubicBezTo>
                      <a:pt x="240" y="143"/>
                      <a:pt x="256" y="140"/>
                      <a:pt x="265" y="127"/>
                    </a:cubicBezTo>
                    <a:cubicBezTo>
                      <a:pt x="287" y="102"/>
                      <a:pt x="287" y="67"/>
                      <a:pt x="265" y="49"/>
                    </a:cubicBezTo>
                    <a:cubicBezTo>
                      <a:pt x="227" y="17"/>
                      <a:pt x="180" y="1"/>
                      <a:pt x="133" y="1"/>
                    </a:cubicBezTo>
                    <a:cubicBezTo>
                      <a:pt x="129" y="1"/>
                      <a:pt x="125" y="1"/>
                      <a:pt x="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1" name="Google Shape;1661;p36"/>
              <p:cNvSpPr/>
              <p:nvPr/>
            </p:nvSpPr>
            <p:spPr>
              <a:xfrm>
                <a:off x="1963624" y="1463685"/>
                <a:ext cx="21361" cy="13904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79" extrusionOk="0">
                    <a:moveTo>
                      <a:pt x="176" y="0"/>
                    </a:moveTo>
                    <a:cubicBezTo>
                      <a:pt x="157" y="0"/>
                      <a:pt x="139" y="4"/>
                      <a:pt x="123" y="14"/>
                    </a:cubicBezTo>
                    <a:cubicBezTo>
                      <a:pt x="76" y="29"/>
                      <a:pt x="39" y="54"/>
                      <a:pt x="16" y="99"/>
                    </a:cubicBezTo>
                    <a:cubicBezTo>
                      <a:pt x="1" y="127"/>
                      <a:pt x="13" y="158"/>
                      <a:pt x="39" y="174"/>
                    </a:cubicBezTo>
                    <a:cubicBezTo>
                      <a:pt x="47" y="176"/>
                      <a:pt x="58" y="178"/>
                      <a:pt x="68" y="178"/>
                    </a:cubicBezTo>
                    <a:cubicBezTo>
                      <a:pt x="72" y="178"/>
                      <a:pt x="76" y="178"/>
                      <a:pt x="79" y="177"/>
                    </a:cubicBezTo>
                    <a:lnTo>
                      <a:pt x="174" y="143"/>
                    </a:lnTo>
                    <a:cubicBezTo>
                      <a:pt x="208" y="133"/>
                      <a:pt x="240" y="114"/>
                      <a:pt x="265" y="86"/>
                    </a:cubicBezTo>
                    <a:cubicBezTo>
                      <a:pt x="274" y="67"/>
                      <a:pt x="271" y="39"/>
                      <a:pt x="252" y="23"/>
                    </a:cubicBezTo>
                    <a:cubicBezTo>
                      <a:pt x="229" y="8"/>
                      <a:pt x="202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2" name="Google Shape;1662;p36"/>
              <p:cNvSpPr/>
              <p:nvPr/>
            </p:nvSpPr>
            <p:spPr>
              <a:xfrm>
                <a:off x="1988326" y="1502059"/>
                <a:ext cx="8389" cy="2182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281" extrusionOk="0">
                    <a:moveTo>
                      <a:pt x="60" y="1"/>
                    </a:moveTo>
                    <a:cubicBezTo>
                      <a:pt x="60" y="1"/>
                      <a:pt x="51" y="7"/>
                      <a:pt x="57" y="13"/>
                    </a:cubicBezTo>
                    <a:cubicBezTo>
                      <a:pt x="76" y="111"/>
                      <a:pt x="82" y="227"/>
                      <a:pt x="0" y="278"/>
                    </a:cubicBezTo>
                    <a:lnTo>
                      <a:pt x="0" y="281"/>
                    </a:lnTo>
                    <a:cubicBezTo>
                      <a:pt x="107" y="246"/>
                      <a:pt x="95" y="92"/>
                      <a:pt x="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3" name="Google Shape;1663;p36"/>
              <p:cNvSpPr/>
              <p:nvPr/>
            </p:nvSpPr>
            <p:spPr>
              <a:xfrm>
                <a:off x="1971547" y="1495689"/>
                <a:ext cx="26333" cy="25323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26" extrusionOk="0">
                    <a:moveTo>
                      <a:pt x="168" y="0"/>
                    </a:moveTo>
                    <a:cubicBezTo>
                      <a:pt x="164" y="0"/>
                      <a:pt x="161" y="1"/>
                      <a:pt x="157" y="1"/>
                    </a:cubicBezTo>
                    <a:cubicBezTo>
                      <a:pt x="0" y="16"/>
                      <a:pt x="41" y="326"/>
                      <a:pt x="184" y="326"/>
                    </a:cubicBezTo>
                    <a:cubicBezTo>
                      <a:pt x="187" y="326"/>
                      <a:pt x="191" y="325"/>
                      <a:pt x="194" y="325"/>
                    </a:cubicBezTo>
                    <a:cubicBezTo>
                      <a:pt x="338" y="307"/>
                      <a:pt x="295" y="0"/>
                      <a:pt x="1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4" name="Google Shape;1664;p36"/>
              <p:cNvSpPr/>
              <p:nvPr/>
            </p:nvSpPr>
            <p:spPr>
              <a:xfrm>
                <a:off x="1964634" y="1497475"/>
                <a:ext cx="16157" cy="11263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45" extrusionOk="0">
                    <a:moveTo>
                      <a:pt x="194" y="0"/>
                    </a:moveTo>
                    <a:cubicBezTo>
                      <a:pt x="192" y="0"/>
                      <a:pt x="190" y="1"/>
                      <a:pt x="189" y="3"/>
                    </a:cubicBezTo>
                    <a:cubicBezTo>
                      <a:pt x="164" y="25"/>
                      <a:pt x="142" y="60"/>
                      <a:pt x="104" y="69"/>
                    </a:cubicBezTo>
                    <a:cubicBezTo>
                      <a:pt x="101" y="70"/>
                      <a:pt x="97" y="70"/>
                      <a:pt x="94" y="70"/>
                    </a:cubicBezTo>
                    <a:cubicBezTo>
                      <a:pt x="65" y="70"/>
                      <a:pt x="32" y="47"/>
                      <a:pt x="3" y="22"/>
                    </a:cubicBezTo>
                    <a:lnTo>
                      <a:pt x="0" y="22"/>
                    </a:lnTo>
                    <a:cubicBezTo>
                      <a:pt x="7" y="85"/>
                      <a:pt x="38" y="145"/>
                      <a:pt x="104" y="145"/>
                    </a:cubicBezTo>
                    <a:cubicBezTo>
                      <a:pt x="173" y="145"/>
                      <a:pt x="199" y="82"/>
                      <a:pt x="208" y="19"/>
                    </a:cubicBezTo>
                    <a:cubicBezTo>
                      <a:pt x="208" y="12"/>
                      <a:pt x="200" y="0"/>
                      <a:pt x="1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5" name="Google Shape;1665;p36"/>
              <p:cNvSpPr/>
              <p:nvPr/>
            </p:nvSpPr>
            <p:spPr>
              <a:xfrm>
                <a:off x="2032291" y="1494524"/>
                <a:ext cx="11807" cy="19109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46" extrusionOk="0">
                    <a:moveTo>
                      <a:pt x="10" y="0"/>
                    </a:moveTo>
                    <a:lnTo>
                      <a:pt x="10" y="0"/>
                    </a:lnTo>
                    <a:cubicBezTo>
                      <a:pt x="1" y="95"/>
                      <a:pt x="35" y="246"/>
                      <a:pt x="152" y="246"/>
                    </a:cubicBezTo>
                    <a:lnTo>
                      <a:pt x="152" y="239"/>
                    </a:lnTo>
                    <a:cubicBezTo>
                      <a:pt x="57" y="220"/>
                      <a:pt x="29" y="107"/>
                      <a:pt x="16" y="10"/>
                    </a:cubicBezTo>
                    <a:cubicBezTo>
                      <a:pt x="16" y="0"/>
                      <a:pt x="10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6" name="Google Shape;1666;p36"/>
              <p:cNvSpPr/>
              <p:nvPr/>
            </p:nvSpPr>
            <p:spPr>
              <a:xfrm>
                <a:off x="2030582" y="1485513"/>
                <a:ext cx="25867" cy="24857"/>
              </a:xfrm>
              <a:custGeom>
                <a:avLst/>
                <a:gdLst/>
                <a:ahLst/>
                <a:cxnLst/>
                <a:rect l="l" t="t" r="r" b="b"/>
                <a:pathLst>
                  <a:path w="333" h="320" extrusionOk="0">
                    <a:moveTo>
                      <a:pt x="153" y="0"/>
                    </a:moveTo>
                    <a:cubicBezTo>
                      <a:pt x="145" y="0"/>
                      <a:pt x="138" y="1"/>
                      <a:pt x="130" y="3"/>
                    </a:cubicBezTo>
                    <a:cubicBezTo>
                      <a:pt x="1" y="27"/>
                      <a:pt x="43" y="320"/>
                      <a:pt x="176" y="320"/>
                    </a:cubicBezTo>
                    <a:cubicBezTo>
                      <a:pt x="182" y="320"/>
                      <a:pt x="189" y="319"/>
                      <a:pt x="196" y="318"/>
                    </a:cubicBezTo>
                    <a:cubicBezTo>
                      <a:pt x="333" y="288"/>
                      <a:pt x="292" y="0"/>
                      <a:pt x="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7" name="Google Shape;1667;p36"/>
              <p:cNvSpPr/>
              <p:nvPr/>
            </p:nvSpPr>
            <p:spPr>
              <a:xfrm>
                <a:off x="2044565" y="1484969"/>
                <a:ext cx="15147" cy="12195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57" extrusionOk="0">
                    <a:moveTo>
                      <a:pt x="176" y="1"/>
                    </a:moveTo>
                    <a:cubicBezTo>
                      <a:pt x="160" y="35"/>
                      <a:pt x="138" y="76"/>
                      <a:pt x="107" y="79"/>
                    </a:cubicBezTo>
                    <a:cubicBezTo>
                      <a:pt x="104" y="80"/>
                      <a:pt x="101" y="80"/>
                      <a:pt x="98" y="80"/>
                    </a:cubicBezTo>
                    <a:cubicBezTo>
                      <a:pt x="69" y="80"/>
                      <a:pt x="41" y="56"/>
                      <a:pt x="16" y="45"/>
                    </a:cubicBezTo>
                    <a:cubicBezTo>
                      <a:pt x="13" y="43"/>
                      <a:pt x="12" y="42"/>
                      <a:pt x="10" y="42"/>
                    </a:cubicBezTo>
                    <a:cubicBezTo>
                      <a:pt x="2" y="42"/>
                      <a:pt x="0" y="59"/>
                      <a:pt x="3" y="70"/>
                    </a:cubicBezTo>
                    <a:cubicBezTo>
                      <a:pt x="27" y="117"/>
                      <a:pt x="62" y="156"/>
                      <a:pt x="104" y="156"/>
                    </a:cubicBezTo>
                    <a:cubicBezTo>
                      <a:pt x="112" y="156"/>
                      <a:pt x="120" y="155"/>
                      <a:pt x="129" y="152"/>
                    </a:cubicBezTo>
                    <a:cubicBezTo>
                      <a:pt x="185" y="126"/>
                      <a:pt x="195" y="64"/>
                      <a:pt x="1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8" name="Google Shape;1668;p36"/>
              <p:cNvSpPr/>
              <p:nvPr/>
            </p:nvSpPr>
            <p:spPr>
              <a:xfrm>
                <a:off x="1999045" y="1564900"/>
                <a:ext cx="16468" cy="6913"/>
              </a:xfrm>
              <a:custGeom>
                <a:avLst/>
                <a:gdLst/>
                <a:ahLst/>
                <a:cxnLst/>
                <a:rect l="l" t="t" r="r" b="b"/>
                <a:pathLst>
                  <a:path w="212" h="89" extrusionOk="0">
                    <a:moveTo>
                      <a:pt x="13" y="6"/>
                    </a:moveTo>
                    <a:lnTo>
                      <a:pt x="208" y="22"/>
                    </a:lnTo>
                    <a:cubicBezTo>
                      <a:pt x="174" y="41"/>
                      <a:pt x="136" y="54"/>
                      <a:pt x="101" y="57"/>
                    </a:cubicBezTo>
                    <a:cubicBezTo>
                      <a:pt x="64" y="57"/>
                      <a:pt x="39" y="25"/>
                      <a:pt x="13" y="6"/>
                    </a:cubicBezTo>
                    <a:close/>
                    <a:moveTo>
                      <a:pt x="4" y="0"/>
                    </a:moveTo>
                    <a:cubicBezTo>
                      <a:pt x="4" y="0"/>
                      <a:pt x="1" y="3"/>
                      <a:pt x="1" y="6"/>
                    </a:cubicBezTo>
                    <a:cubicBezTo>
                      <a:pt x="13" y="50"/>
                      <a:pt x="48" y="85"/>
                      <a:pt x="92" y="88"/>
                    </a:cubicBezTo>
                    <a:cubicBezTo>
                      <a:pt x="142" y="88"/>
                      <a:pt x="190" y="66"/>
                      <a:pt x="212" y="22"/>
                    </a:cubicBezTo>
                    <a:lnTo>
                      <a:pt x="13" y="3"/>
                    </a:lnTo>
                    <a:cubicBezTo>
                      <a:pt x="13" y="3"/>
                      <a:pt x="7" y="0"/>
                      <a:pt x="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9" name="Google Shape;1669;p36"/>
              <p:cNvSpPr/>
              <p:nvPr/>
            </p:nvSpPr>
            <p:spPr>
              <a:xfrm>
                <a:off x="2002152" y="1458015"/>
                <a:ext cx="39305" cy="94223"/>
              </a:xfrm>
              <a:custGeom>
                <a:avLst/>
                <a:gdLst/>
                <a:ahLst/>
                <a:cxnLst/>
                <a:rect l="l" t="t" r="r" b="b"/>
                <a:pathLst>
                  <a:path w="506" h="1213" extrusionOk="0">
                    <a:moveTo>
                      <a:pt x="145" y="0"/>
                    </a:moveTo>
                    <a:cubicBezTo>
                      <a:pt x="143" y="0"/>
                      <a:pt x="142" y="1"/>
                      <a:pt x="140" y="2"/>
                    </a:cubicBezTo>
                    <a:cubicBezTo>
                      <a:pt x="137" y="2"/>
                      <a:pt x="134" y="11"/>
                      <a:pt x="137" y="14"/>
                    </a:cubicBezTo>
                    <a:cubicBezTo>
                      <a:pt x="216" y="316"/>
                      <a:pt x="341" y="609"/>
                      <a:pt x="423" y="911"/>
                    </a:cubicBezTo>
                    <a:cubicBezTo>
                      <a:pt x="382" y="901"/>
                      <a:pt x="340" y="897"/>
                      <a:pt x="298" y="897"/>
                    </a:cubicBezTo>
                    <a:cubicBezTo>
                      <a:pt x="285" y="897"/>
                      <a:pt x="272" y="897"/>
                      <a:pt x="260" y="898"/>
                    </a:cubicBezTo>
                    <a:cubicBezTo>
                      <a:pt x="247" y="904"/>
                      <a:pt x="329" y="1128"/>
                      <a:pt x="329" y="1147"/>
                    </a:cubicBezTo>
                    <a:cubicBezTo>
                      <a:pt x="296" y="1155"/>
                      <a:pt x="262" y="1158"/>
                      <a:pt x="228" y="1158"/>
                    </a:cubicBezTo>
                    <a:cubicBezTo>
                      <a:pt x="156" y="1158"/>
                      <a:pt x="83" y="1141"/>
                      <a:pt x="14" y="1109"/>
                    </a:cubicBezTo>
                    <a:cubicBezTo>
                      <a:pt x="13" y="1107"/>
                      <a:pt x="11" y="1107"/>
                      <a:pt x="10" y="1107"/>
                    </a:cubicBezTo>
                    <a:cubicBezTo>
                      <a:pt x="5" y="1107"/>
                      <a:pt x="1" y="1113"/>
                      <a:pt x="8" y="1118"/>
                    </a:cubicBezTo>
                    <a:cubicBezTo>
                      <a:pt x="72" y="1180"/>
                      <a:pt x="155" y="1212"/>
                      <a:pt x="241" y="1212"/>
                    </a:cubicBezTo>
                    <a:cubicBezTo>
                      <a:pt x="278" y="1212"/>
                      <a:pt x="315" y="1206"/>
                      <a:pt x="351" y="1194"/>
                    </a:cubicBezTo>
                    <a:cubicBezTo>
                      <a:pt x="373" y="1191"/>
                      <a:pt x="389" y="1187"/>
                      <a:pt x="389" y="1178"/>
                    </a:cubicBezTo>
                    <a:cubicBezTo>
                      <a:pt x="376" y="1109"/>
                      <a:pt x="335" y="961"/>
                      <a:pt x="335" y="961"/>
                    </a:cubicBezTo>
                    <a:lnTo>
                      <a:pt x="335" y="961"/>
                    </a:lnTo>
                    <a:cubicBezTo>
                      <a:pt x="350" y="967"/>
                      <a:pt x="413" y="981"/>
                      <a:pt x="457" y="981"/>
                    </a:cubicBezTo>
                    <a:cubicBezTo>
                      <a:pt x="485" y="981"/>
                      <a:pt x="505" y="975"/>
                      <a:pt x="502" y="958"/>
                    </a:cubicBezTo>
                    <a:cubicBezTo>
                      <a:pt x="420" y="631"/>
                      <a:pt x="304" y="313"/>
                      <a:pt x="153" y="8"/>
                    </a:cubicBezTo>
                    <a:cubicBezTo>
                      <a:pt x="153" y="3"/>
                      <a:pt x="149" y="0"/>
                      <a:pt x="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0" name="Google Shape;1670;p36"/>
              <p:cNvSpPr/>
              <p:nvPr/>
            </p:nvSpPr>
            <p:spPr>
              <a:xfrm>
                <a:off x="1820929" y="1352217"/>
                <a:ext cx="234897" cy="179280"/>
              </a:xfrm>
              <a:custGeom>
                <a:avLst/>
                <a:gdLst/>
                <a:ahLst/>
                <a:cxnLst/>
                <a:rect l="l" t="t" r="r" b="b"/>
                <a:pathLst>
                  <a:path w="3024" h="2308" extrusionOk="0">
                    <a:moveTo>
                      <a:pt x="1675" y="1"/>
                    </a:moveTo>
                    <a:cubicBezTo>
                      <a:pt x="1322" y="1"/>
                      <a:pt x="779" y="102"/>
                      <a:pt x="476" y="662"/>
                    </a:cubicBezTo>
                    <a:cubicBezTo>
                      <a:pt x="1" y="1537"/>
                      <a:pt x="545" y="2307"/>
                      <a:pt x="728" y="2307"/>
                    </a:cubicBezTo>
                    <a:cubicBezTo>
                      <a:pt x="1004" y="2307"/>
                      <a:pt x="995" y="1678"/>
                      <a:pt x="995" y="1678"/>
                    </a:cubicBezTo>
                    <a:cubicBezTo>
                      <a:pt x="995" y="1678"/>
                      <a:pt x="2130" y="1342"/>
                      <a:pt x="2111" y="386"/>
                    </a:cubicBezTo>
                    <a:lnTo>
                      <a:pt x="2111" y="386"/>
                    </a:lnTo>
                    <a:cubicBezTo>
                      <a:pt x="2303" y="750"/>
                      <a:pt x="2630" y="1030"/>
                      <a:pt x="3024" y="1159"/>
                    </a:cubicBezTo>
                    <a:cubicBezTo>
                      <a:pt x="3024" y="1159"/>
                      <a:pt x="2860" y="131"/>
                      <a:pt x="2014" y="33"/>
                    </a:cubicBezTo>
                    <a:cubicBezTo>
                      <a:pt x="2014" y="33"/>
                      <a:pt x="1875" y="1"/>
                      <a:pt x="16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1" name="Google Shape;1671;p36"/>
              <p:cNvSpPr/>
              <p:nvPr/>
            </p:nvSpPr>
            <p:spPr>
              <a:xfrm>
                <a:off x="1916007" y="1376763"/>
                <a:ext cx="71386" cy="104166"/>
              </a:xfrm>
              <a:custGeom>
                <a:avLst/>
                <a:gdLst/>
                <a:ahLst/>
                <a:cxnLst/>
                <a:rect l="l" t="t" r="r" b="b"/>
                <a:pathLst>
                  <a:path w="919" h="1341" extrusionOk="0">
                    <a:moveTo>
                      <a:pt x="887" y="0"/>
                    </a:moveTo>
                    <a:cubicBezTo>
                      <a:pt x="894" y="73"/>
                      <a:pt x="887" y="145"/>
                      <a:pt x="869" y="224"/>
                    </a:cubicBezTo>
                    <a:cubicBezTo>
                      <a:pt x="859" y="293"/>
                      <a:pt x="850" y="362"/>
                      <a:pt x="828" y="431"/>
                    </a:cubicBezTo>
                    <a:cubicBezTo>
                      <a:pt x="790" y="570"/>
                      <a:pt x="730" y="695"/>
                      <a:pt x="648" y="812"/>
                    </a:cubicBezTo>
                    <a:cubicBezTo>
                      <a:pt x="629" y="840"/>
                      <a:pt x="607" y="868"/>
                      <a:pt x="585" y="897"/>
                    </a:cubicBezTo>
                    <a:lnTo>
                      <a:pt x="554" y="934"/>
                    </a:lnTo>
                    <a:lnTo>
                      <a:pt x="519" y="975"/>
                    </a:lnTo>
                    <a:cubicBezTo>
                      <a:pt x="494" y="997"/>
                      <a:pt x="472" y="1026"/>
                      <a:pt x="444" y="1048"/>
                    </a:cubicBezTo>
                    <a:lnTo>
                      <a:pt x="362" y="1114"/>
                    </a:lnTo>
                    <a:lnTo>
                      <a:pt x="321" y="1148"/>
                    </a:lnTo>
                    <a:lnTo>
                      <a:pt x="277" y="1180"/>
                    </a:lnTo>
                    <a:lnTo>
                      <a:pt x="189" y="1236"/>
                    </a:lnTo>
                    <a:cubicBezTo>
                      <a:pt x="129" y="1274"/>
                      <a:pt x="63" y="1306"/>
                      <a:pt x="0" y="1340"/>
                    </a:cubicBezTo>
                    <a:cubicBezTo>
                      <a:pt x="67" y="1315"/>
                      <a:pt x="139" y="1293"/>
                      <a:pt x="205" y="1265"/>
                    </a:cubicBezTo>
                    <a:lnTo>
                      <a:pt x="302" y="1214"/>
                    </a:lnTo>
                    <a:lnTo>
                      <a:pt x="350" y="1186"/>
                    </a:lnTo>
                    <a:lnTo>
                      <a:pt x="397" y="1155"/>
                    </a:lnTo>
                    <a:cubicBezTo>
                      <a:pt x="428" y="1136"/>
                      <a:pt x="460" y="1117"/>
                      <a:pt x="488" y="1092"/>
                    </a:cubicBezTo>
                    <a:cubicBezTo>
                      <a:pt x="516" y="1070"/>
                      <a:pt x="541" y="1041"/>
                      <a:pt x="570" y="1016"/>
                    </a:cubicBezTo>
                    <a:lnTo>
                      <a:pt x="611" y="978"/>
                    </a:lnTo>
                    <a:lnTo>
                      <a:pt x="645" y="934"/>
                    </a:lnTo>
                    <a:cubicBezTo>
                      <a:pt x="674" y="906"/>
                      <a:pt x="696" y="875"/>
                      <a:pt x="714" y="843"/>
                    </a:cubicBezTo>
                    <a:cubicBezTo>
                      <a:pt x="802" y="717"/>
                      <a:pt x="862" y="582"/>
                      <a:pt x="887" y="434"/>
                    </a:cubicBezTo>
                    <a:cubicBezTo>
                      <a:pt x="919" y="290"/>
                      <a:pt x="919" y="145"/>
                      <a:pt x="8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2" name="Google Shape;1672;p36"/>
              <p:cNvSpPr/>
              <p:nvPr/>
            </p:nvSpPr>
            <p:spPr>
              <a:xfrm>
                <a:off x="1855884" y="1518449"/>
                <a:ext cx="35266" cy="41402"/>
              </a:xfrm>
              <a:custGeom>
                <a:avLst/>
                <a:gdLst/>
                <a:ahLst/>
                <a:cxnLst/>
                <a:rect l="l" t="t" r="r" b="b"/>
                <a:pathLst>
                  <a:path w="454" h="533" extrusionOk="0">
                    <a:moveTo>
                      <a:pt x="1" y="1"/>
                    </a:moveTo>
                    <a:lnTo>
                      <a:pt x="1" y="7"/>
                    </a:lnTo>
                    <a:cubicBezTo>
                      <a:pt x="180" y="57"/>
                      <a:pt x="278" y="211"/>
                      <a:pt x="356" y="365"/>
                    </a:cubicBezTo>
                    <a:cubicBezTo>
                      <a:pt x="332" y="327"/>
                      <a:pt x="290" y="308"/>
                      <a:pt x="247" y="308"/>
                    </a:cubicBezTo>
                    <a:cubicBezTo>
                      <a:pt x="219" y="308"/>
                      <a:pt x="191" y="316"/>
                      <a:pt x="167" y="334"/>
                    </a:cubicBezTo>
                    <a:cubicBezTo>
                      <a:pt x="161" y="337"/>
                      <a:pt x="158" y="340"/>
                      <a:pt x="152" y="350"/>
                    </a:cubicBezTo>
                    <a:cubicBezTo>
                      <a:pt x="149" y="353"/>
                      <a:pt x="149" y="353"/>
                      <a:pt x="152" y="356"/>
                    </a:cubicBezTo>
                    <a:lnTo>
                      <a:pt x="158" y="356"/>
                    </a:lnTo>
                    <a:cubicBezTo>
                      <a:pt x="177" y="349"/>
                      <a:pt x="197" y="345"/>
                      <a:pt x="217" y="345"/>
                    </a:cubicBezTo>
                    <a:cubicBezTo>
                      <a:pt x="259" y="345"/>
                      <a:pt x="301" y="361"/>
                      <a:pt x="331" y="397"/>
                    </a:cubicBezTo>
                    <a:cubicBezTo>
                      <a:pt x="366" y="435"/>
                      <a:pt x="394" y="479"/>
                      <a:pt x="419" y="526"/>
                    </a:cubicBezTo>
                    <a:cubicBezTo>
                      <a:pt x="423" y="530"/>
                      <a:pt x="428" y="532"/>
                      <a:pt x="432" y="532"/>
                    </a:cubicBezTo>
                    <a:cubicBezTo>
                      <a:pt x="444" y="532"/>
                      <a:pt x="454" y="522"/>
                      <a:pt x="447" y="513"/>
                    </a:cubicBezTo>
                    <a:cubicBezTo>
                      <a:pt x="432" y="290"/>
                      <a:pt x="237" y="4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3" name="Google Shape;1673;p36"/>
              <p:cNvSpPr/>
              <p:nvPr/>
            </p:nvSpPr>
            <p:spPr>
              <a:xfrm>
                <a:off x="1875459" y="1557599"/>
                <a:ext cx="12273" cy="10719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38" extrusionOk="0">
                    <a:moveTo>
                      <a:pt x="75" y="1"/>
                    </a:moveTo>
                    <a:cubicBezTo>
                      <a:pt x="69" y="1"/>
                      <a:pt x="63" y="1"/>
                      <a:pt x="57" y="3"/>
                    </a:cubicBezTo>
                    <a:cubicBezTo>
                      <a:pt x="22" y="16"/>
                      <a:pt x="0" y="50"/>
                      <a:pt x="10" y="88"/>
                    </a:cubicBezTo>
                    <a:lnTo>
                      <a:pt x="16" y="94"/>
                    </a:lnTo>
                    <a:cubicBezTo>
                      <a:pt x="23" y="120"/>
                      <a:pt x="48" y="137"/>
                      <a:pt x="75" y="137"/>
                    </a:cubicBezTo>
                    <a:cubicBezTo>
                      <a:pt x="84" y="137"/>
                      <a:pt x="93" y="136"/>
                      <a:pt x="101" y="132"/>
                    </a:cubicBezTo>
                    <a:cubicBezTo>
                      <a:pt x="136" y="119"/>
                      <a:pt x="158" y="82"/>
                      <a:pt x="142" y="47"/>
                    </a:cubicBezTo>
                    <a:cubicBezTo>
                      <a:pt x="131" y="20"/>
                      <a:pt x="105" y="1"/>
                      <a:pt x="7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4" name="Google Shape;1674;p36"/>
              <p:cNvSpPr/>
              <p:nvPr/>
            </p:nvSpPr>
            <p:spPr>
              <a:xfrm>
                <a:off x="1864662" y="1553404"/>
                <a:ext cx="7690" cy="7379"/>
              </a:xfrm>
              <a:custGeom>
                <a:avLst/>
                <a:gdLst/>
                <a:ahLst/>
                <a:cxnLst/>
                <a:rect l="l" t="t" r="r" b="b"/>
                <a:pathLst>
                  <a:path w="99" h="95" extrusionOk="0">
                    <a:moveTo>
                      <a:pt x="39" y="0"/>
                    </a:moveTo>
                    <a:cubicBezTo>
                      <a:pt x="17" y="10"/>
                      <a:pt x="1" y="32"/>
                      <a:pt x="7" y="60"/>
                    </a:cubicBezTo>
                    <a:cubicBezTo>
                      <a:pt x="15" y="80"/>
                      <a:pt x="34" y="94"/>
                      <a:pt x="53" y="94"/>
                    </a:cubicBezTo>
                    <a:cubicBezTo>
                      <a:pt x="58" y="94"/>
                      <a:pt x="63" y="93"/>
                      <a:pt x="67" y="92"/>
                    </a:cubicBezTo>
                    <a:cubicBezTo>
                      <a:pt x="92" y="76"/>
                      <a:pt x="98" y="47"/>
                      <a:pt x="83" y="25"/>
                    </a:cubicBezTo>
                    <a:cubicBezTo>
                      <a:pt x="73" y="10"/>
                      <a:pt x="54" y="0"/>
                      <a:pt x="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675" name="Google Shape;1675;p36"/>
              <p:cNvGrpSpPr/>
              <p:nvPr/>
            </p:nvGrpSpPr>
            <p:grpSpPr>
              <a:xfrm>
                <a:off x="2483058" y="1547733"/>
                <a:ext cx="438878" cy="438878"/>
                <a:chOff x="2483058" y="1547733"/>
                <a:chExt cx="438878" cy="438878"/>
              </a:xfrm>
            </p:grpSpPr>
            <p:sp>
              <p:nvSpPr>
                <p:cNvPr id="1676" name="Google Shape;1676;p36"/>
                <p:cNvSpPr/>
                <p:nvPr/>
              </p:nvSpPr>
              <p:spPr>
                <a:xfrm>
                  <a:off x="2514828" y="1796382"/>
                  <a:ext cx="110147" cy="53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85" extrusionOk="0">
                      <a:moveTo>
                        <a:pt x="1400" y="0"/>
                      </a:moveTo>
                      <a:cubicBezTo>
                        <a:pt x="1395" y="0"/>
                        <a:pt x="1388" y="3"/>
                        <a:pt x="1381" y="11"/>
                      </a:cubicBezTo>
                      <a:cubicBezTo>
                        <a:pt x="909" y="442"/>
                        <a:pt x="629" y="549"/>
                        <a:pt x="13" y="662"/>
                      </a:cubicBezTo>
                      <a:cubicBezTo>
                        <a:pt x="0" y="662"/>
                        <a:pt x="0" y="684"/>
                        <a:pt x="13" y="684"/>
                      </a:cubicBezTo>
                      <a:cubicBezTo>
                        <a:pt x="629" y="628"/>
                        <a:pt x="997" y="543"/>
                        <a:pt x="1400" y="33"/>
                      </a:cubicBezTo>
                      <a:cubicBezTo>
                        <a:pt x="1417" y="16"/>
                        <a:pt x="1412" y="0"/>
                        <a:pt x="140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77" name="Google Shape;1677;p36"/>
                <p:cNvSpPr/>
                <p:nvPr/>
              </p:nvSpPr>
              <p:spPr>
                <a:xfrm>
                  <a:off x="2532150" y="1842290"/>
                  <a:ext cx="117604" cy="55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" h="713" extrusionOk="0">
                      <a:moveTo>
                        <a:pt x="1494" y="0"/>
                      </a:moveTo>
                      <a:cubicBezTo>
                        <a:pt x="1489" y="0"/>
                        <a:pt x="1484" y="2"/>
                        <a:pt x="1479" y="5"/>
                      </a:cubicBezTo>
                      <a:cubicBezTo>
                        <a:pt x="954" y="411"/>
                        <a:pt x="652" y="534"/>
                        <a:pt x="10" y="697"/>
                      </a:cubicBezTo>
                      <a:cubicBezTo>
                        <a:pt x="7" y="697"/>
                        <a:pt x="1" y="707"/>
                        <a:pt x="7" y="710"/>
                      </a:cubicBezTo>
                      <a:cubicBezTo>
                        <a:pt x="7" y="713"/>
                        <a:pt x="10" y="713"/>
                        <a:pt x="10" y="713"/>
                      </a:cubicBezTo>
                      <a:cubicBezTo>
                        <a:pt x="649" y="603"/>
                        <a:pt x="1017" y="508"/>
                        <a:pt x="1492" y="37"/>
                      </a:cubicBezTo>
                      <a:cubicBezTo>
                        <a:pt x="1514" y="19"/>
                        <a:pt x="1509" y="0"/>
                        <a:pt x="14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78" name="Google Shape;1678;p36"/>
                <p:cNvSpPr/>
                <p:nvPr/>
              </p:nvSpPr>
              <p:spPr>
                <a:xfrm>
                  <a:off x="2547531" y="1896431"/>
                  <a:ext cx="120633" cy="47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3" h="617" extrusionOk="0">
                      <a:moveTo>
                        <a:pt x="1544" y="0"/>
                      </a:moveTo>
                      <a:cubicBezTo>
                        <a:pt x="1539" y="0"/>
                        <a:pt x="1530" y="4"/>
                        <a:pt x="1517" y="13"/>
                      </a:cubicBezTo>
                      <a:cubicBezTo>
                        <a:pt x="979" y="371"/>
                        <a:pt x="652" y="516"/>
                        <a:pt x="13" y="595"/>
                      </a:cubicBezTo>
                      <a:cubicBezTo>
                        <a:pt x="4" y="595"/>
                        <a:pt x="1" y="598"/>
                        <a:pt x="1" y="607"/>
                      </a:cubicBezTo>
                      <a:cubicBezTo>
                        <a:pt x="1" y="614"/>
                        <a:pt x="4" y="617"/>
                        <a:pt x="13" y="617"/>
                      </a:cubicBezTo>
                      <a:cubicBezTo>
                        <a:pt x="674" y="598"/>
                        <a:pt x="1083" y="422"/>
                        <a:pt x="1526" y="29"/>
                      </a:cubicBezTo>
                      <a:cubicBezTo>
                        <a:pt x="1547" y="12"/>
                        <a:pt x="1552" y="0"/>
                        <a:pt x="154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79" name="Google Shape;1679;p36"/>
                <p:cNvSpPr/>
                <p:nvPr/>
              </p:nvSpPr>
              <p:spPr>
                <a:xfrm>
                  <a:off x="2503798" y="1861243"/>
                  <a:ext cx="397320" cy="10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5" h="1347" extrusionOk="0">
                      <a:moveTo>
                        <a:pt x="1" y="0"/>
                      </a:moveTo>
                      <a:lnTo>
                        <a:pt x="1" y="1346"/>
                      </a:lnTo>
                      <a:lnTo>
                        <a:pt x="5115" y="1346"/>
                      </a:lnTo>
                      <a:lnTo>
                        <a:pt x="5115" y="0"/>
                      </a:lnTo>
                      <a:close/>
                    </a:path>
                  </a:pathLst>
                </a:custGeom>
                <a:solidFill>
                  <a:srgbClr val="B1A0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80" name="Google Shape;1680;p36"/>
                <p:cNvSpPr/>
                <p:nvPr/>
              </p:nvSpPr>
              <p:spPr>
                <a:xfrm>
                  <a:off x="2483058" y="1547733"/>
                  <a:ext cx="438878" cy="43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" h="5650" extrusionOk="0">
                      <a:moveTo>
                        <a:pt x="1" y="1"/>
                      </a:moveTo>
                      <a:lnTo>
                        <a:pt x="1" y="5650"/>
                      </a:lnTo>
                      <a:lnTo>
                        <a:pt x="5649" y="5650"/>
                      </a:lnTo>
                      <a:lnTo>
                        <a:pt x="564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81" name="Google Shape;1681;p36"/>
                <p:cNvSpPr/>
                <p:nvPr/>
              </p:nvSpPr>
              <p:spPr>
                <a:xfrm>
                  <a:off x="2503798" y="1568318"/>
                  <a:ext cx="397320" cy="397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5" h="5118" extrusionOk="0">
                      <a:moveTo>
                        <a:pt x="1" y="0"/>
                      </a:moveTo>
                      <a:lnTo>
                        <a:pt x="1" y="5117"/>
                      </a:lnTo>
                      <a:lnTo>
                        <a:pt x="5115" y="5117"/>
                      </a:lnTo>
                      <a:lnTo>
                        <a:pt x="511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82" name="Google Shape;1682;p36"/>
                <p:cNvSpPr/>
                <p:nvPr/>
              </p:nvSpPr>
              <p:spPr>
                <a:xfrm>
                  <a:off x="2563921" y="1636209"/>
                  <a:ext cx="80940" cy="74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958" extrusionOk="0">
                      <a:moveTo>
                        <a:pt x="520" y="1"/>
                      </a:moveTo>
                      <a:cubicBezTo>
                        <a:pt x="490" y="1"/>
                        <a:pt x="460" y="4"/>
                        <a:pt x="431" y="10"/>
                      </a:cubicBezTo>
                      <a:cubicBezTo>
                        <a:pt x="243" y="48"/>
                        <a:pt x="92" y="199"/>
                        <a:pt x="54" y="387"/>
                      </a:cubicBezTo>
                      <a:cubicBezTo>
                        <a:pt x="1" y="645"/>
                        <a:pt x="170" y="897"/>
                        <a:pt x="431" y="947"/>
                      </a:cubicBezTo>
                      <a:cubicBezTo>
                        <a:pt x="464" y="954"/>
                        <a:pt x="495" y="957"/>
                        <a:pt x="527" y="957"/>
                      </a:cubicBezTo>
                      <a:cubicBezTo>
                        <a:pt x="749" y="957"/>
                        <a:pt x="947" y="798"/>
                        <a:pt x="991" y="570"/>
                      </a:cubicBezTo>
                      <a:cubicBezTo>
                        <a:pt x="1042" y="312"/>
                        <a:pt x="875" y="60"/>
                        <a:pt x="614" y="10"/>
                      </a:cubicBezTo>
                      <a:cubicBezTo>
                        <a:pt x="582" y="4"/>
                        <a:pt x="551" y="1"/>
                        <a:pt x="5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83" name="Google Shape;1683;p36"/>
                <p:cNvSpPr/>
                <p:nvPr/>
              </p:nvSpPr>
              <p:spPr>
                <a:xfrm>
                  <a:off x="2613790" y="1701692"/>
                  <a:ext cx="284921" cy="159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8" h="2055" extrusionOk="0">
                      <a:moveTo>
                        <a:pt x="1837" y="0"/>
                      </a:moveTo>
                      <a:lnTo>
                        <a:pt x="0" y="2054"/>
                      </a:lnTo>
                      <a:lnTo>
                        <a:pt x="3668" y="2054"/>
                      </a:lnTo>
                      <a:lnTo>
                        <a:pt x="183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84" name="Google Shape;1684;p36"/>
                <p:cNvSpPr/>
                <p:nvPr/>
              </p:nvSpPr>
              <p:spPr>
                <a:xfrm>
                  <a:off x="2504341" y="1757154"/>
                  <a:ext cx="235363" cy="10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0" h="1341" extrusionOk="0">
                      <a:moveTo>
                        <a:pt x="1516" y="0"/>
                      </a:moveTo>
                      <a:lnTo>
                        <a:pt x="0" y="1340"/>
                      </a:lnTo>
                      <a:lnTo>
                        <a:pt x="3029" y="1340"/>
                      </a:lnTo>
                      <a:lnTo>
                        <a:pt x="15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685" name="Google Shape;1685;p36"/>
                <p:cNvSpPr/>
                <p:nvPr/>
              </p:nvSpPr>
              <p:spPr>
                <a:xfrm>
                  <a:off x="2503798" y="1861243"/>
                  <a:ext cx="397320" cy="10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5" h="1347" extrusionOk="0">
                      <a:moveTo>
                        <a:pt x="1" y="0"/>
                      </a:moveTo>
                      <a:lnTo>
                        <a:pt x="1" y="1346"/>
                      </a:lnTo>
                      <a:lnTo>
                        <a:pt x="5115" y="1346"/>
                      </a:lnTo>
                      <a:lnTo>
                        <a:pt x="511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1686" name="Google Shape;1686;p36"/>
          <p:cNvGrpSpPr/>
          <p:nvPr/>
        </p:nvGrpSpPr>
        <p:grpSpPr>
          <a:xfrm>
            <a:off x="2740338" y="3610164"/>
            <a:ext cx="907900" cy="667561"/>
            <a:chOff x="3172063" y="3042964"/>
            <a:chExt cx="907900" cy="667561"/>
          </a:xfrm>
        </p:grpSpPr>
        <p:sp>
          <p:nvSpPr>
            <p:cNvPr id="1687" name="Google Shape;1687;p36"/>
            <p:cNvSpPr/>
            <p:nvPr/>
          </p:nvSpPr>
          <p:spPr>
            <a:xfrm>
              <a:off x="3172063" y="3042964"/>
              <a:ext cx="813827" cy="667560"/>
            </a:xfrm>
            <a:custGeom>
              <a:avLst/>
              <a:gdLst/>
              <a:ahLst/>
              <a:cxnLst/>
              <a:rect l="l" t="t" r="r" b="b"/>
              <a:pathLst>
                <a:path w="10477" h="8594" extrusionOk="0">
                  <a:moveTo>
                    <a:pt x="1025" y="1"/>
                  </a:moveTo>
                  <a:lnTo>
                    <a:pt x="0" y="6606"/>
                  </a:lnTo>
                  <a:lnTo>
                    <a:pt x="9451" y="8593"/>
                  </a:lnTo>
                  <a:lnTo>
                    <a:pt x="10477" y="1988"/>
                  </a:lnTo>
                  <a:lnTo>
                    <a:pt x="10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8" name="Google Shape;1688;p36"/>
            <p:cNvSpPr/>
            <p:nvPr/>
          </p:nvSpPr>
          <p:spPr>
            <a:xfrm>
              <a:off x="3711693" y="3089649"/>
              <a:ext cx="282280" cy="107816"/>
            </a:xfrm>
            <a:custGeom>
              <a:avLst/>
              <a:gdLst/>
              <a:ahLst/>
              <a:cxnLst/>
              <a:rect l="l" t="t" r="r" b="b"/>
              <a:pathLst>
                <a:path w="3634" h="1388" extrusionOk="0">
                  <a:moveTo>
                    <a:pt x="297" y="0"/>
                  </a:moveTo>
                  <a:lnTo>
                    <a:pt x="1" y="645"/>
                  </a:lnTo>
                  <a:lnTo>
                    <a:pt x="3530" y="1387"/>
                  </a:lnTo>
                  <a:lnTo>
                    <a:pt x="3634" y="705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9" name="Google Shape;1689;p36"/>
            <p:cNvSpPr/>
            <p:nvPr/>
          </p:nvSpPr>
          <p:spPr>
            <a:xfrm>
              <a:off x="3172762" y="3090658"/>
              <a:ext cx="891116" cy="619866"/>
            </a:xfrm>
            <a:custGeom>
              <a:avLst/>
              <a:gdLst/>
              <a:ahLst/>
              <a:cxnLst/>
              <a:rect l="l" t="t" r="r" b="b"/>
              <a:pathLst>
                <a:path w="11472" h="7980" extrusionOk="0">
                  <a:moveTo>
                    <a:pt x="2020" y="0"/>
                  </a:moveTo>
                  <a:lnTo>
                    <a:pt x="0" y="5995"/>
                  </a:lnTo>
                  <a:lnTo>
                    <a:pt x="9446" y="7979"/>
                  </a:lnTo>
                  <a:lnTo>
                    <a:pt x="11471" y="1985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0" name="Google Shape;1690;p36"/>
            <p:cNvSpPr/>
            <p:nvPr/>
          </p:nvSpPr>
          <p:spPr>
            <a:xfrm>
              <a:off x="3789682" y="3142159"/>
              <a:ext cx="290281" cy="102690"/>
            </a:xfrm>
            <a:custGeom>
              <a:avLst/>
              <a:gdLst/>
              <a:ahLst/>
              <a:cxnLst/>
              <a:rect l="l" t="t" r="r" b="b"/>
              <a:pathLst>
                <a:path w="3737" h="1322" extrusionOk="0">
                  <a:moveTo>
                    <a:pt x="400" y="1"/>
                  </a:moveTo>
                  <a:lnTo>
                    <a:pt x="0" y="583"/>
                  </a:lnTo>
                  <a:lnTo>
                    <a:pt x="3529" y="1322"/>
                  </a:lnTo>
                  <a:lnTo>
                    <a:pt x="3737" y="699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91" name="Google Shape;1691;p36"/>
          <p:cNvGrpSpPr/>
          <p:nvPr/>
        </p:nvGrpSpPr>
        <p:grpSpPr>
          <a:xfrm>
            <a:off x="7016369" y="3700585"/>
            <a:ext cx="1262497" cy="1712323"/>
            <a:chOff x="460250" y="1921475"/>
            <a:chExt cx="233075" cy="316125"/>
          </a:xfrm>
        </p:grpSpPr>
        <p:grpSp>
          <p:nvGrpSpPr>
            <p:cNvPr id="1692" name="Google Shape;1692;p36"/>
            <p:cNvGrpSpPr/>
            <p:nvPr/>
          </p:nvGrpSpPr>
          <p:grpSpPr>
            <a:xfrm>
              <a:off x="460250" y="1921475"/>
              <a:ext cx="233075" cy="185800"/>
              <a:chOff x="460250" y="1921475"/>
              <a:chExt cx="233075" cy="185800"/>
            </a:xfrm>
          </p:grpSpPr>
          <p:sp>
            <p:nvSpPr>
              <p:cNvPr id="1693" name="Google Shape;1693;p36"/>
              <p:cNvSpPr/>
              <p:nvPr/>
            </p:nvSpPr>
            <p:spPr>
              <a:xfrm>
                <a:off x="477550" y="1921475"/>
                <a:ext cx="97600" cy="1367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5470" extrusionOk="0">
                    <a:moveTo>
                      <a:pt x="1641" y="1"/>
                    </a:moveTo>
                    <a:cubicBezTo>
                      <a:pt x="1377" y="1"/>
                      <a:pt x="1116" y="49"/>
                      <a:pt x="897" y="161"/>
                    </a:cubicBezTo>
                    <a:cubicBezTo>
                      <a:pt x="491" y="371"/>
                      <a:pt x="246" y="780"/>
                      <a:pt x="135" y="1208"/>
                    </a:cubicBezTo>
                    <a:cubicBezTo>
                      <a:pt x="0" y="1711"/>
                      <a:pt x="25" y="2277"/>
                      <a:pt x="104" y="2787"/>
                    </a:cubicBezTo>
                    <a:cubicBezTo>
                      <a:pt x="183" y="3259"/>
                      <a:pt x="334" y="3731"/>
                      <a:pt x="642" y="4102"/>
                    </a:cubicBezTo>
                    <a:cubicBezTo>
                      <a:pt x="1290" y="4879"/>
                      <a:pt x="2369" y="4967"/>
                      <a:pt x="3208" y="5445"/>
                    </a:cubicBezTo>
                    <a:cubicBezTo>
                      <a:pt x="3210" y="5461"/>
                      <a:pt x="3247" y="5469"/>
                      <a:pt x="3272" y="5469"/>
                    </a:cubicBezTo>
                    <a:cubicBezTo>
                      <a:pt x="3289" y="5469"/>
                      <a:pt x="3300" y="5465"/>
                      <a:pt x="3287" y="5457"/>
                    </a:cubicBezTo>
                    <a:cubicBezTo>
                      <a:pt x="3256" y="5140"/>
                      <a:pt x="3384" y="4860"/>
                      <a:pt x="3510" y="4573"/>
                    </a:cubicBezTo>
                    <a:cubicBezTo>
                      <a:pt x="3611" y="4350"/>
                      <a:pt x="3693" y="4117"/>
                      <a:pt x="3752" y="3878"/>
                    </a:cubicBezTo>
                    <a:cubicBezTo>
                      <a:pt x="3878" y="3363"/>
                      <a:pt x="3903" y="2828"/>
                      <a:pt x="3831" y="2306"/>
                    </a:cubicBezTo>
                    <a:cubicBezTo>
                      <a:pt x="3696" y="1394"/>
                      <a:pt x="3234" y="381"/>
                      <a:pt x="2293" y="95"/>
                    </a:cubicBezTo>
                    <a:cubicBezTo>
                      <a:pt x="2091" y="35"/>
                      <a:pt x="1865" y="1"/>
                      <a:pt x="1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4" name="Google Shape;1694;p36"/>
              <p:cNvSpPr/>
              <p:nvPr/>
            </p:nvSpPr>
            <p:spPr>
              <a:xfrm>
                <a:off x="571775" y="1935525"/>
                <a:ext cx="121550" cy="127975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5119" extrusionOk="0">
                    <a:moveTo>
                      <a:pt x="3497" y="1"/>
                    </a:moveTo>
                    <a:cubicBezTo>
                      <a:pt x="3134" y="1"/>
                      <a:pt x="2755" y="95"/>
                      <a:pt x="2430" y="206"/>
                    </a:cubicBezTo>
                    <a:cubicBezTo>
                      <a:pt x="1493" y="523"/>
                      <a:pt x="710" y="1225"/>
                      <a:pt x="367" y="2159"/>
                    </a:cubicBezTo>
                    <a:cubicBezTo>
                      <a:pt x="1" y="3171"/>
                      <a:pt x="1016" y="5119"/>
                      <a:pt x="1074" y="5119"/>
                    </a:cubicBezTo>
                    <a:cubicBezTo>
                      <a:pt x="1074" y="5119"/>
                      <a:pt x="1075" y="5119"/>
                      <a:pt x="1075" y="5119"/>
                    </a:cubicBezTo>
                    <a:cubicBezTo>
                      <a:pt x="1682" y="4942"/>
                      <a:pt x="2289" y="4779"/>
                      <a:pt x="2896" y="4596"/>
                    </a:cubicBezTo>
                    <a:cubicBezTo>
                      <a:pt x="3368" y="4458"/>
                      <a:pt x="3780" y="4260"/>
                      <a:pt x="4097" y="3873"/>
                    </a:cubicBezTo>
                    <a:cubicBezTo>
                      <a:pt x="4412" y="3480"/>
                      <a:pt x="4623" y="3008"/>
                      <a:pt x="4701" y="2508"/>
                    </a:cubicBezTo>
                    <a:cubicBezTo>
                      <a:pt x="4799" y="1983"/>
                      <a:pt x="4862" y="1360"/>
                      <a:pt x="4679" y="841"/>
                    </a:cubicBezTo>
                    <a:cubicBezTo>
                      <a:pt x="4547" y="457"/>
                      <a:pt x="4261" y="127"/>
                      <a:pt x="3855" y="36"/>
                    </a:cubicBezTo>
                    <a:cubicBezTo>
                      <a:pt x="3739" y="11"/>
                      <a:pt x="3619" y="1"/>
                      <a:pt x="34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5" name="Google Shape;1695;p36"/>
              <p:cNvSpPr/>
              <p:nvPr/>
            </p:nvSpPr>
            <p:spPr>
              <a:xfrm>
                <a:off x="460250" y="2041750"/>
                <a:ext cx="104125" cy="640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562" extrusionOk="0">
                    <a:moveTo>
                      <a:pt x="744" y="1"/>
                    </a:moveTo>
                    <a:cubicBezTo>
                      <a:pt x="716" y="1"/>
                      <a:pt x="688" y="1"/>
                      <a:pt x="661" y="1"/>
                    </a:cubicBezTo>
                    <a:cubicBezTo>
                      <a:pt x="406" y="14"/>
                      <a:pt x="189" y="64"/>
                      <a:pt x="98" y="329"/>
                    </a:cubicBezTo>
                    <a:cubicBezTo>
                      <a:pt x="0" y="593"/>
                      <a:pt x="66" y="948"/>
                      <a:pt x="154" y="1216"/>
                    </a:cubicBezTo>
                    <a:cubicBezTo>
                      <a:pt x="334" y="1779"/>
                      <a:pt x="755" y="2562"/>
                      <a:pt x="1425" y="2562"/>
                    </a:cubicBezTo>
                    <a:cubicBezTo>
                      <a:pt x="1438" y="2562"/>
                      <a:pt x="1451" y="2562"/>
                      <a:pt x="1464" y="2562"/>
                    </a:cubicBezTo>
                    <a:cubicBezTo>
                      <a:pt x="1882" y="2562"/>
                      <a:pt x="2306" y="2514"/>
                      <a:pt x="2727" y="2511"/>
                    </a:cubicBezTo>
                    <a:cubicBezTo>
                      <a:pt x="2898" y="2508"/>
                      <a:pt x="3068" y="2506"/>
                      <a:pt x="3239" y="2506"/>
                    </a:cubicBezTo>
                    <a:cubicBezTo>
                      <a:pt x="3535" y="2506"/>
                      <a:pt x="3831" y="2512"/>
                      <a:pt x="4124" y="2530"/>
                    </a:cubicBezTo>
                    <a:cubicBezTo>
                      <a:pt x="4165" y="2530"/>
                      <a:pt x="4070" y="1137"/>
                      <a:pt x="2954" y="458"/>
                    </a:cubicBezTo>
                    <a:cubicBezTo>
                      <a:pt x="2639" y="269"/>
                      <a:pt x="2255" y="206"/>
                      <a:pt x="1903" y="130"/>
                    </a:cubicBezTo>
                    <a:cubicBezTo>
                      <a:pt x="1524" y="42"/>
                      <a:pt x="1132" y="1"/>
                      <a:pt x="7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6" name="Google Shape;1696;p36"/>
              <p:cNvSpPr/>
              <p:nvPr/>
            </p:nvSpPr>
            <p:spPr>
              <a:xfrm>
                <a:off x="610400" y="2055325"/>
                <a:ext cx="81600" cy="519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78" extrusionOk="0">
                    <a:moveTo>
                      <a:pt x="2442" y="0"/>
                    </a:moveTo>
                    <a:cubicBezTo>
                      <a:pt x="2107" y="0"/>
                      <a:pt x="1724" y="157"/>
                      <a:pt x="1480" y="276"/>
                    </a:cubicBezTo>
                    <a:cubicBezTo>
                      <a:pt x="829" y="594"/>
                      <a:pt x="304" y="1135"/>
                      <a:pt x="5" y="1795"/>
                    </a:cubicBezTo>
                    <a:cubicBezTo>
                      <a:pt x="1" y="1808"/>
                      <a:pt x="12" y="1820"/>
                      <a:pt x="23" y="1820"/>
                    </a:cubicBezTo>
                    <a:cubicBezTo>
                      <a:pt x="28" y="1820"/>
                      <a:pt x="33" y="1817"/>
                      <a:pt x="36" y="1811"/>
                    </a:cubicBezTo>
                    <a:cubicBezTo>
                      <a:pt x="43" y="1817"/>
                      <a:pt x="49" y="1821"/>
                      <a:pt x="52" y="1821"/>
                    </a:cubicBezTo>
                    <a:cubicBezTo>
                      <a:pt x="502" y="1927"/>
                      <a:pt x="958" y="2009"/>
                      <a:pt x="1417" y="2056"/>
                    </a:cubicBezTo>
                    <a:cubicBezTo>
                      <a:pt x="1542" y="2067"/>
                      <a:pt x="1673" y="2077"/>
                      <a:pt x="1805" y="2077"/>
                    </a:cubicBezTo>
                    <a:cubicBezTo>
                      <a:pt x="2062" y="2077"/>
                      <a:pt x="2321" y="2039"/>
                      <a:pt x="2537" y="1896"/>
                    </a:cubicBezTo>
                    <a:cubicBezTo>
                      <a:pt x="2974" y="1607"/>
                      <a:pt x="3263" y="827"/>
                      <a:pt x="3027" y="336"/>
                    </a:cubicBezTo>
                    <a:cubicBezTo>
                      <a:pt x="2910" y="86"/>
                      <a:pt x="2689" y="0"/>
                      <a:pt x="2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97" name="Google Shape;1697;p36"/>
            <p:cNvGrpSpPr/>
            <p:nvPr/>
          </p:nvGrpSpPr>
          <p:grpSpPr>
            <a:xfrm>
              <a:off x="470000" y="1944350"/>
              <a:ext cx="211300" cy="231925"/>
              <a:chOff x="470000" y="1944350"/>
              <a:chExt cx="211300" cy="231925"/>
            </a:xfrm>
          </p:grpSpPr>
          <p:sp>
            <p:nvSpPr>
              <p:cNvPr id="1698" name="Google Shape;1698;p36"/>
              <p:cNvSpPr/>
              <p:nvPr/>
            </p:nvSpPr>
            <p:spPr>
              <a:xfrm>
                <a:off x="496150" y="1944350"/>
                <a:ext cx="95650" cy="218100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8724" extrusionOk="0">
                    <a:moveTo>
                      <a:pt x="1187" y="1"/>
                    </a:moveTo>
                    <a:cubicBezTo>
                      <a:pt x="1178" y="1"/>
                      <a:pt x="1172" y="7"/>
                      <a:pt x="1172" y="13"/>
                    </a:cubicBezTo>
                    <a:cubicBezTo>
                      <a:pt x="1099" y="362"/>
                      <a:pt x="1074" y="721"/>
                      <a:pt x="1090" y="1079"/>
                    </a:cubicBezTo>
                    <a:cubicBezTo>
                      <a:pt x="907" y="721"/>
                      <a:pt x="719" y="369"/>
                      <a:pt x="514" y="23"/>
                    </a:cubicBezTo>
                    <a:cubicBezTo>
                      <a:pt x="509" y="13"/>
                      <a:pt x="501" y="10"/>
                      <a:pt x="493" y="10"/>
                    </a:cubicBezTo>
                    <a:cubicBezTo>
                      <a:pt x="475" y="10"/>
                      <a:pt x="457" y="32"/>
                      <a:pt x="470" y="54"/>
                    </a:cubicBezTo>
                    <a:cubicBezTo>
                      <a:pt x="791" y="658"/>
                      <a:pt x="1084" y="1287"/>
                      <a:pt x="1360" y="1916"/>
                    </a:cubicBezTo>
                    <a:cubicBezTo>
                      <a:pt x="970" y="1576"/>
                      <a:pt x="524" y="1318"/>
                      <a:pt x="36" y="1149"/>
                    </a:cubicBezTo>
                    <a:cubicBezTo>
                      <a:pt x="34" y="1148"/>
                      <a:pt x="32" y="1148"/>
                      <a:pt x="30" y="1148"/>
                    </a:cubicBezTo>
                    <a:cubicBezTo>
                      <a:pt x="12" y="1148"/>
                      <a:pt x="0" y="1174"/>
                      <a:pt x="21" y="1180"/>
                    </a:cubicBezTo>
                    <a:cubicBezTo>
                      <a:pt x="546" y="1410"/>
                      <a:pt x="1030" y="1727"/>
                      <a:pt x="1445" y="2124"/>
                    </a:cubicBezTo>
                    <a:cubicBezTo>
                      <a:pt x="1647" y="2586"/>
                      <a:pt x="1832" y="3048"/>
                      <a:pt x="2011" y="3520"/>
                    </a:cubicBezTo>
                    <a:cubicBezTo>
                      <a:pt x="1486" y="3004"/>
                      <a:pt x="766" y="2665"/>
                      <a:pt x="71" y="2482"/>
                    </a:cubicBezTo>
                    <a:cubicBezTo>
                      <a:pt x="68" y="2481"/>
                      <a:pt x="66" y="2481"/>
                      <a:pt x="64" y="2481"/>
                    </a:cubicBezTo>
                    <a:cubicBezTo>
                      <a:pt x="45" y="2481"/>
                      <a:pt x="42" y="2514"/>
                      <a:pt x="61" y="2517"/>
                    </a:cubicBezTo>
                    <a:cubicBezTo>
                      <a:pt x="870" y="2762"/>
                      <a:pt x="1499" y="3218"/>
                      <a:pt x="2106" y="3769"/>
                    </a:cubicBezTo>
                    <a:cubicBezTo>
                      <a:pt x="2178" y="3957"/>
                      <a:pt x="2247" y="4149"/>
                      <a:pt x="2317" y="4338"/>
                    </a:cubicBezTo>
                    <a:cubicBezTo>
                      <a:pt x="2574" y="5058"/>
                      <a:pt x="2823" y="5781"/>
                      <a:pt x="3059" y="6511"/>
                    </a:cubicBezTo>
                    <a:cubicBezTo>
                      <a:pt x="3172" y="6860"/>
                      <a:pt x="3282" y="7213"/>
                      <a:pt x="3392" y="7562"/>
                    </a:cubicBezTo>
                    <a:cubicBezTo>
                      <a:pt x="3512" y="7939"/>
                      <a:pt x="3600" y="8335"/>
                      <a:pt x="3751" y="8700"/>
                    </a:cubicBezTo>
                    <a:cubicBezTo>
                      <a:pt x="3757" y="8716"/>
                      <a:pt x="3773" y="8724"/>
                      <a:pt x="3787" y="8724"/>
                    </a:cubicBezTo>
                    <a:cubicBezTo>
                      <a:pt x="3807" y="8724"/>
                      <a:pt x="3825" y="8710"/>
                      <a:pt x="3820" y="8685"/>
                    </a:cubicBezTo>
                    <a:cubicBezTo>
                      <a:pt x="3735" y="8326"/>
                      <a:pt x="3638" y="7967"/>
                      <a:pt x="3518" y="7618"/>
                    </a:cubicBezTo>
                    <a:cubicBezTo>
                      <a:pt x="3405" y="7235"/>
                      <a:pt x="3292" y="6851"/>
                      <a:pt x="3172" y="6470"/>
                    </a:cubicBezTo>
                    <a:cubicBezTo>
                      <a:pt x="2939" y="5722"/>
                      <a:pt x="2700" y="4976"/>
                      <a:pt x="2436" y="4240"/>
                    </a:cubicBezTo>
                    <a:cubicBezTo>
                      <a:pt x="2279" y="3800"/>
                      <a:pt x="2112" y="3363"/>
                      <a:pt x="1933" y="2932"/>
                    </a:cubicBezTo>
                    <a:cubicBezTo>
                      <a:pt x="1955" y="2658"/>
                      <a:pt x="1989" y="2388"/>
                      <a:pt x="2037" y="2117"/>
                    </a:cubicBezTo>
                    <a:cubicBezTo>
                      <a:pt x="2106" y="1790"/>
                      <a:pt x="2210" y="1476"/>
                      <a:pt x="2304" y="1158"/>
                    </a:cubicBezTo>
                    <a:cubicBezTo>
                      <a:pt x="2308" y="1146"/>
                      <a:pt x="2295" y="1136"/>
                      <a:pt x="2283" y="1136"/>
                    </a:cubicBezTo>
                    <a:cubicBezTo>
                      <a:pt x="2277" y="1136"/>
                      <a:pt x="2272" y="1139"/>
                      <a:pt x="2269" y="1145"/>
                    </a:cubicBezTo>
                    <a:cubicBezTo>
                      <a:pt x="2081" y="1586"/>
                      <a:pt x="1832" y="2149"/>
                      <a:pt x="1829" y="2671"/>
                    </a:cubicBezTo>
                    <a:cubicBezTo>
                      <a:pt x="1625" y="2180"/>
                      <a:pt x="1404" y="1699"/>
                      <a:pt x="1169" y="1224"/>
                    </a:cubicBezTo>
                    <a:cubicBezTo>
                      <a:pt x="1140" y="825"/>
                      <a:pt x="1153" y="419"/>
                      <a:pt x="1200" y="16"/>
                    </a:cubicBezTo>
                    <a:cubicBezTo>
                      <a:pt x="1200" y="10"/>
                      <a:pt x="1194" y="1"/>
                      <a:pt x="118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9" name="Google Shape;1699;p36"/>
              <p:cNvSpPr/>
              <p:nvPr/>
            </p:nvSpPr>
            <p:spPr>
              <a:xfrm>
                <a:off x="541625" y="1960425"/>
                <a:ext cx="8800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779" extrusionOk="0">
                    <a:moveTo>
                      <a:pt x="325" y="0"/>
                    </a:moveTo>
                    <a:cubicBezTo>
                      <a:pt x="317" y="0"/>
                      <a:pt x="308" y="5"/>
                      <a:pt x="303" y="15"/>
                    </a:cubicBezTo>
                    <a:cubicBezTo>
                      <a:pt x="155" y="245"/>
                      <a:pt x="51" y="502"/>
                      <a:pt x="1" y="770"/>
                    </a:cubicBezTo>
                    <a:cubicBezTo>
                      <a:pt x="1" y="775"/>
                      <a:pt x="5" y="779"/>
                      <a:pt x="8" y="779"/>
                    </a:cubicBezTo>
                    <a:cubicBezTo>
                      <a:pt x="11" y="779"/>
                      <a:pt x="13" y="777"/>
                      <a:pt x="13" y="773"/>
                    </a:cubicBezTo>
                    <a:cubicBezTo>
                      <a:pt x="108" y="518"/>
                      <a:pt x="218" y="276"/>
                      <a:pt x="343" y="34"/>
                    </a:cubicBezTo>
                    <a:cubicBezTo>
                      <a:pt x="351" y="14"/>
                      <a:pt x="339" y="0"/>
                      <a:pt x="32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0" name="Google Shape;1700;p36"/>
              <p:cNvSpPr/>
              <p:nvPr/>
            </p:nvSpPr>
            <p:spPr>
              <a:xfrm>
                <a:off x="492475" y="1998050"/>
                <a:ext cx="1952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94" extrusionOk="0">
                    <a:moveTo>
                      <a:pt x="13" y="1"/>
                    </a:moveTo>
                    <a:cubicBezTo>
                      <a:pt x="4" y="1"/>
                      <a:pt x="1" y="7"/>
                      <a:pt x="13" y="13"/>
                    </a:cubicBezTo>
                    <a:cubicBezTo>
                      <a:pt x="136" y="64"/>
                      <a:pt x="262" y="98"/>
                      <a:pt x="388" y="145"/>
                    </a:cubicBezTo>
                    <a:cubicBezTo>
                      <a:pt x="507" y="193"/>
                      <a:pt x="630" y="252"/>
                      <a:pt x="756" y="293"/>
                    </a:cubicBezTo>
                    <a:cubicBezTo>
                      <a:pt x="768" y="293"/>
                      <a:pt x="781" y="287"/>
                      <a:pt x="781" y="274"/>
                    </a:cubicBezTo>
                    <a:cubicBezTo>
                      <a:pt x="781" y="268"/>
                      <a:pt x="775" y="265"/>
                      <a:pt x="768" y="256"/>
                    </a:cubicBezTo>
                    <a:cubicBezTo>
                      <a:pt x="532" y="127"/>
                      <a:pt x="278" y="38"/>
                      <a:pt x="1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1" name="Google Shape;1701;p36"/>
              <p:cNvSpPr/>
              <p:nvPr/>
            </p:nvSpPr>
            <p:spPr>
              <a:xfrm>
                <a:off x="494675" y="1947975"/>
                <a:ext cx="6825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81" extrusionOk="0">
                    <a:moveTo>
                      <a:pt x="10" y="1"/>
                    </a:moveTo>
                    <a:cubicBezTo>
                      <a:pt x="5" y="1"/>
                      <a:pt x="3" y="5"/>
                      <a:pt x="1" y="10"/>
                    </a:cubicBezTo>
                    <a:cubicBezTo>
                      <a:pt x="1" y="13"/>
                      <a:pt x="1" y="22"/>
                      <a:pt x="4" y="22"/>
                    </a:cubicBezTo>
                    <a:cubicBezTo>
                      <a:pt x="80" y="82"/>
                      <a:pt x="158" y="132"/>
                      <a:pt x="243" y="180"/>
                    </a:cubicBezTo>
                    <a:cubicBezTo>
                      <a:pt x="245" y="180"/>
                      <a:pt x="246" y="181"/>
                      <a:pt x="248" y="181"/>
                    </a:cubicBezTo>
                    <a:cubicBezTo>
                      <a:pt x="260" y="181"/>
                      <a:pt x="273" y="162"/>
                      <a:pt x="259" y="151"/>
                    </a:cubicBezTo>
                    <a:cubicBezTo>
                      <a:pt x="183" y="91"/>
                      <a:pt x="102" y="41"/>
                      <a:pt x="17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2" name="Google Shape;1702;p36"/>
              <p:cNvSpPr/>
              <p:nvPr/>
            </p:nvSpPr>
            <p:spPr>
              <a:xfrm>
                <a:off x="576300" y="1965800"/>
                <a:ext cx="90300" cy="202750"/>
              </a:xfrm>
              <a:custGeom>
                <a:avLst/>
                <a:gdLst/>
                <a:ahLst/>
                <a:cxnLst/>
                <a:rect l="l" t="t" r="r" b="b"/>
                <a:pathLst>
                  <a:path w="3612" h="8110" extrusionOk="0">
                    <a:moveTo>
                      <a:pt x="3532" y="1"/>
                    </a:moveTo>
                    <a:cubicBezTo>
                      <a:pt x="3529" y="1"/>
                      <a:pt x="3526" y="2"/>
                      <a:pt x="3523" y="4"/>
                    </a:cubicBezTo>
                    <a:cubicBezTo>
                      <a:pt x="3202" y="234"/>
                      <a:pt x="2844" y="369"/>
                      <a:pt x="2485" y="523"/>
                    </a:cubicBezTo>
                    <a:cubicBezTo>
                      <a:pt x="2570" y="375"/>
                      <a:pt x="2649" y="225"/>
                      <a:pt x="2731" y="77"/>
                    </a:cubicBezTo>
                    <a:cubicBezTo>
                      <a:pt x="2746" y="47"/>
                      <a:pt x="2722" y="16"/>
                      <a:pt x="2696" y="16"/>
                    </a:cubicBezTo>
                    <a:cubicBezTo>
                      <a:pt x="2686" y="16"/>
                      <a:pt x="2676" y="21"/>
                      <a:pt x="2668" y="33"/>
                    </a:cubicBezTo>
                    <a:cubicBezTo>
                      <a:pt x="2347" y="495"/>
                      <a:pt x="2061" y="979"/>
                      <a:pt x="1806" y="1479"/>
                    </a:cubicBezTo>
                    <a:cubicBezTo>
                      <a:pt x="1740" y="1039"/>
                      <a:pt x="1721" y="599"/>
                      <a:pt x="1743" y="155"/>
                    </a:cubicBezTo>
                    <a:cubicBezTo>
                      <a:pt x="1743" y="149"/>
                      <a:pt x="1743" y="146"/>
                      <a:pt x="1740" y="143"/>
                    </a:cubicBezTo>
                    <a:cubicBezTo>
                      <a:pt x="1734" y="143"/>
                      <a:pt x="1730" y="143"/>
                      <a:pt x="1727" y="146"/>
                    </a:cubicBezTo>
                    <a:lnTo>
                      <a:pt x="1727" y="149"/>
                    </a:lnTo>
                    <a:cubicBezTo>
                      <a:pt x="1652" y="633"/>
                      <a:pt x="1655" y="1124"/>
                      <a:pt x="1743" y="1605"/>
                    </a:cubicBezTo>
                    <a:cubicBezTo>
                      <a:pt x="1529" y="2030"/>
                      <a:pt x="1337" y="2461"/>
                      <a:pt x="1164" y="2901"/>
                    </a:cubicBezTo>
                    <a:cubicBezTo>
                      <a:pt x="1095" y="2640"/>
                      <a:pt x="1007" y="2379"/>
                      <a:pt x="944" y="2112"/>
                    </a:cubicBezTo>
                    <a:cubicBezTo>
                      <a:pt x="850" y="1731"/>
                      <a:pt x="822" y="1338"/>
                      <a:pt x="853" y="945"/>
                    </a:cubicBezTo>
                    <a:cubicBezTo>
                      <a:pt x="853" y="942"/>
                      <a:pt x="850" y="935"/>
                      <a:pt x="847" y="935"/>
                    </a:cubicBezTo>
                    <a:cubicBezTo>
                      <a:pt x="844" y="935"/>
                      <a:pt x="837" y="942"/>
                      <a:pt x="837" y="945"/>
                    </a:cubicBezTo>
                    <a:cubicBezTo>
                      <a:pt x="733" y="1668"/>
                      <a:pt x="818" y="2407"/>
                      <a:pt x="1095" y="3087"/>
                    </a:cubicBezTo>
                    <a:cubicBezTo>
                      <a:pt x="991" y="3351"/>
                      <a:pt x="897" y="3618"/>
                      <a:pt x="806" y="3886"/>
                    </a:cubicBezTo>
                    <a:cubicBezTo>
                      <a:pt x="350" y="5241"/>
                      <a:pt x="79" y="6656"/>
                      <a:pt x="1" y="8088"/>
                    </a:cubicBezTo>
                    <a:cubicBezTo>
                      <a:pt x="1" y="8103"/>
                      <a:pt x="13" y="8110"/>
                      <a:pt x="29" y="8110"/>
                    </a:cubicBezTo>
                    <a:cubicBezTo>
                      <a:pt x="42" y="8110"/>
                      <a:pt x="48" y="8103"/>
                      <a:pt x="51" y="8091"/>
                    </a:cubicBezTo>
                    <a:cubicBezTo>
                      <a:pt x="208" y="6682"/>
                      <a:pt x="513" y="5288"/>
                      <a:pt x="957" y="3936"/>
                    </a:cubicBezTo>
                    <a:cubicBezTo>
                      <a:pt x="1136" y="3407"/>
                      <a:pt x="1334" y="2895"/>
                      <a:pt x="1554" y="2392"/>
                    </a:cubicBezTo>
                    <a:cubicBezTo>
                      <a:pt x="1913" y="2285"/>
                      <a:pt x="2275" y="2143"/>
                      <a:pt x="2621" y="2020"/>
                    </a:cubicBezTo>
                    <a:cubicBezTo>
                      <a:pt x="2970" y="1898"/>
                      <a:pt x="3316" y="1766"/>
                      <a:pt x="3605" y="1542"/>
                    </a:cubicBezTo>
                    <a:cubicBezTo>
                      <a:pt x="3611" y="1536"/>
                      <a:pt x="3611" y="1530"/>
                      <a:pt x="3605" y="1520"/>
                    </a:cubicBezTo>
                    <a:lnTo>
                      <a:pt x="3596" y="1523"/>
                    </a:lnTo>
                    <a:cubicBezTo>
                      <a:pt x="3215" y="1706"/>
                      <a:pt x="2816" y="1863"/>
                      <a:pt x="2407" y="1989"/>
                    </a:cubicBezTo>
                    <a:cubicBezTo>
                      <a:pt x="2136" y="2064"/>
                      <a:pt x="1869" y="2159"/>
                      <a:pt x="1614" y="2278"/>
                    </a:cubicBezTo>
                    <a:cubicBezTo>
                      <a:pt x="1869" y="1706"/>
                      <a:pt x="2152" y="1149"/>
                      <a:pt x="2448" y="596"/>
                    </a:cubicBezTo>
                    <a:cubicBezTo>
                      <a:pt x="2838" y="479"/>
                      <a:pt x="3250" y="303"/>
                      <a:pt x="3545" y="30"/>
                    </a:cubicBezTo>
                    <a:cubicBezTo>
                      <a:pt x="3552" y="20"/>
                      <a:pt x="3552" y="7"/>
                      <a:pt x="3545" y="4"/>
                    </a:cubicBezTo>
                    <a:cubicBezTo>
                      <a:pt x="3542" y="3"/>
                      <a:pt x="3537" y="1"/>
                      <a:pt x="35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3" name="Google Shape;1703;p36"/>
              <p:cNvSpPr/>
              <p:nvPr/>
            </p:nvSpPr>
            <p:spPr>
              <a:xfrm>
                <a:off x="652575" y="1989550"/>
                <a:ext cx="28325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83" extrusionOk="0">
                    <a:moveTo>
                      <a:pt x="1114" y="1"/>
                    </a:moveTo>
                    <a:cubicBezTo>
                      <a:pt x="1113" y="1"/>
                      <a:pt x="1112" y="1"/>
                      <a:pt x="1111" y="1"/>
                    </a:cubicBezTo>
                    <a:cubicBezTo>
                      <a:pt x="740" y="136"/>
                      <a:pt x="390" y="322"/>
                      <a:pt x="16" y="451"/>
                    </a:cubicBezTo>
                    <a:cubicBezTo>
                      <a:pt x="0" y="457"/>
                      <a:pt x="10" y="482"/>
                      <a:pt x="29" y="482"/>
                    </a:cubicBezTo>
                    <a:cubicBezTo>
                      <a:pt x="419" y="397"/>
                      <a:pt x="809" y="281"/>
                      <a:pt x="1126" y="20"/>
                    </a:cubicBezTo>
                    <a:cubicBezTo>
                      <a:pt x="1132" y="14"/>
                      <a:pt x="1125" y="1"/>
                      <a:pt x="11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4" name="Google Shape;1704;p36"/>
              <p:cNvSpPr/>
              <p:nvPr/>
            </p:nvSpPr>
            <p:spPr>
              <a:xfrm>
                <a:off x="599425" y="1969200"/>
                <a:ext cx="51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075" extrusionOk="0">
                    <a:moveTo>
                      <a:pt x="186" y="1"/>
                    </a:moveTo>
                    <a:cubicBezTo>
                      <a:pt x="181" y="1"/>
                      <a:pt x="177" y="3"/>
                      <a:pt x="173" y="10"/>
                    </a:cubicBezTo>
                    <a:cubicBezTo>
                      <a:pt x="73" y="353"/>
                      <a:pt x="0" y="714"/>
                      <a:pt x="104" y="1064"/>
                    </a:cubicBezTo>
                    <a:cubicBezTo>
                      <a:pt x="106" y="1070"/>
                      <a:pt x="112" y="1074"/>
                      <a:pt x="118" y="1074"/>
                    </a:cubicBezTo>
                    <a:cubicBezTo>
                      <a:pt x="123" y="1074"/>
                      <a:pt x="128" y="1071"/>
                      <a:pt x="129" y="1064"/>
                    </a:cubicBezTo>
                    <a:cubicBezTo>
                      <a:pt x="151" y="705"/>
                      <a:pt x="129" y="365"/>
                      <a:pt x="205" y="22"/>
                    </a:cubicBezTo>
                    <a:cubicBezTo>
                      <a:pt x="205" y="10"/>
                      <a:pt x="195" y="1"/>
                      <a:pt x="18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5" name="Google Shape;1705;p36"/>
              <p:cNvSpPr/>
              <p:nvPr/>
            </p:nvSpPr>
            <p:spPr>
              <a:xfrm>
                <a:off x="638425" y="1949700"/>
                <a:ext cx="5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604" extrusionOk="0">
                    <a:moveTo>
                      <a:pt x="202" y="0"/>
                    </a:moveTo>
                    <a:cubicBezTo>
                      <a:pt x="195" y="0"/>
                      <a:pt x="186" y="4"/>
                      <a:pt x="180" y="7"/>
                    </a:cubicBezTo>
                    <a:cubicBezTo>
                      <a:pt x="60" y="177"/>
                      <a:pt x="0" y="381"/>
                      <a:pt x="16" y="589"/>
                    </a:cubicBezTo>
                    <a:cubicBezTo>
                      <a:pt x="16" y="596"/>
                      <a:pt x="25" y="603"/>
                      <a:pt x="32" y="603"/>
                    </a:cubicBezTo>
                    <a:cubicBezTo>
                      <a:pt x="36" y="603"/>
                      <a:pt x="40" y="601"/>
                      <a:pt x="41" y="595"/>
                    </a:cubicBezTo>
                    <a:cubicBezTo>
                      <a:pt x="88" y="397"/>
                      <a:pt x="164" y="221"/>
                      <a:pt x="221" y="32"/>
                    </a:cubicBezTo>
                    <a:cubicBezTo>
                      <a:pt x="227" y="19"/>
                      <a:pt x="217" y="4"/>
                      <a:pt x="2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6" name="Google Shape;1706;p36"/>
              <p:cNvSpPr/>
              <p:nvPr/>
            </p:nvSpPr>
            <p:spPr>
              <a:xfrm>
                <a:off x="474875" y="2047750"/>
                <a:ext cx="116400" cy="124925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997" extrusionOk="0">
                    <a:moveTo>
                      <a:pt x="281" y="0"/>
                    </a:moveTo>
                    <a:cubicBezTo>
                      <a:pt x="272" y="0"/>
                      <a:pt x="262" y="17"/>
                      <a:pt x="274" y="26"/>
                    </a:cubicBezTo>
                    <a:cubicBezTo>
                      <a:pt x="393" y="111"/>
                      <a:pt x="526" y="186"/>
                      <a:pt x="642" y="284"/>
                    </a:cubicBezTo>
                    <a:cubicBezTo>
                      <a:pt x="721" y="356"/>
                      <a:pt x="796" y="425"/>
                      <a:pt x="865" y="504"/>
                    </a:cubicBezTo>
                    <a:cubicBezTo>
                      <a:pt x="595" y="419"/>
                      <a:pt x="315" y="340"/>
                      <a:pt x="47" y="268"/>
                    </a:cubicBezTo>
                    <a:cubicBezTo>
                      <a:pt x="42" y="267"/>
                      <a:pt x="38" y="266"/>
                      <a:pt x="34" y="266"/>
                    </a:cubicBezTo>
                    <a:cubicBezTo>
                      <a:pt x="1" y="266"/>
                      <a:pt x="7" y="297"/>
                      <a:pt x="57" y="299"/>
                    </a:cubicBezTo>
                    <a:cubicBezTo>
                      <a:pt x="566" y="497"/>
                      <a:pt x="1082" y="658"/>
                      <a:pt x="1592" y="856"/>
                    </a:cubicBezTo>
                    <a:cubicBezTo>
                      <a:pt x="1256" y="872"/>
                      <a:pt x="924" y="955"/>
                      <a:pt x="589" y="955"/>
                    </a:cubicBezTo>
                    <a:cubicBezTo>
                      <a:pt x="460" y="955"/>
                      <a:pt x="330" y="943"/>
                      <a:pt x="198" y="909"/>
                    </a:cubicBezTo>
                    <a:cubicBezTo>
                      <a:pt x="196" y="909"/>
                      <a:pt x="194" y="908"/>
                      <a:pt x="192" y="908"/>
                    </a:cubicBezTo>
                    <a:cubicBezTo>
                      <a:pt x="186" y="908"/>
                      <a:pt x="183" y="912"/>
                      <a:pt x="183" y="919"/>
                    </a:cubicBezTo>
                    <a:cubicBezTo>
                      <a:pt x="176" y="925"/>
                      <a:pt x="183" y="935"/>
                      <a:pt x="189" y="935"/>
                    </a:cubicBezTo>
                    <a:cubicBezTo>
                      <a:pt x="366" y="993"/>
                      <a:pt x="547" y="1014"/>
                      <a:pt x="730" y="1014"/>
                    </a:cubicBezTo>
                    <a:cubicBezTo>
                      <a:pt x="1058" y="1014"/>
                      <a:pt x="1391" y="947"/>
                      <a:pt x="1714" y="906"/>
                    </a:cubicBezTo>
                    <a:lnTo>
                      <a:pt x="1787" y="938"/>
                    </a:lnTo>
                    <a:cubicBezTo>
                      <a:pt x="2215" y="1104"/>
                      <a:pt x="2608" y="1356"/>
                      <a:pt x="2947" y="1677"/>
                    </a:cubicBezTo>
                    <a:cubicBezTo>
                      <a:pt x="2787" y="1643"/>
                      <a:pt x="2625" y="1631"/>
                      <a:pt x="2462" y="1631"/>
                    </a:cubicBezTo>
                    <a:cubicBezTo>
                      <a:pt x="2070" y="1631"/>
                      <a:pt x="1674" y="1700"/>
                      <a:pt x="1280" y="1700"/>
                    </a:cubicBezTo>
                    <a:cubicBezTo>
                      <a:pt x="1035" y="1700"/>
                      <a:pt x="791" y="1673"/>
                      <a:pt x="551" y="1586"/>
                    </a:cubicBezTo>
                    <a:cubicBezTo>
                      <a:pt x="550" y="1586"/>
                      <a:pt x="550" y="1585"/>
                      <a:pt x="549" y="1585"/>
                    </a:cubicBezTo>
                    <a:cubicBezTo>
                      <a:pt x="540" y="1585"/>
                      <a:pt x="526" y="1608"/>
                      <a:pt x="541" y="1617"/>
                    </a:cubicBezTo>
                    <a:cubicBezTo>
                      <a:pt x="790" y="1755"/>
                      <a:pt x="1079" y="1794"/>
                      <a:pt x="1363" y="1794"/>
                    </a:cubicBezTo>
                    <a:cubicBezTo>
                      <a:pt x="1482" y="1794"/>
                      <a:pt x="1600" y="1787"/>
                      <a:pt x="1714" y="1778"/>
                    </a:cubicBezTo>
                    <a:cubicBezTo>
                      <a:pt x="1957" y="1759"/>
                      <a:pt x="2192" y="1724"/>
                      <a:pt x="2428" y="1724"/>
                    </a:cubicBezTo>
                    <a:cubicBezTo>
                      <a:pt x="2633" y="1724"/>
                      <a:pt x="2831" y="1740"/>
                      <a:pt x="3035" y="1765"/>
                    </a:cubicBezTo>
                    <a:cubicBezTo>
                      <a:pt x="3092" y="1825"/>
                      <a:pt x="3145" y="1885"/>
                      <a:pt x="3199" y="1947"/>
                    </a:cubicBezTo>
                    <a:cubicBezTo>
                      <a:pt x="3932" y="2812"/>
                      <a:pt x="4419" y="3863"/>
                      <a:pt x="4608" y="4979"/>
                    </a:cubicBezTo>
                    <a:cubicBezTo>
                      <a:pt x="4611" y="4991"/>
                      <a:pt x="4619" y="4996"/>
                      <a:pt x="4629" y="4996"/>
                    </a:cubicBezTo>
                    <a:cubicBezTo>
                      <a:pt x="4641" y="4996"/>
                      <a:pt x="4655" y="4986"/>
                      <a:pt x="4655" y="4970"/>
                    </a:cubicBezTo>
                    <a:cubicBezTo>
                      <a:pt x="4652" y="3831"/>
                      <a:pt x="4070" y="2715"/>
                      <a:pt x="3331" y="1872"/>
                    </a:cubicBezTo>
                    <a:cubicBezTo>
                      <a:pt x="3142" y="1661"/>
                      <a:pt x="2928" y="1466"/>
                      <a:pt x="2699" y="1299"/>
                    </a:cubicBezTo>
                    <a:cubicBezTo>
                      <a:pt x="2554" y="878"/>
                      <a:pt x="2233" y="532"/>
                      <a:pt x="1825" y="356"/>
                    </a:cubicBezTo>
                    <a:cubicBezTo>
                      <a:pt x="1822" y="352"/>
                      <a:pt x="1818" y="350"/>
                      <a:pt x="1814" y="350"/>
                    </a:cubicBezTo>
                    <a:cubicBezTo>
                      <a:pt x="1809" y="350"/>
                      <a:pt x="1804" y="354"/>
                      <a:pt x="1802" y="359"/>
                    </a:cubicBezTo>
                    <a:cubicBezTo>
                      <a:pt x="1793" y="369"/>
                      <a:pt x="1799" y="378"/>
                      <a:pt x="1806" y="384"/>
                    </a:cubicBezTo>
                    <a:cubicBezTo>
                      <a:pt x="1997" y="519"/>
                      <a:pt x="2199" y="626"/>
                      <a:pt x="2350" y="818"/>
                    </a:cubicBezTo>
                    <a:cubicBezTo>
                      <a:pt x="2438" y="950"/>
                      <a:pt x="2513" y="1082"/>
                      <a:pt x="2579" y="1224"/>
                    </a:cubicBezTo>
                    <a:cubicBezTo>
                      <a:pt x="2375" y="1092"/>
                      <a:pt x="2164" y="976"/>
                      <a:pt x="1941" y="887"/>
                    </a:cubicBezTo>
                    <a:cubicBezTo>
                      <a:pt x="1617" y="755"/>
                      <a:pt x="1280" y="633"/>
                      <a:pt x="941" y="523"/>
                    </a:cubicBezTo>
                    <a:cubicBezTo>
                      <a:pt x="777" y="293"/>
                      <a:pt x="548" y="111"/>
                      <a:pt x="283" y="1"/>
                    </a:cubicBezTo>
                    <a:cubicBezTo>
                      <a:pt x="283" y="0"/>
                      <a:pt x="282" y="0"/>
                      <a:pt x="28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7" name="Google Shape;1707;p36"/>
              <p:cNvSpPr/>
              <p:nvPr/>
            </p:nvSpPr>
            <p:spPr>
              <a:xfrm>
                <a:off x="470000" y="2066850"/>
                <a:ext cx="18975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759" h="93" extrusionOk="0">
                    <a:moveTo>
                      <a:pt x="19" y="1"/>
                    </a:moveTo>
                    <a:cubicBezTo>
                      <a:pt x="7" y="1"/>
                      <a:pt x="0" y="17"/>
                      <a:pt x="13" y="20"/>
                    </a:cubicBezTo>
                    <a:cubicBezTo>
                      <a:pt x="164" y="67"/>
                      <a:pt x="321" y="93"/>
                      <a:pt x="478" y="93"/>
                    </a:cubicBezTo>
                    <a:cubicBezTo>
                      <a:pt x="569" y="93"/>
                      <a:pt x="661" y="84"/>
                      <a:pt x="752" y="67"/>
                    </a:cubicBezTo>
                    <a:cubicBezTo>
                      <a:pt x="758" y="64"/>
                      <a:pt x="755" y="54"/>
                      <a:pt x="752" y="54"/>
                    </a:cubicBezTo>
                    <a:cubicBezTo>
                      <a:pt x="507" y="51"/>
                      <a:pt x="264" y="32"/>
                      <a:pt x="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8" name="Google Shape;1708;p36"/>
              <p:cNvSpPr/>
              <p:nvPr/>
            </p:nvSpPr>
            <p:spPr>
              <a:xfrm>
                <a:off x="510975" y="2054750"/>
                <a:ext cx="101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280" extrusionOk="0">
                    <a:moveTo>
                      <a:pt x="32" y="0"/>
                    </a:moveTo>
                    <a:cubicBezTo>
                      <a:pt x="14" y="0"/>
                      <a:pt x="0" y="26"/>
                      <a:pt x="3" y="32"/>
                    </a:cubicBezTo>
                    <a:cubicBezTo>
                      <a:pt x="63" y="76"/>
                      <a:pt x="123" y="111"/>
                      <a:pt x="186" y="145"/>
                    </a:cubicBezTo>
                    <a:cubicBezTo>
                      <a:pt x="248" y="186"/>
                      <a:pt x="311" y="233"/>
                      <a:pt x="374" y="277"/>
                    </a:cubicBezTo>
                    <a:cubicBezTo>
                      <a:pt x="377" y="279"/>
                      <a:pt x="380" y="280"/>
                      <a:pt x="383" y="280"/>
                    </a:cubicBezTo>
                    <a:cubicBezTo>
                      <a:pt x="397" y="280"/>
                      <a:pt x="404" y="263"/>
                      <a:pt x="393" y="252"/>
                    </a:cubicBezTo>
                    <a:cubicBezTo>
                      <a:pt x="292" y="145"/>
                      <a:pt x="170" y="63"/>
                      <a:pt x="35" y="0"/>
                    </a:cubicBezTo>
                    <a:cubicBezTo>
                      <a:pt x="34" y="0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9" name="Google Shape;1709;p36"/>
              <p:cNvSpPr/>
              <p:nvPr/>
            </p:nvSpPr>
            <p:spPr>
              <a:xfrm>
                <a:off x="568125" y="2064025"/>
                <a:ext cx="107750" cy="112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90" extrusionOk="0">
                    <a:moveTo>
                      <a:pt x="3904" y="1"/>
                    </a:moveTo>
                    <a:cubicBezTo>
                      <a:pt x="3668" y="126"/>
                      <a:pt x="3479" y="318"/>
                      <a:pt x="3353" y="551"/>
                    </a:cubicBezTo>
                    <a:cubicBezTo>
                      <a:pt x="3001" y="680"/>
                      <a:pt x="2661" y="834"/>
                      <a:pt x="2331" y="1013"/>
                    </a:cubicBezTo>
                    <a:cubicBezTo>
                      <a:pt x="2526" y="740"/>
                      <a:pt x="2762" y="491"/>
                      <a:pt x="3023" y="284"/>
                    </a:cubicBezTo>
                    <a:cubicBezTo>
                      <a:pt x="3036" y="273"/>
                      <a:pt x="3028" y="252"/>
                      <a:pt x="3015" y="252"/>
                    </a:cubicBezTo>
                    <a:cubicBezTo>
                      <a:pt x="3013" y="252"/>
                      <a:pt x="3010" y="253"/>
                      <a:pt x="3007" y="255"/>
                    </a:cubicBezTo>
                    <a:cubicBezTo>
                      <a:pt x="2677" y="472"/>
                      <a:pt x="2394" y="759"/>
                      <a:pt x="2180" y="1095"/>
                    </a:cubicBezTo>
                    <a:cubicBezTo>
                      <a:pt x="1885" y="1268"/>
                      <a:pt x="1614" y="1479"/>
                      <a:pt x="1366" y="1718"/>
                    </a:cubicBezTo>
                    <a:cubicBezTo>
                      <a:pt x="658" y="2416"/>
                      <a:pt x="170" y="3495"/>
                      <a:pt x="7" y="4467"/>
                    </a:cubicBezTo>
                    <a:cubicBezTo>
                      <a:pt x="1" y="4476"/>
                      <a:pt x="10" y="4486"/>
                      <a:pt x="16" y="4489"/>
                    </a:cubicBezTo>
                    <a:cubicBezTo>
                      <a:pt x="18" y="4489"/>
                      <a:pt x="21" y="4490"/>
                      <a:pt x="23" y="4490"/>
                    </a:cubicBezTo>
                    <a:cubicBezTo>
                      <a:pt x="32" y="4490"/>
                      <a:pt x="39" y="4484"/>
                      <a:pt x="41" y="4476"/>
                    </a:cubicBezTo>
                    <a:cubicBezTo>
                      <a:pt x="233" y="3982"/>
                      <a:pt x="359" y="3476"/>
                      <a:pt x="595" y="2995"/>
                    </a:cubicBezTo>
                    <a:cubicBezTo>
                      <a:pt x="809" y="2551"/>
                      <a:pt x="1095" y="2146"/>
                      <a:pt x="1444" y="1797"/>
                    </a:cubicBezTo>
                    <a:cubicBezTo>
                      <a:pt x="1627" y="1624"/>
                      <a:pt x="1822" y="1463"/>
                      <a:pt x="2032" y="1322"/>
                    </a:cubicBezTo>
                    <a:cubicBezTo>
                      <a:pt x="2102" y="1313"/>
                      <a:pt x="2171" y="1309"/>
                      <a:pt x="2240" y="1309"/>
                    </a:cubicBezTo>
                    <a:cubicBezTo>
                      <a:pt x="2632" y="1309"/>
                      <a:pt x="3016" y="1433"/>
                      <a:pt x="3411" y="1433"/>
                    </a:cubicBezTo>
                    <a:cubicBezTo>
                      <a:pt x="3503" y="1433"/>
                      <a:pt x="3596" y="1426"/>
                      <a:pt x="3690" y="1410"/>
                    </a:cubicBezTo>
                    <a:cubicBezTo>
                      <a:pt x="3706" y="1406"/>
                      <a:pt x="3702" y="1388"/>
                      <a:pt x="3690" y="1388"/>
                    </a:cubicBezTo>
                    <a:cubicBezTo>
                      <a:pt x="3360" y="1388"/>
                      <a:pt x="3033" y="1353"/>
                      <a:pt x="2715" y="1278"/>
                    </a:cubicBezTo>
                    <a:cubicBezTo>
                      <a:pt x="2579" y="1245"/>
                      <a:pt x="2439" y="1228"/>
                      <a:pt x="2301" y="1228"/>
                    </a:cubicBezTo>
                    <a:cubicBezTo>
                      <a:pt x="2254" y="1228"/>
                      <a:pt x="2207" y="1230"/>
                      <a:pt x="2161" y="1234"/>
                    </a:cubicBezTo>
                    <a:cubicBezTo>
                      <a:pt x="2385" y="1092"/>
                      <a:pt x="2611" y="963"/>
                      <a:pt x="2847" y="850"/>
                    </a:cubicBezTo>
                    <a:cubicBezTo>
                      <a:pt x="3072" y="909"/>
                      <a:pt x="3301" y="938"/>
                      <a:pt x="3529" y="938"/>
                    </a:cubicBezTo>
                    <a:cubicBezTo>
                      <a:pt x="3787" y="938"/>
                      <a:pt x="4044" y="901"/>
                      <a:pt x="4294" y="828"/>
                    </a:cubicBezTo>
                    <a:cubicBezTo>
                      <a:pt x="4309" y="825"/>
                      <a:pt x="4303" y="809"/>
                      <a:pt x="4291" y="809"/>
                    </a:cubicBezTo>
                    <a:cubicBezTo>
                      <a:pt x="4064" y="845"/>
                      <a:pt x="3836" y="863"/>
                      <a:pt x="3608" y="863"/>
                    </a:cubicBezTo>
                    <a:cubicBezTo>
                      <a:pt x="3380" y="863"/>
                      <a:pt x="3152" y="845"/>
                      <a:pt x="2926" y="809"/>
                    </a:cubicBezTo>
                    <a:cubicBezTo>
                      <a:pt x="3297" y="633"/>
                      <a:pt x="3677" y="479"/>
                      <a:pt x="4052" y="334"/>
                    </a:cubicBezTo>
                    <a:cubicBezTo>
                      <a:pt x="4069" y="331"/>
                      <a:pt x="4065" y="305"/>
                      <a:pt x="4050" y="305"/>
                    </a:cubicBezTo>
                    <a:cubicBezTo>
                      <a:pt x="4049" y="305"/>
                      <a:pt x="4047" y="305"/>
                      <a:pt x="4045" y="306"/>
                    </a:cubicBezTo>
                    <a:cubicBezTo>
                      <a:pt x="3831" y="378"/>
                      <a:pt x="3624" y="447"/>
                      <a:pt x="3416" y="526"/>
                    </a:cubicBezTo>
                    <a:cubicBezTo>
                      <a:pt x="3548" y="331"/>
                      <a:pt x="3718" y="152"/>
                      <a:pt x="3910" y="7"/>
                    </a:cubicBezTo>
                    <a:cubicBezTo>
                      <a:pt x="3913" y="4"/>
                      <a:pt x="3907" y="1"/>
                      <a:pt x="39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0" name="Google Shape;1710;p36"/>
              <p:cNvSpPr/>
              <p:nvPr/>
            </p:nvSpPr>
            <p:spPr>
              <a:xfrm>
                <a:off x="644950" y="2065750"/>
                <a:ext cx="797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15" extrusionOk="0">
                    <a:moveTo>
                      <a:pt x="309" y="1"/>
                    </a:moveTo>
                    <a:cubicBezTo>
                      <a:pt x="249" y="32"/>
                      <a:pt x="192" y="76"/>
                      <a:pt x="145" y="127"/>
                    </a:cubicBezTo>
                    <a:cubicBezTo>
                      <a:pt x="85" y="177"/>
                      <a:pt x="35" y="240"/>
                      <a:pt x="0" y="309"/>
                    </a:cubicBezTo>
                    <a:lnTo>
                      <a:pt x="0" y="312"/>
                    </a:lnTo>
                    <a:cubicBezTo>
                      <a:pt x="2" y="314"/>
                      <a:pt x="4" y="315"/>
                      <a:pt x="5" y="315"/>
                    </a:cubicBezTo>
                    <a:cubicBezTo>
                      <a:pt x="7" y="315"/>
                      <a:pt x="8" y="314"/>
                      <a:pt x="10" y="312"/>
                    </a:cubicBezTo>
                    <a:cubicBezTo>
                      <a:pt x="63" y="259"/>
                      <a:pt x="101" y="202"/>
                      <a:pt x="151" y="152"/>
                    </a:cubicBezTo>
                    <a:cubicBezTo>
                      <a:pt x="205" y="98"/>
                      <a:pt x="268" y="61"/>
                      <a:pt x="315" y="10"/>
                    </a:cubicBezTo>
                    <a:cubicBezTo>
                      <a:pt x="318" y="4"/>
                      <a:pt x="318" y="1"/>
                      <a:pt x="3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1" name="Google Shape;1711;p36"/>
              <p:cNvSpPr/>
              <p:nvPr/>
            </p:nvSpPr>
            <p:spPr>
              <a:xfrm>
                <a:off x="667825" y="2078225"/>
                <a:ext cx="1347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140" extrusionOk="0">
                    <a:moveTo>
                      <a:pt x="528" y="1"/>
                    </a:moveTo>
                    <a:cubicBezTo>
                      <a:pt x="526" y="1"/>
                      <a:pt x="525" y="1"/>
                      <a:pt x="523" y="2"/>
                    </a:cubicBezTo>
                    <a:cubicBezTo>
                      <a:pt x="441" y="30"/>
                      <a:pt x="359" y="55"/>
                      <a:pt x="271" y="77"/>
                    </a:cubicBezTo>
                    <a:cubicBezTo>
                      <a:pt x="189" y="93"/>
                      <a:pt x="98" y="93"/>
                      <a:pt x="16" y="112"/>
                    </a:cubicBezTo>
                    <a:cubicBezTo>
                      <a:pt x="15" y="111"/>
                      <a:pt x="14" y="111"/>
                      <a:pt x="13" y="111"/>
                    </a:cubicBezTo>
                    <a:cubicBezTo>
                      <a:pt x="7" y="111"/>
                      <a:pt x="1" y="117"/>
                      <a:pt x="1" y="125"/>
                    </a:cubicBezTo>
                    <a:cubicBezTo>
                      <a:pt x="1" y="131"/>
                      <a:pt x="10" y="134"/>
                      <a:pt x="16" y="134"/>
                    </a:cubicBezTo>
                    <a:cubicBezTo>
                      <a:pt x="47" y="138"/>
                      <a:pt x="78" y="140"/>
                      <a:pt x="109" y="140"/>
                    </a:cubicBezTo>
                    <a:cubicBezTo>
                      <a:pt x="259" y="140"/>
                      <a:pt x="404" y="96"/>
                      <a:pt x="532" y="18"/>
                    </a:cubicBezTo>
                    <a:cubicBezTo>
                      <a:pt x="535" y="18"/>
                      <a:pt x="538" y="8"/>
                      <a:pt x="535" y="5"/>
                    </a:cubicBezTo>
                    <a:cubicBezTo>
                      <a:pt x="535" y="3"/>
                      <a:pt x="532" y="1"/>
                      <a:pt x="5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712" name="Google Shape;1712;p36"/>
            <p:cNvSpPr/>
            <p:nvPr/>
          </p:nvSpPr>
          <p:spPr>
            <a:xfrm>
              <a:off x="544150" y="2145650"/>
              <a:ext cx="74000" cy="91950"/>
            </a:xfrm>
            <a:custGeom>
              <a:avLst/>
              <a:gdLst/>
              <a:ahLst/>
              <a:cxnLst/>
              <a:rect l="l" t="t" r="r" b="b"/>
              <a:pathLst>
                <a:path w="2960" h="3678" extrusionOk="0">
                  <a:moveTo>
                    <a:pt x="0" y="0"/>
                  </a:moveTo>
                  <a:lnTo>
                    <a:pt x="76" y="840"/>
                  </a:lnTo>
                  <a:lnTo>
                    <a:pt x="327" y="3677"/>
                  </a:lnTo>
                  <a:lnTo>
                    <a:pt x="2554" y="3677"/>
                  </a:lnTo>
                  <a:lnTo>
                    <a:pt x="2866" y="840"/>
                  </a:lnTo>
                  <a:lnTo>
                    <a:pt x="29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3" name="Google Shape;1713;p36"/>
            <p:cNvSpPr/>
            <p:nvPr/>
          </p:nvSpPr>
          <p:spPr>
            <a:xfrm>
              <a:off x="545625" y="2145650"/>
              <a:ext cx="71050" cy="20225"/>
            </a:xfrm>
            <a:custGeom>
              <a:avLst/>
              <a:gdLst/>
              <a:ahLst/>
              <a:cxnLst/>
              <a:rect l="l" t="t" r="r" b="b"/>
              <a:pathLst>
                <a:path w="2842" h="809" extrusionOk="0">
                  <a:moveTo>
                    <a:pt x="1" y="0"/>
                  </a:moveTo>
                  <a:lnTo>
                    <a:pt x="73" y="809"/>
                  </a:lnTo>
                  <a:lnTo>
                    <a:pt x="2750" y="809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4" name="Google Shape;1714;p36"/>
            <p:cNvSpPr/>
            <p:nvPr/>
          </p:nvSpPr>
          <p:spPr>
            <a:xfrm>
              <a:off x="538000" y="2138875"/>
              <a:ext cx="85275" cy="18050"/>
            </a:xfrm>
            <a:custGeom>
              <a:avLst/>
              <a:gdLst/>
              <a:ahLst/>
              <a:cxnLst/>
              <a:rect l="l" t="t" r="r" b="b"/>
              <a:pathLst>
                <a:path w="3411" h="722" extrusionOk="0">
                  <a:moveTo>
                    <a:pt x="1" y="1"/>
                  </a:moveTo>
                  <a:lnTo>
                    <a:pt x="1" y="721"/>
                  </a:lnTo>
                  <a:lnTo>
                    <a:pt x="3410" y="721"/>
                  </a:lnTo>
                  <a:lnTo>
                    <a:pt x="34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15" name="Google Shape;1715;p36"/>
          <p:cNvGrpSpPr/>
          <p:nvPr/>
        </p:nvGrpSpPr>
        <p:grpSpPr>
          <a:xfrm>
            <a:off x="3844800" y="4756477"/>
            <a:ext cx="1458875" cy="23926"/>
            <a:chOff x="-2278825" y="1262800"/>
            <a:chExt cx="1458875" cy="45049"/>
          </a:xfrm>
        </p:grpSpPr>
        <p:sp>
          <p:nvSpPr>
            <p:cNvPr id="1716" name="Google Shape;1716;p36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7" name="Google Shape;1717;p36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8" name="Google Shape;1718;p36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9" name="Google Shape;1719;p36"/>
            <p:cNvSpPr/>
            <p:nvPr/>
          </p:nvSpPr>
          <p:spPr>
            <a:xfrm>
              <a:off x="-1105354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0" y="1"/>
                  </a:moveTo>
                  <a:lnTo>
                    <a:pt x="0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49"/>
          <p:cNvSpPr txBox="1"/>
          <p:nvPr>
            <p:ph type="title"/>
          </p:nvPr>
        </p:nvSpPr>
        <p:spPr>
          <a:xfrm>
            <a:off x="720090" y="552450"/>
            <a:ext cx="4131945" cy="3879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+mn-lt"/>
                <a:cs typeface="+mn-lt"/>
              </a:rPr>
              <a:t>Propósito del proyecto</a:t>
            </a:r>
            <a:br>
              <a:rPr lang="en-GB"/>
            </a:br>
            <a:br>
              <a:rPr lang="en-GB" sz="1000">
                <a:latin typeface="+mn-lt"/>
                <a:cs typeface="+mn-lt"/>
              </a:rPr>
            </a:br>
            <a:r>
              <a:rPr lang="es-AR" altLang="en-GB" sz="1000">
                <a:latin typeface="+mn-lt"/>
                <a:cs typeface="+mn-lt"/>
              </a:rPr>
              <a:t>E</a:t>
            </a:r>
            <a:r>
              <a:rPr lang="en-GB" sz="1000">
                <a:latin typeface="+mn-lt"/>
                <a:cs typeface="+mn-lt"/>
              </a:rPr>
              <a:t>l propósito fundamental del proyecto es el Desarrollo e implementación de un Sistema Web para la Gestión de Actividades, Tareas y Proyectos (GATP), el cual está concebido para optimizar la organización, la planificación y el seguimiento de proyectos dentro de entornos de trabajo colaborativo, especialmente en equipos pequeños y medianos.</a:t>
            </a:r>
            <a:br>
              <a:rPr lang="en-GB" sz="1000">
                <a:latin typeface="+mn-lt"/>
                <a:cs typeface="+mn-lt"/>
              </a:rPr>
            </a:br>
            <a:br>
              <a:rPr lang="en-GB" sz="1000">
                <a:latin typeface="+mn-lt"/>
                <a:cs typeface="+mn-lt"/>
              </a:rPr>
            </a:br>
            <a:r>
              <a:rPr lang="en-GB" sz="1000">
                <a:latin typeface="+mn-lt"/>
                <a:cs typeface="+mn-lt"/>
              </a:rPr>
              <a:t>El objetivo general es dotar a los usuarios de una herramienta intuitiva, visual y flexible que elimine las barreras de las soluciones complejas, permitiendo organizar, visualizar y coordinar tareas de manera eficiente.</a:t>
            </a:r>
            <a:br>
              <a:rPr lang="en-GB" sz="1000">
                <a:latin typeface="+mn-lt"/>
                <a:cs typeface="+mn-lt"/>
              </a:rPr>
            </a:br>
            <a:br>
              <a:rPr lang="en-GB" sz="1000">
                <a:latin typeface="+mn-lt"/>
                <a:cs typeface="+mn-lt"/>
              </a:rPr>
            </a:br>
            <a:r>
              <a:rPr lang="en-GB" sz="1000">
                <a:latin typeface="+mn-lt"/>
                <a:cs typeface="+mn-lt"/>
              </a:rPr>
              <a:t>Para lograrlo, el sistema será desarrollado bajo la metodología Extreme Programming (XP), un enfoque ágil que garantiza la calidad del código, la adaptabilidad constante a los requisitos cambiantes del proyecto y la entrega incremental de software funcional</a:t>
            </a:r>
            <a:r>
              <a:rPr lang="en-GB"/>
              <a:t> </a:t>
            </a:r>
            <a:r>
              <a:rPr lang="en-GB" sz="1000">
                <a:latin typeface="+mn-lt"/>
                <a:cs typeface="+mn-lt"/>
              </a:rPr>
              <a:t>en ciclos cortos. El GATP se centrará en la simplicidad de uso y la eficiencia visual, empleando un modelo similar a los "tableros" digitales para gestionar flujos de trabajo de forma ágil y colaborativa.</a:t>
            </a:r>
            <a:endParaRPr lang="en-GB" sz="1000">
              <a:latin typeface="+mn-lt"/>
              <a:cs typeface="+mn-lt"/>
            </a:endParaRPr>
          </a:p>
        </p:txBody>
      </p:sp>
      <p:grpSp>
        <p:nvGrpSpPr>
          <p:cNvPr id="3008" name="Google Shape;3008;p49"/>
          <p:cNvGrpSpPr/>
          <p:nvPr/>
        </p:nvGrpSpPr>
        <p:grpSpPr>
          <a:xfrm>
            <a:off x="6900962" y="960344"/>
            <a:ext cx="1385795" cy="1307357"/>
            <a:chOff x="960941" y="558800"/>
            <a:chExt cx="4639422" cy="4376822"/>
          </a:xfrm>
        </p:grpSpPr>
        <p:sp>
          <p:nvSpPr>
            <p:cNvPr id="3009" name="Google Shape;3009;p49"/>
            <p:cNvSpPr/>
            <p:nvPr/>
          </p:nvSpPr>
          <p:spPr>
            <a:xfrm>
              <a:off x="4898129" y="2969494"/>
              <a:ext cx="340580" cy="158870"/>
            </a:xfrm>
            <a:custGeom>
              <a:avLst/>
              <a:gdLst/>
              <a:ahLst/>
              <a:cxnLst/>
              <a:rect l="l" t="t" r="r" b="b"/>
              <a:pathLst>
                <a:path w="2699" h="1259" extrusionOk="0">
                  <a:moveTo>
                    <a:pt x="88" y="85"/>
                  </a:moveTo>
                  <a:cubicBezTo>
                    <a:pt x="495" y="92"/>
                    <a:pt x="902" y="101"/>
                    <a:pt x="1309" y="101"/>
                  </a:cubicBezTo>
                  <a:lnTo>
                    <a:pt x="2514" y="101"/>
                  </a:lnTo>
                  <a:lnTo>
                    <a:pt x="2516" y="1070"/>
                  </a:lnTo>
                  <a:lnTo>
                    <a:pt x="2516" y="1070"/>
                  </a:lnTo>
                  <a:cubicBezTo>
                    <a:pt x="2428" y="1071"/>
                    <a:pt x="2338" y="1071"/>
                    <a:pt x="2247" y="1071"/>
                  </a:cubicBezTo>
                  <a:cubicBezTo>
                    <a:pt x="2144" y="1071"/>
                    <a:pt x="2040" y="1071"/>
                    <a:pt x="1938" y="1073"/>
                  </a:cubicBezTo>
                  <a:lnTo>
                    <a:pt x="1318" y="1082"/>
                  </a:lnTo>
                  <a:lnTo>
                    <a:pt x="60" y="1107"/>
                  </a:lnTo>
                  <a:lnTo>
                    <a:pt x="76" y="579"/>
                  </a:lnTo>
                  <a:cubicBezTo>
                    <a:pt x="79" y="414"/>
                    <a:pt x="88" y="250"/>
                    <a:pt x="88" y="85"/>
                  </a:cubicBezTo>
                  <a:close/>
                  <a:moveTo>
                    <a:pt x="4" y="0"/>
                  </a:moveTo>
                  <a:lnTo>
                    <a:pt x="4" y="72"/>
                  </a:lnTo>
                  <a:cubicBezTo>
                    <a:pt x="4" y="72"/>
                    <a:pt x="0" y="440"/>
                    <a:pt x="0" y="623"/>
                  </a:cubicBezTo>
                  <a:lnTo>
                    <a:pt x="13" y="1161"/>
                  </a:lnTo>
                  <a:lnTo>
                    <a:pt x="1299" y="1258"/>
                  </a:lnTo>
                  <a:lnTo>
                    <a:pt x="1947" y="1258"/>
                  </a:lnTo>
                  <a:cubicBezTo>
                    <a:pt x="2167" y="1202"/>
                    <a:pt x="2384" y="1202"/>
                    <a:pt x="2598" y="1170"/>
                  </a:cubicBezTo>
                  <a:lnTo>
                    <a:pt x="2699" y="1170"/>
                  </a:lnTo>
                  <a:lnTo>
                    <a:pt x="2699" y="1161"/>
                  </a:lnTo>
                  <a:lnTo>
                    <a:pt x="2608" y="72"/>
                  </a:lnTo>
                  <a:lnTo>
                    <a:pt x="2608" y="91"/>
                  </a:lnTo>
                  <a:lnTo>
                    <a:pt x="2595" y="91"/>
                  </a:lnTo>
                  <a:lnTo>
                    <a:pt x="2542" y="88"/>
                  </a:lnTo>
                  <a:lnTo>
                    <a:pt x="2542" y="88"/>
                  </a:lnTo>
                  <a:lnTo>
                    <a:pt x="2513" y="57"/>
                  </a:lnTo>
                  <a:lnTo>
                    <a:pt x="2514" y="86"/>
                  </a:lnTo>
                  <a:lnTo>
                    <a:pt x="2514" y="86"/>
                  </a:lnTo>
                  <a:lnTo>
                    <a:pt x="1306" y="0"/>
                  </a:lnTo>
                  <a:cubicBezTo>
                    <a:pt x="1306" y="0"/>
                    <a:pt x="925" y="18"/>
                    <a:pt x="543" y="18"/>
                  </a:cubicBezTo>
                  <a:cubicBezTo>
                    <a:pt x="352" y="18"/>
                    <a:pt x="161" y="14"/>
                    <a:pt x="16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0" name="Google Shape;3010;p49"/>
            <p:cNvSpPr/>
            <p:nvPr/>
          </p:nvSpPr>
          <p:spPr>
            <a:xfrm>
              <a:off x="5079839" y="3151205"/>
              <a:ext cx="328340" cy="135904"/>
            </a:xfrm>
            <a:custGeom>
              <a:avLst/>
              <a:gdLst/>
              <a:ahLst/>
              <a:cxnLst/>
              <a:rect l="l" t="t" r="r" b="b"/>
              <a:pathLst>
                <a:path w="2602" h="1077" extrusionOk="0">
                  <a:moveTo>
                    <a:pt x="1" y="1"/>
                  </a:moveTo>
                  <a:lnTo>
                    <a:pt x="1" y="1076"/>
                  </a:lnTo>
                  <a:lnTo>
                    <a:pt x="2602" y="1076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1" name="Google Shape;3011;p49"/>
            <p:cNvSpPr/>
            <p:nvPr/>
          </p:nvSpPr>
          <p:spPr>
            <a:xfrm>
              <a:off x="2555325" y="1272017"/>
              <a:ext cx="328718" cy="135778"/>
            </a:xfrm>
            <a:custGeom>
              <a:avLst/>
              <a:gdLst/>
              <a:ahLst/>
              <a:cxnLst/>
              <a:rect l="l" t="t" r="r" b="b"/>
              <a:pathLst>
                <a:path w="2605" h="1076" extrusionOk="0">
                  <a:moveTo>
                    <a:pt x="0" y="0"/>
                  </a:moveTo>
                  <a:lnTo>
                    <a:pt x="0" y="1076"/>
                  </a:lnTo>
                  <a:lnTo>
                    <a:pt x="2604" y="1076"/>
                  </a:lnTo>
                  <a:lnTo>
                    <a:pt x="260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2" name="Google Shape;3012;p49"/>
            <p:cNvSpPr/>
            <p:nvPr/>
          </p:nvSpPr>
          <p:spPr>
            <a:xfrm>
              <a:off x="5267607" y="2969494"/>
              <a:ext cx="332756" cy="158870"/>
            </a:xfrm>
            <a:custGeom>
              <a:avLst/>
              <a:gdLst/>
              <a:ahLst/>
              <a:cxnLst/>
              <a:rect l="l" t="t" r="r" b="b"/>
              <a:pathLst>
                <a:path w="2637" h="1259" extrusionOk="0">
                  <a:moveTo>
                    <a:pt x="13" y="0"/>
                  </a:moveTo>
                  <a:cubicBezTo>
                    <a:pt x="20" y="1"/>
                    <a:pt x="28" y="1"/>
                    <a:pt x="35" y="2"/>
                  </a:cubicBezTo>
                  <a:lnTo>
                    <a:pt x="35" y="2"/>
                  </a:lnTo>
                  <a:lnTo>
                    <a:pt x="35" y="0"/>
                  </a:lnTo>
                  <a:close/>
                  <a:moveTo>
                    <a:pt x="120" y="85"/>
                  </a:moveTo>
                  <a:cubicBezTo>
                    <a:pt x="527" y="92"/>
                    <a:pt x="934" y="101"/>
                    <a:pt x="1344" y="101"/>
                  </a:cubicBezTo>
                  <a:lnTo>
                    <a:pt x="2545" y="101"/>
                  </a:lnTo>
                  <a:lnTo>
                    <a:pt x="2548" y="1070"/>
                  </a:lnTo>
                  <a:lnTo>
                    <a:pt x="2548" y="1070"/>
                  </a:lnTo>
                  <a:cubicBezTo>
                    <a:pt x="2459" y="1071"/>
                    <a:pt x="2370" y="1071"/>
                    <a:pt x="2281" y="1071"/>
                  </a:cubicBezTo>
                  <a:cubicBezTo>
                    <a:pt x="2178" y="1071"/>
                    <a:pt x="2075" y="1071"/>
                    <a:pt x="1973" y="1073"/>
                  </a:cubicBezTo>
                  <a:lnTo>
                    <a:pt x="1350" y="1082"/>
                  </a:lnTo>
                  <a:lnTo>
                    <a:pt x="92" y="1107"/>
                  </a:lnTo>
                  <a:lnTo>
                    <a:pt x="108" y="579"/>
                  </a:lnTo>
                  <a:cubicBezTo>
                    <a:pt x="111" y="414"/>
                    <a:pt x="119" y="250"/>
                    <a:pt x="120" y="85"/>
                  </a:cubicBezTo>
                  <a:close/>
                  <a:moveTo>
                    <a:pt x="1303" y="0"/>
                  </a:moveTo>
                  <a:cubicBezTo>
                    <a:pt x="1303" y="0"/>
                    <a:pt x="920" y="18"/>
                    <a:pt x="538" y="18"/>
                  </a:cubicBezTo>
                  <a:cubicBezTo>
                    <a:pt x="356" y="18"/>
                    <a:pt x="175" y="14"/>
                    <a:pt x="35" y="2"/>
                  </a:cubicBezTo>
                  <a:lnTo>
                    <a:pt x="35" y="2"/>
                  </a:lnTo>
                  <a:lnTo>
                    <a:pt x="35" y="72"/>
                  </a:lnTo>
                  <a:cubicBezTo>
                    <a:pt x="35" y="72"/>
                    <a:pt x="1" y="440"/>
                    <a:pt x="1" y="623"/>
                  </a:cubicBezTo>
                  <a:lnTo>
                    <a:pt x="13" y="1161"/>
                  </a:lnTo>
                  <a:lnTo>
                    <a:pt x="1290" y="1258"/>
                  </a:lnTo>
                  <a:lnTo>
                    <a:pt x="1938" y="1258"/>
                  </a:lnTo>
                  <a:cubicBezTo>
                    <a:pt x="2155" y="1205"/>
                    <a:pt x="2375" y="1205"/>
                    <a:pt x="2592" y="1170"/>
                  </a:cubicBezTo>
                  <a:lnTo>
                    <a:pt x="2636" y="1170"/>
                  </a:lnTo>
                  <a:lnTo>
                    <a:pt x="2636" y="1161"/>
                  </a:lnTo>
                  <a:lnTo>
                    <a:pt x="2547" y="101"/>
                  </a:lnTo>
                  <a:lnTo>
                    <a:pt x="2589" y="101"/>
                  </a:lnTo>
                  <a:lnTo>
                    <a:pt x="2580" y="91"/>
                  </a:lnTo>
                  <a:lnTo>
                    <a:pt x="2592" y="91"/>
                  </a:lnTo>
                  <a:lnTo>
                    <a:pt x="2579" y="90"/>
                  </a:lnTo>
                  <a:lnTo>
                    <a:pt x="2579" y="90"/>
                  </a:lnTo>
                  <a:lnTo>
                    <a:pt x="2545" y="57"/>
                  </a:lnTo>
                  <a:lnTo>
                    <a:pt x="2545" y="73"/>
                  </a:lnTo>
                  <a:lnTo>
                    <a:pt x="2545" y="72"/>
                  </a:lnTo>
                  <a:lnTo>
                    <a:pt x="2545" y="88"/>
                  </a:lnTo>
                  <a:lnTo>
                    <a:pt x="2545" y="88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3" name="Google Shape;3013;p49"/>
            <p:cNvSpPr/>
            <p:nvPr/>
          </p:nvSpPr>
          <p:spPr>
            <a:xfrm>
              <a:off x="1276537" y="3468315"/>
              <a:ext cx="306131" cy="317993"/>
            </a:xfrm>
            <a:custGeom>
              <a:avLst/>
              <a:gdLst/>
              <a:ahLst/>
              <a:cxnLst/>
              <a:rect l="l" t="t" r="r" b="b"/>
              <a:pathLst>
                <a:path w="2426" h="2520" extrusionOk="0">
                  <a:moveTo>
                    <a:pt x="1270" y="630"/>
                  </a:moveTo>
                  <a:cubicBezTo>
                    <a:pt x="1560" y="630"/>
                    <a:pt x="1793" y="869"/>
                    <a:pt x="1793" y="1164"/>
                  </a:cubicBezTo>
                  <a:cubicBezTo>
                    <a:pt x="1793" y="1460"/>
                    <a:pt x="1553" y="1702"/>
                    <a:pt x="1257" y="1702"/>
                  </a:cubicBezTo>
                  <a:cubicBezTo>
                    <a:pt x="1219" y="1702"/>
                    <a:pt x="1181" y="1698"/>
                    <a:pt x="1142" y="1690"/>
                  </a:cubicBezTo>
                  <a:cubicBezTo>
                    <a:pt x="937" y="1646"/>
                    <a:pt x="771" y="1482"/>
                    <a:pt x="733" y="1281"/>
                  </a:cubicBezTo>
                  <a:cubicBezTo>
                    <a:pt x="661" y="935"/>
                    <a:pt x="925" y="630"/>
                    <a:pt x="1258" y="630"/>
                  </a:cubicBezTo>
                  <a:cubicBezTo>
                    <a:pt x="1262" y="630"/>
                    <a:pt x="1266" y="630"/>
                    <a:pt x="1270" y="630"/>
                  </a:cubicBezTo>
                  <a:close/>
                  <a:moveTo>
                    <a:pt x="897" y="1"/>
                  </a:moveTo>
                  <a:lnTo>
                    <a:pt x="897" y="215"/>
                  </a:lnTo>
                  <a:cubicBezTo>
                    <a:pt x="897" y="277"/>
                    <a:pt x="862" y="337"/>
                    <a:pt x="802" y="366"/>
                  </a:cubicBezTo>
                  <a:cubicBezTo>
                    <a:pt x="771" y="381"/>
                    <a:pt x="742" y="397"/>
                    <a:pt x="717" y="416"/>
                  </a:cubicBezTo>
                  <a:cubicBezTo>
                    <a:pt x="687" y="434"/>
                    <a:pt x="654" y="444"/>
                    <a:pt x="621" y="444"/>
                  </a:cubicBezTo>
                  <a:cubicBezTo>
                    <a:pt x="592" y="444"/>
                    <a:pt x="563" y="437"/>
                    <a:pt x="535" y="422"/>
                  </a:cubicBezTo>
                  <a:lnTo>
                    <a:pt x="349" y="318"/>
                  </a:lnTo>
                  <a:lnTo>
                    <a:pt x="0" y="925"/>
                  </a:lnTo>
                  <a:lnTo>
                    <a:pt x="189" y="1032"/>
                  </a:lnTo>
                  <a:cubicBezTo>
                    <a:pt x="246" y="1064"/>
                    <a:pt x="277" y="1124"/>
                    <a:pt x="271" y="1186"/>
                  </a:cubicBezTo>
                  <a:lnTo>
                    <a:pt x="271" y="1278"/>
                  </a:lnTo>
                  <a:lnTo>
                    <a:pt x="271" y="1328"/>
                  </a:lnTo>
                  <a:cubicBezTo>
                    <a:pt x="271" y="1394"/>
                    <a:pt x="236" y="1454"/>
                    <a:pt x="183" y="1488"/>
                  </a:cubicBezTo>
                  <a:lnTo>
                    <a:pt x="3" y="1592"/>
                  </a:lnTo>
                  <a:lnTo>
                    <a:pt x="356" y="2199"/>
                  </a:lnTo>
                  <a:lnTo>
                    <a:pt x="538" y="2095"/>
                  </a:lnTo>
                  <a:cubicBezTo>
                    <a:pt x="565" y="2080"/>
                    <a:pt x="595" y="2073"/>
                    <a:pt x="625" y="2073"/>
                  </a:cubicBezTo>
                  <a:cubicBezTo>
                    <a:pt x="658" y="2073"/>
                    <a:pt x="691" y="2082"/>
                    <a:pt x="720" y="2102"/>
                  </a:cubicBezTo>
                  <a:cubicBezTo>
                    <a:pt x="746" y="2121"/>
                    <a:pt x="780" y="2136"/>
                    <a:pt x="812" y="2152"/>
                  </a:cubicBezTo>
                  <a:cubicBezTo>
                    <a:pt x="865" y="2180"/>
                    <a:pt x="900" y="2240"/>
                    <a:pt x="900" y="2303"/>
                  </a:cubicBezTo>
                  <a:lnTo>
                    <a:pt x="900" y="2520"/>
                  </a:lnTo>
                  <a:lnTo>
                    <a:pt x="1529" y="2520"/>
                  </a:lnTo>
                  <a:lnTo>
                    <a:pt x="1529" y="2287"/>
                  </a:lnTo>
                  <a:cubicBezTo>
                    <a:pt x="1529" y="2224"/>
                    <a:pt x="1567" y="2171"/>
                    <a:pt x="1620" y="2143"/>
                  </a:cubicBezTo>
                  <a:cubicBezTo>
                    <a:pt x="1651" y="2127"/>
                    <a:pt x="1683" y="2108"/>
                    <a:pt x="1711" y="2086"/>
                  </a:cubicBezTo>
                  <a:cubicBezTo>
                    <a:pt x="1738" y="2067"/>
                    <a:pt x="1770" y="2058"/>
                    <a:pt x="1802" y="2058"/>
                  </a:cubicBezTo>
                  <a:cubicBezTo>
                    <a:pt x="1830" y="2058"/>
                    <a:pt x="1858" y="2065"/>
                    <a:pt x="1884" y="2080"/>
                  </a:cubicBezTo>
                  <a:lnTo>
                    <a:pt x="2073" y="2190"/>
                  </a:lnTo>
                  <a:lnTo>
                    <a:pt x="2425" y="1570"/>
                  </a:lnTo>
                  <a:lnTo>
                    <a:pt x="2236" y="1460"/>
                  </a:lnTo>
                  <a:cubicBezTo>
                    <a:pt x="2183" y="1432"/>
                    <a:pt x="2152" y="1366"/>
                    <a:pt x="2155" y="1303"/>
                  </a:cubicBezTo>
                  <a:lnTo>
                    <a:pt x="2155" y="1252"/>
                  </a:lnTo>
                  <a:lnTo>
                    <a:pt x="2155" y="1202"/>
                  </a:lnTo>
                  <a:cubicBezTo>
                    <a:pt x="2152" y="1139"/>
                    <a:pt x="2183" y="1076"/>
                    <a:pt x="2236" y="1045"/>
                  </a:cubicBezTo>
                  <a:lnTo>
                    <a:pt x="2425" y="935"/>
                  </a:lnTo>
                  <a:lnTo>
                    <a:pt x="2073" y="318"/>
                  </a:lnTo>
                  <a:lnTo>
                    <a:pt x="1884" y="428"/>
                  </a:lnTo>
                  <a:cubicBezTo>
                    <a:pt x="1858" y="444"/>
                    <a:pt x="1830" y="452"/>
                    <a:pt x="1801" y="452"/>
                  </a:cubicBezTo>
                  <a:cubicBezTo>
                    <a:pt x="1767" y="452"/>
                    <a:pt x="1732" y="441"/>
                    <a:pt x="1702" y="419"/>
                  </a:cubicBezTo>
                  <a:cubicBezTo>
                    <a:pt x="1677" y="400"/>
                    <a:pt x="1645" y="384"/>
                    <a:pt x="1617" y="369"/>
                  </a:cubicBezTo>
                  <a:cubicBezTo>
                    <a:pt x="1560" y="340"/>
                    <a:pt x="1526" y="281"/>
                    <a:pt x="1526" y="221"/>
                  </a:cubicBezTo>
                  <a:lnTo>
                    <a:pt x="152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4" name="Google Shape;3014;p49"/>
            <p:cNvSpPr/>
            <p:nvPr/>
          </p:nvSpPr>
          <p:spPr>
            <a:xfrm>
              <a:off x="1547967" y="2736047"/>
              <a:ext cx="90981" cy="127954"/>
            </a:xfrm>
            <a:custGeom>
              <a:avLst/>
              <a:gdLst/>
              <a:ahLst/>
              <a:cxnLst/>
              <a:rect l="l" t="t" r="r" b="b"/>
              <a:pathLst>
                <a:path w="721" h="1014" extrusionOk="0">
                  <a:moveTo>
                    <a:pt x="1" y="1"/>
                  </a:moveTo>
                  <a:lnTo>
                    <a:pt x="1" y="1013"/>
                  </a:lnTo>
                  <a:lnTo>
                    <a:pt x="721" y="960"/>
                  </a:lnTo>
                  <a:lnTo>
                    <a:pt x="721" y="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5" name="Google Shape;3015;p49"/>
            <p:cNvSpPr/>
            <p:nvPr/>
          </p:nvSpPr>
          <p:spPr>
            <a:xfrm>
              <a:off x="1774222" y="1792667"/>
              <a:ext cx="22714" cy="22714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2" y="1"/>
                  </a:moveTo>
                  <a:lnTo>
                    <a:pt x="92" y="89"/>
                  </a:lnTo>
                  <a:lnTo>
                    <a:pt x="0" y="89"/>
                  </a:lnTo>
                  <a:lnTo>
                    <a:pt x="0" y="180"/>
                  </a:lnTo>
                  <a:lnTo>
                    <a:pt x="180" y="180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6" name="Google Shape;3016;p49"/>
            <p:cNvSpPr/>
            <p:nvPr/>
          </p:nvSpPr>
          <p:spPr>
            <a:xfrm>
              <a:off x="1774222" y="909606"/>
              <a:ext cx="22714" cy="23092"/>
            </a:xfrm>
            <a:custGeom>
              <a:avLst/>
              <a:gdLst/>
              <a:ahLst/>
              <a:cxnLst/>
              <a:rect l="l" t="t" r="r" b="b"/>
              <a:pathLst>
                <a:path w="180" h="183" extrusionOk="0">
                  <a:moveTo>
                    <a:pt x="0" y="0"/>
                  </a:moveTo>
                  <a:lnTo>
                    <a:pt x="0" y="92"/>
                  </a:lnTo>
                  <a:lnTo>
                    <a:pt x="92" y="92"/>
                  </a:lnTo>
                  <a:lnTo>
                    <a:pt x="92" y="183"/>
                  </a:lnTo>
                  <a:lnTo>
                    <a:pt x="180" y="183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7" name="Google Shape;3017;p49"/>
            <p:cNvSpPr/>
            <p:nvPr/>
          </p:nvSpPr>
          <p:spPr>
            <a:xfrm>
              <a:off x="1785705" y="955286"/>
              <a:ext cx="11231" cy="803436"/>
            </a:xfrm>
            <a:custGeom>
              <a:avLst/>
              <a:gdLst/>
              <a:ahLst/>
              <a:cxnLst/>
              <a:rect l="l" t="t" r="r" b="b"/>
              <a:pathLst>
                <a:path w="89" h="6367" extrusionOk="0">
                  <a:moveTo>
                    <a:pt x="1" y="0"/>
                  </a:moveTo>
                  <a:lnTo>
                    <a:pt x="1" y="267"/>
                  </a:lnTo>
                  <a:lnTo>
                    <a:pt x="89" y="267"/>
                  </a:lnTo>
                  <a:lnTo>
                    <a:pt x="89" y="0"/>
                  </a:lnTo>
                  <a:close/>
                  <a:moveTo>
                    <a:pt x="1" y="541"/>
                  </a:moveTo>
                  <a:lnTo>
                    <a:pt x="1" y="808"/>
                  </a:lnTo>
                  <a:lnTo>
                    <a:pt x="89" y="808"/>
                  </a:lnTo>
                  <a:lnTo>
                    <a:pt x="89" y="541"/>
                  </a:lnTo>
                  <a:close/>
                  <a:moveTo>
                    <a:pt x="1" y="1076"/>
                  </a:moveTo>
                  <a:lnTo>
                    <a:pt x="1" y="1343"/>
                  </a:lnTo>
                  <a:lnTo>
                    <a:pt x="89" y="1343"/>
                  </a:lnTo>
                  <a:lnTo>
                    <a:pt x="89" y="1076"/>
                  </a:lnTo>
                  <a:close/>
                  <a:moveTo>
                    <a:pt x="1" y="1522"/>
                  </a:moveTo>
                  <a:lnTo>
                    <a:pt x="1" y="1793"/>
                  </a:lnTo>
                  <a:lnTo>
                    <a:pt x="89" y="1793"/>
                  </a:lnTo>
                  <a:lnTo>
                    <a:pt x="89" y="1522"/>
                  </a:lnTo>
                  <a:close/>
                  <a:moveTo>
                    <a:pt x="1" y="2060"/>
                  </a:moveTo>
                  <a:lnTo>
                    <a:pt x="1" y="2328"/>
                  </a:lnTo>
                  <a:lnTo>
                    <a:pt x="89" y="2328"/>
                  </a:lnTo>
                  <a:lnTo>
                    <a:pt x="89" y="2060"/>
                  </a:lnTo>
                  <a:close/>
                  <a:moveTo>
                    <a:pt x="1" y="2601"/>
                  </a:moveTo>
                  <a:lnTo>
                    <a:pt x="1" y="2869"/>
                  </a:lnTo>
                  <a:lnTo>
                    <a:pt x="89" y="2869"/>
                  </a:lnTo>
                  <a:lnTo>
                    <a:pt x="89" y="2601"/>
                  </a:lnTo>
                  <a:close/>
                  <a:moveTo>
                    <a:pt x="1" y="3048"/>
                  </a:moveTo>
                  <a:lnTo>
                    <a:pt x="1" y="3315"/>
                  </a:lnTo>
                  <a:lnTo>
                    <a:pt x="89" y="3315"/>
                  </a:lnTo>
                  <a:lnTo>
                    <a:pt x="89" y="3048"/>
                  </a:lnTo>
                  <a:close/>
                  <a:moveTo>
                    <a:pt x="1" y="3586"/>
                  </a:moveTo>
                  <a:lnTo>
                    <a:pt x="1" y="3853"/>
                  </a:lnTo>
                  <a:lnTo>
                    <a:pt x="89" y="3853"/>
                  </a:lnTo>
                  <a:lnTo>
                    <a:pt x="89" y="3586"/>
                  </a:lnTo>
                  <a:close/>
                  <a:moveTo>
                    <a:pt x="1" y="4127"/>
                  </a:moveTo>
                  <a:lnTo>
                    <a:pt x="1" y="4394"/>
                  </a:lnTo>
                  <a:lnTo>
                    <a:pt x="89" y="4394"/>
                  </a:lnTo>
                  <a:lnTo>
                    <a:pt x="89" y="4127"/>
                  </a:lnTo>
                  <a:close/>
                  <a:moveTo>
                    <a:pt x="1" y="4573"/>
                  </a:moveTo>
                  <a:lnTo>
                    <a:pt x="1" y="4841"/>
                  </a:lnTo>
                  <a:lnTo>
                    <a:pt x="89" y="4841"/>
                  </a:lnTo>
                  <a:lnTo>
                    <a:pt x="89" y="4573"/>
                  </a:lnTo>
                  <a:close/>
                  <a:moveTo>
                    <a:pt x="1" y="5111"/>
                  </a:moveTo>
                  <a:lnTo>
                    <a:pt x="1" y="5378"/>
                  </a:lnTo>
                  <a:lnTo>
                    <a:pt x="89" y="5378"/>
                  </a:lnTo>
                  <a:lnTo>
                    <a:pt x="89" y="5111"/>
                  </a:lnTo>
                  <a:close/>
                  <a:moveTo>
                    <a:pt x="1" y="5561"/>
                  </a:moveTo>
                  <a:lnTo>
                    <a:pt x="1" y="5828"/>
                  </a:lnTo>
                  <a:lnTo>
                    <a:pt x="89" y="5828"/>
                  </a:lnTo>
                  <a:lnTo>
                    <a:pt x="89" y="5561"/>
                  </a:lnTo>
                  <a:close/>
                  <a:moveTo>
                    <a:pt x="1" y="6099"/>
                  </a:moveTo>
                  <a:lnTo>
                    <a:pt x="1" y="6366"/>
                  </a:lnTo>
                  <a:lnTo>
                    <a:pt x="89" y="6366"/>
                  </a:lnTo>
                  <a:lnTo>
                    <a:pt x="89" y="609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8" name="Google Shape;3018;p49"/>
            <p:cNvSpPr/>
            <p:nvPr/>
          </p:nvSpPr>
          <p:spPr>
            <a:xfrm>
              <a:off x="1740404" y="1746988"/>
              <a:ext cx="113316" cy="113316"/>
            </a:xfrm>
            <a:custGeom>
              <a:avLst/>
              <a:gdLst/>
              <a:ahLst/>
              <a:cxnLst/>
              <a:rect l="l" t="t" r="r" b="b"/>
              <a:pathLst>
                <a:path w="898" h="898" extrusionOk="0">
                  <a:moveTo>
                    <a:pt x="1" y="1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9" name="Google Shape;3019;p49"/>
            <p:cNvSpPr/>
            <p:nvPr/>
          </p:nvSpPr>
          <p:spPr>
            <a:xfrm>
              <a:off x="1728921" y="1746988"/>
              <a:ext cx="124799" cy="124799"/>
            </a:xfrm>
            <a:custGeom>
              <a:avLst/>
              <a:gdLst/>
              <a:ahLst/>
              <a:cxnLst/>
              <a:rect l="l" t="t" r="r" b="b"/>
              <a:pathLst>
                <a:path w="989" h="989" extrusionOk="0">
                  <a:moveTo>
                    <a:pt x="900" y="92"/>
                  </a:moveTo>
                  <a:lnTo>
                    <a:pt x="900" y="812"/>
                  </a:lnTo>
                  <a:lnTo>
                    <a:pt x="183" y="812"/>
                  </a:lnTo>
                  <a:lnTo>
                    <a:pt x="183" y="92"/>
                  </a:lnTo>
                  <a:close/>
                  <a:moveTo>
                    <a:pt x="1" y="1"/>
                  </a:moveTo>
                  <a:lnTo>
                    <a:pt x="1" y="988"/>
                  </a:lnTo>
                  <a:lnTo>
                    <a:pt x="988" y="988"/>
                  </a:lnTo>
                  <a:lnTo>
                    <a:pt x="98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0" name="Google Shape;3020;p49"/>
            <p:cNvSpPr/>
            <p:nvPr/>
          </p:nvSpPr>
          <p:spPr>
            <a:xfrm>
              <a:off x="1740404" y="1306088"/>
              <a:ext cx="113316" cy="113190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1" name="Google Shape;3021;p49"/>
            <p:cNvSpPr/>
            <p:nvPr/>
          </p:nvSpPr>
          <p:spPr>
            <a:xfrm>
              <a:off x="1728921" y="1294604"/>
              <a:ext cx="124799" cy="124673"/>
            </a:xfrm>
            <a:custGeom>
              <a:avLst/>
              <a:gdLst/>
              <a:ahLst/>
              <a:cxnLst/>
              <a:rect l="l" t="t" r="r" b="b"/>
              <a:pathLst>
                <a:path w="989" h="988" extrusionOk="0">
                  <a:moveTo>
                    <a:pt x="900" y="180"/>
                  </a:moveTo>
                  <a:lnTo>
                    <a:pt x="900" y="897"/>
                  </a:lnTo>
                  <a:lnTo>
                    <a:pt x="183" y="897"/>
                  </a:lnTo>
                  <a:lnTo>
                    <a:pt x="183" y="180"/>
                  </a:lnTo>
                  <a:close/>
                  <a:moveTo>
                    <a:pt x="1" y="0"/>
                  </a:moveTo>
                  <a:lnTo>
                    <a:pt x="1" y="988"/>
                  </a:lnTo>
                  <a:lnTo>
                    <a:pt x="988" y="988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2" name="Google Shape;3022;p49"/>
            <p:cNvSpPr/>
            <p:nvPr/>
          </p:nvSpPr>
          <p:spPr>
            <a:xfrm>
              <a:off x="1740404" y="853200"/>
              <a:ext cx="113316" cy="113316"/>
            </a:xfrm>
            <a:custGeom>
              <a:avLst/>
              <a:gdLst/>
              <a:ahLst/>
              <a:cxnLst/>
              <a:rect l="l" t="t" r="r" b="b"/>
              <a:pathLst>
                <a:path w="898" h="898" extrusionOk="0">
                  <a:moveTo>
                    <a:pt x="1" y="1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3" name="Google Shape;3023;p49"/>
            <p:cNvSpPr/>
            <p:nvPr/>
          </p:nvSpPr>
          <p:spPr>
            <a:xfrm>
              <a:off x="1728921" y="853200"/>
              <a:ext cx="124799" cy="124799"/>
            </a:xfrm>
            <a:custGeom>
              <a:avLst/>
              <a:gdLst/>
              <a:ahLst/>
              <a:cxnLst/>
              <a:rect l="l" t="t" r="r" b="b"/>
              <a:pathLst>
                <a:path w="989" h="989" extrusionOk="0">
                  <a:moveTo>
                    <a:pt x="900" y="92"/>
                  </a:moveTo>
                  <a:lnTo>
                    <a:pt x="900" y="806"/>
                  </a:lnTo>
                  <a:lnTo>
                    <a:pt x="183" y="806"/>
                  </a:lnTo>
                  <a:lnTo>
                    <a:pt x="183" y="92"/>
                  </a:lnTo>
                  <a:close/>
                  <a:moveTo>
                    <a:pt x="1" y="1"/>
                  </a:moveTo>
                  <a:lnTo>
                    <a:pt x="1" y="988"/>
                  </a:lnTo>
                  <a:lnTo>
                    <a:pt x="988" y="988"/>
                  </a:lnTo>
                  <a:lnTo>
                    <a:pt x="98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4" name="Google Shape;3024;p49"/>
            <p:cNvSpPr/>
            <p:nvPr/>
          </p:nvSpPr>
          <p:spPr>
            <a:xfrm>
              <a:off x="1513912" y="569900"/>
              <a:ext cx="4075202" cy="3678870"/>
            </a:xfrm>
            <a:custGeom>
              <a:avLst/>
              <a:gdLst/>
              <a:ahLst/>
              <a:cxnLst/>
              <a:rect l="l" t="t" r="r" b="b"/>
              <a:pathLst>
                <a:path w="46110" h="29154" extrusionOk="0">
                  <a:moveTo>
                    <a:pt x="1" y="0"/>
                  </a:moveTo>
                  <a:lnTo>
                    <a:pt x="1" y="29153"/>
                  </a:lnTo>
                  <a:lnTo>
                    <a:pt x="46110" y="29153"/>
                  </a:lnTo>
                  <a:lnTo>
                    <a:pt x="461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5" name="Google Shape;3025;p49"/>
            <p:cNvSpPr/>
            <p:nvPr/>
          </p:nvSpPr>
          <p:spPr>
            <a:xfrm>
              <a:off x="1502811" y="558800"/>
              <a:ext cx="4086277" cy="3701837"/>
            </a:xfrm>
            <a:custGeom>
              <a:avLst/>
              <a:gdLst/>
              <a:ahLst/>
              <a:cxnLst/>
              <a:rect l="l" t="t" r="r" b="b"/>
              <a:pathLst>
                <a:path w="46289" h="29336" extrusionOk="0">
                  <a:moveTo>
                    <a:pt x="46270" y="69"/>
                  </a:moveTo>
                  <a:lnTo>
                    <a:pt x="46270" y="88"/>
                  </a:lnTo>
                  <a:lnTo>
                    <a:pt x="46270" y="88"/>
                  </a:lnTo>
                  <a:lnTo>
                    <a:pt x="46289" y="88"/>
                  </a:lnTo>
                  <a:lnTo>
                    <a:pt x="46270" y="69"/>
                  </a:lnTo>
                  <a:close/>
                  <a:moveTo>
                    <a:pt x="46270" y="88"/>
                  </a:moveTo>
                  <a:lnTo>
                    <a:pt x="44892" y="89"/>
                  </a:lnTo>
                  <a:lnTo>
                    <a:pt x="44892" y="89"/>
                  </a:lnTo>
                  <a:lnTo>
                    <a:pt x="46242" y="91"/>
                  </a:lnTo>
                  <a:lnTo>
                    <a:pt x="46270" y="91"/>
                  </a:lnTo>
                  <a:lnTo>
                    <a:pt x="46270" y="88"/>
                  </a:lnTo>
                  <a:close/>
                  <a:moveTo>
                    <a:pt x="46270" y="91"/>
                  </a:moveTo>
                  <a:lnTo>
                    <a:pt x="46279" y="14674"/>
                  </a:lnTo>
                  <a:lnTo>
                    <a:pt x="46289" y="113"/>
                  </a:lnTo>
                  <a:lnTo>
                    <a:pt x="46289" y="91"/>
                  </a:lnTo>
                  <a:close/>
                  <a:moveTo>
                    <a:pt x="46279" y="14674"/>
                  </a:moveTo>
                  <a:lnTo>
                    <a:pt x="46270" y="29244"/>
                  </a:lnTo>
                  <a:lnTo>
                    <a:pt x="36294" y="29264"/>
                  </a:lnTo>
                  <a:lnTo>
                    <a:pt x="36294" y="29264"/>
                  </a:lnTo>
                  <a:lnTo>
                    <a:pt x="46289" y="29269"/>
                  </a:lnTo>
                  <a:lnTo>
                    <a:pt x="46279" y="14674"/>
                  </a:lnTo>
                  <a:close/>
                  <a:moveTo>
                    <a:pt x="92" y="0"/>
                  </a:moveTo>
                  <a:lnTo>
                    <a:pt x="92" y="57"/>
                  </a:lnTo>
                  <a:lnTo>
                    <a:pt x="0" y="29241"/>
                  </a:lnTo>
                  <a:lnTo>
                    <a:pt x="0" y="29336"/>
                  </a:lnTo>
                  <a:lnTo>
                    <a:pt x="111" y="29336"/>
                  </a:lnTo>
                  <a:lnTo>
                    <a:pt x="36294" y="29264"/>
                  </a:lnTo>
                  <a:lnTo>
                    <a:pt x="36294" y="29264"/>
                  </a:lnTo>
                  <a:lnTo>
                    <a:pt x="173" y="29244"/>
                  </a:lnTo>
                  <a:lnTo>
                    <a:pt x="173" y="29244"/>
                  </a:lnTo>
                  <a:lnTo>
                    <a:pt x="180" y="104"/>
                  </a:lnTo>
                  <a:lnTo>
                    <a:pt x="180" y="104"/>
                  </a:lnTo>
                  <a:lnTo>
                    <a:pt x="44892" y="89"/>
                  </a:lnTo>
                  <a:lnTo>
                    <a:pt x="44892" y="89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6" name="Google Shape;3026;p49"/>
            <p:cNvSpPr/>
            <p:nvPr/>
          </p:nvSpPr>
          <p:spPr>
            <a:xfrm>
              <a:off x="1513912" y="569900"/>
              <a:ext cx="4075202" cy="113190"/>
            </a:xfrm>
            <a:custGeom>
              <a:avLst/>
              <a:gdLst/>
              <a:ahLst/>
              <a:cxnLst/>
              <a:rect l="l" t="t" r="r" b="b"/>
              <a:pathLst>
                <a:path w="46110" h="897" extrusionOk="0">
                  <a:moveTo>
                    <a:pt x="1" y="0"/>
                  </a:moveTo>
                  <a:lnTo>
                    <a:pt x="1" y="897"/>
                  </a:lnTo>
                  <a:lnTo>
                    <a:pt x="46110" y="897"/>
                  </a:lnTo>
                  <a:lnTo>
                    <a:pt x="461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7" name="Google Shape;3027;p49"/>
            <p:cNvSpPr/>
            <p:nvPr/>
          </p:nvSpPr>
          <p:spPr>
            <a:xfrm>
              <a:off x="1581044" y="601581"/>
              <a:ext cx="42904" cy="43030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175" y="1"/>
                  </a:moveTo>
                  <a:cubicBezTo>
                    <a:pt x="173" y="1"/>
                    <a:pt x="172" y="1"/>
                    <a:pt x="170" y="1"/>
                  </a:cubicBezTo>
                  <a:cubicBezTo>
                    <a:pt x="76" y="1"/>
                    <a:pt x="0" y="76"/>
                    <a:pt x="0" y="171"/>
                  </a:cubicBezTo>
                  <a:cubicBezTo>
                    <a:pt x="0" y="265"/>
                    <a:pt x="76" y="340"/>
                    <a:pt x="170" y="340"/>
                  </a:cubicBezTo>
                  <a:cubicBezTo>
                    <a:pt x="264" y="340"/>
                    <a:pt x="340" y="265"/>
                    <a:pt x="340" y="171"/>
                  </a:cubicBezTo>
                  <a:cubicBezTo>
                    <a:pt x="340" y="78"/>
                    <a:pt x="264" y="1"/>
                    <a:pt x="1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8" name="Google Shape;3028;p49"/>
            <p:cNvSpPr/>
            <p:nvPr/>
          </p:nvSpPr>
          <p:spPr>
            <a:xfrm>
              <a:off x="1668745" y="601581"/>
              <a:ext cx="42904" cy="43030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175" y="1"/>
                  </a:moveTo>
                  <a:cubicBezTo>
                    <a:pt x="174" y="1"/>
                    <a:pt x="172" y="1"/>
                    <a:pt x="170" y="1"/>
                  </a:cubicBezTo>
                  <a:cubicBezTo>
                    <a:pt x="76" y="1"/>
                    <a:pt x="0" y="76"/>
                    <a:pt x="0" y="171"/>
                  </a:cubicBezTo>
                  <a:cubicBezTo>
                    <a:pt x="0" y="265"/>
                    <a:pt x="76" y="340"/>
                    <a:pt x="170" y="340"/>
                  </a:cubicBezTo>
                  <a:cubicBezTo>
                    <a:pt x="264" y="340"/>
                    <a:pt x="340" y="265"/>
                    <a:pt x="340" y="171"/>
                  </a:cubicBezTo>
                  <a:cubicBezTo>
                    <a:pt x="340" y="78"/>
                    <a:pt x="264" y="1"/>
                    <a:pt x="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9" name="Google Shape;3029;p49"/>
            <p:cNvSpPr/>
            <p:nvPr/>
          </p:nvSpPr>
          <p:spPr>
            <a:xfrm>
              <a:off x="1756824" y="601581"/>
              <a:ext cx="42525" cy="43030"/>
            </a:xfrm>
            <a:custGeom>
              <a:avLst/>
              <a:gdLst/>
              <a:ahLst/>
              <a:cxnLst/>
              <a:rect l="l" t="t" r="r" b="b"/>
              <a:pathLst>
                <a:path w="337" h="341" extrusionOk="0">
                  <a:moveTo>
                    <a:pt x="175" y="1"/>
                  </a:moveTo>
                  <a:cubicBezTo>
                    <a:pt x="174" y="1"/>
                    <a:pt x="172" y="1"/>
                    <a:pt x="170" y="1"/>
                  </a:cubicBezTo>
                  <a:cubicBezTo>
                    <a:pt x="76" y="1"/>
                    <a:pt x="0" y="76"/>
                    <a:pt x="0" y="171"/>
                  </a:cubicBezTo>
                  <a:cubicBezTo>
                    <a:pt x="0" y="265"/>
                    <a:pt x="76" y="340"/>
                    <a:pt x="170" y="340"/>
                  </a:cubicBezTo>
                  <a:cubicBezTo>
                    <a:pt x="265" y="340"/>
                    <a:pt x="337" y="265"/>
                    <a:pt x="337" y="171"/>
                  </a:cubicBezTo>
                  <a:cubicBezTo>
                    <a:pt x="337" y="78"/>
                    <a:pt x="261" y="1"/>
                    <a:pt x="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0" name="Google Shape;3030;p49"/>
            <p:cNvSpPr/>
            <p:nvPr/>
          </p:nvSpPr>
          <p:spPr>
            <a:xfrm>
              <a:off x="5294611" y="4000196"/>
              <a:ext cx="34197" cy="33818"/>
            </a:xfrm>
            <a:custGeom>
              <a:avLst/>
              <a:gdLst/>
              <a:ahLst/>
              <a:cxnLst/>
              <a:rect l="l" t="t" r="r" b="b"/>
              <a:pathLst>
                <a:path w="271" h="268" extrusionOk="0">
                  <a:moveTo>
                    <a:pt x="180" y="0"/>
                  </a:moveTo>
                  <a:lnTo>
                    <a:pt x="180" y="176"/>
                  </a:lnTo>
                  <a:lnTo>
                    <a:pt x="0" y="176"/>
                  </a:lnTo>
                  <a:lnTo>
                    <a:pt x="0" y="268"/>
                  </a:lnTo>
                  <a:lnTo>
                    <a:pt x="271" y="268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1" name="Google Shape;3031;p49"/>
            <p:cNvSpPr/>
            <p:nvPr/>
          </p:nvSpPr>
          <p:spPr>
            <a:xfrm>
              <a:off x="3709818" y="4022405"/>
              <a:ext cx="1528131" cy="11609"/>
            </a:xfrm>
            <a:custGeom>
              <a:avLst/>
              <a:gdLst/>
              <a:ahLst/>
              <a:cxnLst/>
              <a:rect l="l" t="t" r="r" b="b"/>
              <a:pathLst>
                <a:path w="12110" h="92" extrusionOk="0">
                  <a:moveTo>
                    <a:pt x="1" y="0"/>
                  </a:moveTo>
                  <a:lnTo>
                    <a:pt x="1" y="92"/>
                  </a:lnTo>
                  <a:lnTo>
                    <a:pt x="450" y="92"/>
                  </a:lnTo>
                  <a:lnTo>
                    <a:pt x="450" y="0"/>
                  </a:lnTo>
                  <a:close/>
                  <a:moveTo>
                    <a:pt x="897" y="0"/>
                  </a:moveTo>
                  <a:lnTo>
                    <a:pt x="897" y="92"/>
                  </a:lnTo>
                  <a:lnTo>
                    <a:pt x="1347" y="92"/>
                  </a:lnTo>
                  <a:lnTo>
                    <a:pt x="1347" y="0"/>
                  </a:lnTo>
                  <a:close/>
                  <a:moveTo>
                    <a:pt x="1793" y="0"/>
                  </a:moveTo>
                  <a:lnTo>
                    <a:pt x="1793" y="92"/>
                  </a:lnTo>
                  <a:lnTo>
                    <a:pt x="2243" y="92"/>
                  </a:lnTo>
                  <a:lnTo>
                    <a:pt x="2243" y="0"/>
                  </a:lnTo>
                  <a:close/>
                  <a:moveTo>
                    <a:pt x="2696" y="0"/>
                  </a:moveTo>
                  <a:lnTo>
                    <a:pt x="2696" y="92"/>
                  </a:lnTo>
                  <a:lnTo>
                    <a:pt x="3143" y="92"/>
                  </a:lnTo>
                  <a:lnTo>
                    <a:pt x="3143" y="0"/>
                  </a:lnTo>
                  <a:close/>
                  <a:moveTo>
                    <a:pt x="3592" y="0"/>
                  </a:moveTo>
                  <a:lnTo>
                    <a:pt x="3592" y="92"/>
                  </a:lnTo>
                  <a:lnTo>
                    <a:pt x="4039" y="92"/>
                  </a:lnTo>
                  <a:lnTo>
                    <a:pt x="4039" y="0"/>
                  </a:lnTo>
                  <a:close/>
                  <a:moveTo>
                    <a:pt x="4489" y="0"/>
                  </a:moveTo>
                  <a:lnTo>
                    <a:pt x="4489" y="92"/>
                  </a:lnTo>
                  <a:lnTo>
                    <a:pt x="4935" y="92"/>
                  </a:lnTo>
                  <a:lnTo>
                    <a:pt x="4935" y="0"/>
                  </a:lnTo>
                  <a:close/>
                  <a:moveTo>
                    <a:pt x="5385" y="0"/>
                  </a:moveTo>
                  <a:lnTo>
                    <a:pt x="5385" y="92"/>
                  </a:lnTo>
                  <a:lnTo>
                    <a:pt x="5832" y="92"/>
                  </a:lnTo>
                  <a:lnTo>
                    <a:pt x="5832" y="0"/>
                  </a:lnTo>
                  <a:close/>
                  <a:moveTo>
                    <a:pt x="6282" y="0"/>
                  </a:moveTo>
                  <a:lnTo>
                    <a:pt x="6282" y="92"/>
                  </a:lnTo>
                  <a:lnTo>
                    <a:pt x="6728" y="92"/>
                  </a:lnTo>
                  <a:lnTo>
                    <a:pt x="6728" y="0"/>
                  </a:lnTo>
                  <a:close/>
                  <a:moveTo>
                    <a:pt x="7178" y="0"/>
                  </a:moveTo>
                  <a:lnTo>
                    <a:pt x="7178" y="92"/>
                  </a:lnTo>
                  <a:lnTo>
                    <a:pt x="7625" y="92"/>
                  </a:lnTo>
                  <a:lnTo>
                    <a:pt x="7625" y="0"/>
                  </a:lnTo>
                  <a:close/>
                  <a:moveTo>
                    <a:pt x="8078" y="0"/>
                  </a:moveTo>
                  <a:lnTo>
                    <a:pt x="8078" y="92"/>
                  </a:lnTo>
                  <a:lnTo>
                    <a:pt x="8524" y="92"/>
                  </a:lnTo>
                  <a:lnTo>
                    <a:pt x="8524" y="0"/>
                  </a:lnTo>
                  <a:close/>
                  <a:moveTo>
                    <a:pt x="8974" y="0"/>
                  </a:moveTo>
                  <a:lnTo>
                    <a:pt x="8974" y="92"/>
                  </a:lnTo>
                  <a:lnTo>
                    <a:pt x="9421" y="92"/>
                  </a:lnTo>
                  <a:lnTo>
                    <a:pt x="9421" y="0"/>
                  </a:lnTo>
                  <a:close/>
                  <a:moveTo>
                    <a:pt x="9870" y="0"/>
                  </a:moveTo>
                  <a:lnTo>
                    <a:pt x="9870" y="92"/>
                  </a:lnTo>
                  <a:lnTo>
                    <a:pt x="10317" y="92"/>
                  </a:lnTo>
                  <a:lnTo>
                    <a:pt x="10317" y="0"/>
                  </a:lnTo>
                  <a:close/>
                  <a:moveTo>
                    <a:pt x="10767" y="0"/>
                  </a:moveTo>
                  <a:lnTo>
                    <a:pt x="10767" y="92"/>
                  </a:lnTo>
                  <a:lnTo>
                    <a:pt x="11213" y="92"/>
                  </a:lnTo>
                  <a:lnTo>
                    <a:pt x="11213" y="0"/>
                  </a:lnTo>
                  <a:close/>
                  <a:moveTo>
                    <a:pt x="11663" y="0"/>
                  </a:moveTo>
                  <a:lnTo>
                    <a:pt x="11663" y="92"/>
                  </a:lnTo>
                  <a:lnTo>
                    <a:pt x="12110" y="92"/>
                  </a:lnTo>
                  <a:lnTo>
                    <a:pt x="121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2" name="Google Shape;3032;p49"/>
            <p:cNvSpPr/>
            <p:nvPr/>
          </p:nvSpPr>
          <p:spPr>
            <a:xfrm>
              <a:off x="3619720" y="4000196"/>
              <a:ext cx="33818" cy="33818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" y="0"/>
                  </a:moveTo>
                  <a:lnTo>
                    <a:pt x="1" y="268"/>
                  </a:lnTo>
                  <a:lnTo>
                    <a:pt x="268" y="268"/>
                  </a:lnTo>
                  <a:lnTo>
                    <a:pt x="268" y="176"/>
                  </a:lnTo>
                  <a:lnTo>
                    <a:pt x="86" y="17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3" name="Google Shape;3033;p49"/>
            <p:cNvSpPr/>
            <p:nvPr/>
          </p:nvSpPr>
          <p:spPr>
            <a:xfrm>
              <a:off x="3618962" y="2845578"/>
              <a:ext cx="11609" cy="1086474"/>
            </a:xfrm>
            <a:custGeom>
              <a:avLst/>
              <a:gdLst/>
              <a:ahLst/>
              <a:cxnLst/>
              <a:rect l="l" t="t" r="r" b="b"/>
              <a:pathLst>
                <a:path w="92" h="8610" extrusionOk="0">
                  <a:moveTo>
                    <a:pt x="0" y="1"/>
                  </a:moveTo>
                  <a:lnTo>
                    <a:pt x="0" y="447"/>
                  </a:lnTo>
                  <a:lnTo>
                    <a:pt x="92" y="447"/>
                  </a:lnTo>
                  <a:lnTo>
                    <a:pt x="92" y="1"/>
                  </a:lnTo>
                  <a:close/>
                  <a:moveTo>
                    <a:pt x="0" y="897"/>
                  </a:moveTo>
                  <a:lnTo>
                    <a:pt x="0" y="1344"/>
                  </a:lnTo>
                  <a:lnTo>
                    <a:pt x="92" y="1344"/>
                  </a:lnTo>
                  <a:lnTo>
                    <a:pt x="92" y="897"/>
                  </a:lnTo>
                  <a:close/>
                  <a:moveTo>
                    <a:pt x="0" y="1794"/>
                  </a:moveTo>
                  <a:lnTo>
                    <a:pt x="0" y="2240"/>
                  </a:lnTo>
                  <a:lnTo>
                    <a:pt x="92" y="2240"/>
                  </a:lnTo>
                  <a:lnTo>
                    <a:pt x="92" y="1794"/>
                  </a:lnTo>
                  <a:close/>
                  <a:moveTo>
                    <a:pt x="0" y="2690"/>
                  </a:moveTo>
                  <a:lnTo>
                    <a:pt x="0" y="3137"/>
                  </a:lnTo>
                  <a:lnTo>
                    <a:pt x="92" y="3137"/>
                  </a:lnTo>
                  <a:lnTo>
                    <a:pt x="92" y="2690"/>
                  </a:lnTo>
                  <a:close/>
                  <a:moveTo>
                    <a:pt x="0" y="3586"/>
                  </a:moveTo>
                  <a:lnTo>
                    <a:pt x="0" y="4033"/>
                  </a:lnTo>
                  <a:lnTo>
                    <a:pt x="92" y="4033"/>
                  </a:lnTo>
                  <a:lnTo>
                    <a:pt x="92" y="3586"/>
                  </a:lnTo>
                  <a:close/>
                  <a:moveTo>
                    <a:pt x="0" y="4574"/>
                  </a:moveTo>
                  <a:lnTo>
                    <a:pt x="0" y="5021"/>
                  </a:lnTo>
                  <a:lnTo>
                    <a:pt x="92" y="5021"/>
                  </a:lnTo>
                  <a:lnTo>
                    <a:pt x="92" y="4574"/>
                  </a:lnTo>
                  <a:close/>
                  <a:moveTo>
                    <a:pt x="0" y="5470"/>
                  </a:moveTo>
                  <a:lnTo>
                    <a:pt x="0" y="5917"/>
                  </a:lnTo>
                  <a:lnTo>
                    <a:pt x="92" y="5917"/>
                  </a:lnTo>
                  <a:lnTo>
                    <a:pt x="92" y="5470"/>
                  </a:lnTo>
                  <a:close/>
                  <a:moveTo>
                    <a:pt x="0" y="6370"/>
                  </a:moveTo>
                  <a:lnTo>
                    <a:pt x="0" y="6817"/>
                  </a:lnTo>
                  <a:lnTo>
                    <a:pt x="92" y="6817"/>
                  </a:lnTo>
                  <a:lnTo>
                    <a:pt x="92" y="6370"/>
                  </a:lnTo>
                  <a:close/>
                  <a:moveTo>
                    <a:pt x="0" y="7266"/>
                  </a:moveTo>
                  <a:lnTo>
                    <a:pt x="0" y="7713"/>
                  </a:lnTo>
                  <a:lnTo>
                    <a:pt x="92" y="7713"/>
                  </a:lnTo>
                  <a:lnTo>
                    <a:pt x="92" y="7266"/>
                  </a:lnTo>
                  <a:close/>
                  <a:moveTo>
                    <a:pt x="0" y="8163"/>
                  </a:moveTo>
                  <a:lnTo>
                    <a:pt x="0" y="8609"/>
                  </a:lnTo>
                  <a:lnTo>
                    <a:pt x="92" y="8609"/>
                  </a:lnTo>
                  <a:lnTo>
                    <a:pt x="92" y="8163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4" name="Google Shape;3034;p49"/>
            <p:cNvSpPr/>
            <p:nvPr/>
          </p:nvSpPr>
          <p:spPr>
            <a:xfrm>
              <a:off x="3619720" y="2743240"/>
              <a:ext cx="33818" cy="34575"/>
            </a:xfrm>
            <a:custGeom>
              <a:avLst/>
              <a:gdLst/>
              <a:ahLst/>
              <a:cxnLst/>
              <a:rect l="l" t="t" r="r" b="b"/>
              <a:pathLst>
                <a:path w="268" h="274" extrusionOk="0">
                  <a:moveTo>
                    <a:pt x="1" y="0"/>
                  </a:moveTo>
                  <a:lnTo>
                    <a:pt x="1" y="274"/>
                  </a:lnTo>
                  <a:lnTo>
                    <a:pt x="86" y="274"/>
                  </a:lnTo>
                  <a:lnTo>
                    <a:pt x="86" y="92"/>
                  </a:lnTo>
                  <a:lnTo>
                    <a:pt x="268" y="92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5" name="Google Shape;3035;p49"/>
            <p:cNvSpPr/>
            <p:nvPr/>
          </p:nvSpPr>
          <p:spPr>
            <a:xfrm>
              <a:off x="3709818" y="2743240"/>
              <a:ext cx="1528131" cy="11609"/>
            </a:xfrm>
            <a:custGeom>
              <a:avLst/>
              <a:gdLst/>
              <a:ahLst/>
              <a:cxnLst/>
              <a:rect l="l" t="t" r="r" b="b"/>
              <a:pathLst>
                <a:path w="12110" h="92" extrusionOk="0">
                  <a:moveTo>
                    <a:pt x="1" y="0"/>
                  </a:moveTo>
                  <a:lnTo>
                    <a:pt x="1" y="92"/>
                  </a:lnTo>
                  <a:lnTo>
                    <a:pt x="450" y="92"/>
                  </a:lnTo>
                  <a:lnTo>
                    <a:pt x="450" y="0"/>
                  </a:lnTo>
                  <a:close/>
                  <a:moveTo>
                    <a:pt x="897" y="0"/>
                  </a:moveTo>
                  <a:lnTo>
                    <a:pt x="897" y="92"/>
                  </a:lnTo>
                  <a:lnTo>
                    <a:pt x="1347" y="92"/>
                  </a:lnTo>
                  <a:lnTo>
                    <a:pt x="1347" y="0"/>
                  </a:lnTo>
                  <a:close/>
                  <a:moveTo>
                    <a:pt x="1793" y="0"/>
                  </a:moveTo>
                  <a:lnTo>
                    <a:pt x="1793" y="92"/>
                  </a:lnTo>
                  <a:lnTo>
                    <a:pt x="2243" y="92"/>
                  </a:lnTo>
                  <a:lnTo>
                    <a:pt x="2243" y="0"/>
                  </a:lnTo>
                  <a:close/>
                  <a:moveTo>
                    <a:pt x="2696" y="0"/>
                  </a:moveTo>
                  <a:lnTo>
                    <a:pt x="2696" y="92"/>
                  </a:lnTo>
                  <a:lnTo>
                    <a:pt x="3143" y="92"/>
                  </a:lnTo>
                  <a:lnTo>
                    <a:pt x="3143" y="0"/>
                  </a:lnTo>
                  <a:close/>
                  <a:moveTo>
                    <a:pt x="3592" y="0"/>
                  </a:moveTo>
                  <a:lnTo>
                    <a:pt x="3592" y="92"/>
                  </a:lnTo>
                  <a:lnTo>
                    <a:pt x="4039" y="92"/>
                  </a:lnTo>
                  <a:lnTo>
                    <a:pt x="4039" y="0"/>
                  </a:lnTo>
                  <a:close/>
                  <a:moveTo>
                    <a:pt x="4489" y="0"/>
                  </a:moveTo>
                  <a:lnTo>
                    <a:pt x="4489" y="92"/>
                  </a:lnTo>
                  <a:lnTo>
                    <a:pt x="4935" y="92"/>
                  </a:lnTo>
                  <a:lnTo>
                    <a:pt x="4935" y="0"/>
                  </a:lnTo>
                  <a:close/>
                  <a:moveTo>
                    <a:pt x="5385" y="0"/>
                  </a:moveTo>
                  <a:lnTo>
                    <a:pt x="5385" y="92"/>
                  </a:lnTo>
                  <a:lnTo>
                    <a:pt x="5832" y="92"/>
                  </a:lnTo>
                  <a:lnTo>
                    <a:pt x="5832" y="0"/>
                  </a:lnTo>
                  <a:close/>
                  <a:moveTo>
                    <a:pt x="6282" y="0"/>
                  </a:moveTo>
                  <a:lnTo>
                    <a:pt x="6282" y="92"/>
                  </a:lnTo>
                  <a:lnTo>
                    <a:pt x="6728" y="92"/>
                  </a:lnTo>
                  <a:lnTo>
                    <a:pt x="6728" y="0"/>
                  </a:lnTo>
                  <a:close/>
                  <a:moveTo>
                    <a:pt x="7178" y="0"/>
                  </a:moveTo>
                  <a:lnTo>
                    <a:pt x="7178" y="92"/>
                  </a:lnTo>
                  <a:lnTo>
                    <a:pt x="7625" y="92"/>
                  </a:lnTo>
                  <a:lnTo>
                    <a:pt x="7625" y="0"/>
                  </a:lnTo>
                  <a:close/>
                  <a:moveTo>
                    <a:pt x="8078" y="0"/>
                  </a:moveTo>
                  <a:lnTo>
                    <a:pt x="8078" y="92"/>
                  </a:lnTo>
                  <a:lnTo>
                    <a:pt x="8524" y="92"/>
                  </a:lnTo>
                  <a:lnTo>
                    <a:pt x="8524" y="0"/>
                  </a:lnTo>
                  <a:close/>
                  <a:moveTo>
                    <a:pt x="8974" y="0"/>
                  </a:moveTo>
                  <a:lnTo>
                    <a:pt x="8974" y="92"/>
                  </a:lnTo>
                  <a:lnTo>
                    <a:pt x="9421" y="92"/>
                  </a:lnTo>
                  <a:lnTo>
                    <a:pt x="9421" y="0"/>
                  </a:lnTo>
                  <a:close/>
                  <a:moveTo>
                    <a:pt x="9870" y="0"/>
                  </a:moveTo>
                  <a:lnTo>
                    <a:pt x="9870" y="92"/>
                  </a:lnTo>
                  <a:lnTo>
                    <a:pt x="10317" y="92"/>
                  </a:lnTo>
                  <a:lnTo>
                    <a:pt x="10317" y="0"/>
                  </a:lnTo>
                  <a:close/>
                  <a:moveTo>
                    <a:pt x="10767" y="0"/>
                  </a:moveTo>
                  <a:lnTo>
                    <a:pt x="10767" y="92"/>
                  </a:lnTo>
                  <a:lnTo>
                    <a:pt x="11213" y="92"/>
                  </a:lnTo>
                  <a:lnTo>
                    <a:pt x="11213" y="0"/>
                  </a:lnTo>
                  <a:close/>
                  <a:moveTo>
                    <a:pt x="11663" y="0"/>
                  </a:moveTo>
                  <a:lnTo>
                    <a:pt x="11663" y="92"/>
                  </a:lnTo>
                  <a:lnTo>
                    <a:pt x="12110" y="92"/>
                  </a:lnTo>
                  <a:lnTo>
                    <a:pt x="121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6" name="Google Shape;3036;p49"/>
            <p:cNvSpPr/>
            <p:nvPr/>
          </p:nvSpPr>
          <p:spPr>
            <a:xfrm>
              <a:off x="5294611" y="2743240"/>
              <a:ext cx="34197" cy="34575"/>
            </a:xfrm>
            <a:custGeom>
              <a:avLst/>
              <a:gdLst/>
              <a:ahLst/>
              <a:cxnLst/>
              <a:rect l="l" t="t" r="r" b="b"/>
              <a:pathLst>
                <a:path w="271" h="274" extrusionOk="0">
                  <a:moveTo>
                    <a:pt x="0" y="0"/>
                  </a:moveTo>
                  <a:lnTo>
                    <a:pt x="0" y="92"/>
                  </a:lnTo>
                  <a:lnTo>
                    <a:pt x="180" y="92"/>
                  </a:lnTo>
                  <a:lnTo>
                    <a:pt x="180" y="274"/>
                  </a:lnTo>
                  <a:lnTo>
                    <a:pt x="271" y="274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7" name="Google Shape;3037;p49"/>
            <p:cNvSpPr/>
            <p:nvPr/>
          </p:nvSpPr>
          <p:spPr>
            <a:xfrm>
              <a:off x="5317199" y="2845578"/>
              <a:ext cx="11609" cy="1086474"/>
            </a:xfrm>
            <a:custGeom>
              <a:avLst/>
              <a:gdLst/>
              <a:ahLst/>
              <a:cxnLst/>
              <a:rect l="l" t="t" r="r" b="b"/>
              <a:pathLst>
                <a:path w="92" h="8610" extrusionOk="0">
                  <a:moveTo>
                    <a:pt x="1" y="1"/>
                  </a:moveTo>
                  <a:lnTo>
                    <a:pt x="1" y="447"/>
                  </a:lnTo>
                  <a:lnTo>
                    <a:pt x="92" y="447"/>
                  </a:lnTo>
                  <a:lnTo>
                    <a:pt x="92" y="1"/>
                  </a:lnTo>
                  <a:close/>
                  <a:moveTo>
                    <a:pt x="1" y="897"/>
                  </a:moveTo>
                  <a:lnTo>
                    <a:pt x="1" y="1344"/>
                  </a:lnTo>
                  <a:lnTo>
                    <a:pt x="92" y="1344"/>
                  </a:lnTo>
                  <a:lnTo>
                    <a:pt x="92" y="897"/>
                  </a:lnTo>
                  <a:close/>
                  <a:moveTo>
                    <a:pt x="1" y="1794"/>
                  </a:moveTo>
                  <a:lnTo>
                    <a:pt x="1" y="2240"/>
                  </a:lnTo>
                  <a:lnTo>
                    <a:pt x="92" y="2240"/>
                  </a:lnTo>
                  <a:lnTo>
                    <a:pt x="92" y="1794"/>
                  </a:lnTo>
                  <a:close/>
                  <a:moveTo>
                    <a:pt x="1" y="2690"/>
                  </a:moveTo>
                  <a:lnTo>
                    <a:pt x="1" y="3137"/>
                  </a:lnTo>
                  <a:lnTo>
                    <a:pt x="92" y="3137"/>
                  </a:lnTo>
                  <a:lnTo>
                    <a:pt x="92" y="2690"/>
                  </a:lnTo>
                  <a:close/>
                  <a:moveTo>
                    <a:pt x="1" y="3586"/>
                  </a:moveTo>
                  <a:lnTo>
                    <a:pt x="1" y="4033"/>
                  </a:lnTo>
                  <a:lnTo>
                    <a:pt x="92" y="4033"/>
                  </a:lnTo>
                  <a:lnTo>
                    <a:pt x="92" y="3586"/>
                  </a:lnTo>
                  <a:close/>
                  <a:moveTo>
                    <a:pt x="1" y="4574"/>
                  </a:moveTo>
                  <a:lnTo>
                    <a:pt x="1" y="5021"/>
                  </a:lnTo>
                  <a:lnTo>
                    <a:pt x="92" y="5021"/>
                  </a:lnTo>
                  <a:lnTo>
                    <a:pt x="92" y="4574"/>
                  </a:lnTo>
                  <a:close/>
                  <a:moveTo>
                    <a:pt x="1" y="5470"/>
                  </a:moveTo>
                  <a:lnTo>
                    <a:pt x="1" y="5917"/>
                  </a:lnTo>
                  <a:lnTo>
                    <a:pt x="92" y="5917"/>
                  </a:lnTo>
                  <a:lnTo>
                    <a:pt x="92" y="5470"/>
                  </a:lnTo>
                  <a:close/>
                  <a:moveTo>
                    <a:pt x="1" y="6370"/>
                  </a:moveTo>
                  <a:lnTo>
                    <a:pt x="1" y="6817"/>
                  </a:lnTo>
                  <a:lnTo>
                    <a:pt x="92" y="6817"/>
                  </a:lnTo>
                  <a:lnTo>
                    <a:pt x="92" y="6370"/>
                  </a:lnTo>
                  <a:close/>
                  <a:moveTo>
                    <a:pt x="1" y="7266"/>
                  </a:moveTo>
                  <a:lnTo>
                    <a:pt x="1" y="7713"/>
                  </a:lnTo>
                  <a:lnTo>
                    <a:pt x="92" y="7713"/>
                  </a:lnTo>
                  <a:lnTo>
                    <a:pt x="92" y="7266"/>
                  </a:lnTo>
                  <a:close/>
                  <a:moveTo>
                    <a:pt x="1" y="8163"/>
                  </a:moveTo>
                  <a:lnTo>
                    <a:pt x="1" y="8609"/>
                  </a:lnTo>
                  <a:lnTo>
                    <a:pt x="92" y="8609"/>
                  </a:lnTo>
                  <a:lnTo>
                    <a:pt x="92" y="81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038" name="Google Shape;3038;p49"/>
            <p:cNvGrpSpPr/>
            <p:nvPr/>
          </p:nvGrpSpPr>
          <p:grpSpPr>
            <a:xfrm>
              <a:off x="3596690" y="988963"/>
              <a:ext cx="1737602" cy="1143133"/>
              <a:chOff x="4399725" y="1546875"/>
              <a:chExt cx="344250" cy="226475"/>
            </a:xfrm>
          </p:grpSpPr>
          <p:sp>
            <p:nvSpPr>
              <p:cNvPr id="3039" name="Google Shape;3039;p49"/>
              <p:cNvSpPr/>
              <p:nvPr/>
            </p:nvSpPr>
            <p:spPr>
              <a:xfrm>
                <a:off x="4399725" y="1546875"/>
                <a:ext cx="343150" cy="226475"/>
              </a:xfrm>
              <a:custGeom>
                <a:avLst/>
                <a:gdLst/>
                <a:ahLst/>
                <a:cxnLst/>
                <a:rect l="l" t="t" r="r" b="b"/>
                <a:pathLst>
                  <a:path w="13726" h="9059" extrusionOk="0">
                    <a:moveTo>
                      <a:pt x="0" y="0"/>
                    </a:moveTo>
                    <a:lnTo>
                      <a:pt x="0" y="9059"/>
                    </a:lnTo>
                    <a:lnTo>
                      <a:pt x="13726" y="9059"/>
                    </a:lnTo>
                    <a:lnTo>
                      <a:pt x="137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40" name="Google Shape;3040;p49"/>
              <p:cNvSpPr/>
              <p:nvPr/>
            </p:nvSpPr>
            <p:spPr>
              <a:xfrm>
                <a:off x="4427000" y="1574325"/>
                <a:ext cx="586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2154" extrusionOk="0">
                    <a:moveTo>
                      <a:pt x="1175" y="0"/>
                    </a:moveTo>
                    <a:cubicBezTo>
                      <a:pt x="1105" y="0"/>
                      <a:pt x="1034" y="6"/>
                      <a:pt x="963" y="19"/>
                    </a:cubicBezTo>
                    <a:cubicBezTo>
                      <a:pt x="532" y="107"/>
                      <a:pt x="205" y="437"/>
                      <a:pt x="117" y="862"/>
                    </a:cubicBezTo>
                    <a:cubicBezTo>
                      <a:pt x="1" y="1444"/>
                      <a:pt x="378" y="2013"/>
                      <a:pt x="960" y="2133"/>
                    </a:cubicBezTo>
                    <a:cubicBezTo>
                      <a:pt x="1031" y="2147"/>
                      <a:pt x="1102" y="2154"/>
                      <a:pt x="1172" y="2154"/>
                    </a:cubicBezTo>
                    <a:cubicBezTo>
                      <a:pt x="1674" y="2154"/>
                      <a:pt x="2125" y="1800"/>
                      <a:pt x="2227" y="1290"/>
                    </a:cubicBezTo>
                    <a:cubicBezTo>
                      <a:pt x="2347" y="708"/>
                      <a:pt x="1970" y="139"/>
                      <a:pt x="1388" y="19"/>
                    </a:cubicBezTo>
                    <a:cubicBezTo>
                      <a:pt x="1317" y="6"/>
                      <a:pt x="1246" y="0"/>
                      <a:pt x="11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41" name="Google Shape;3041;p49"/>
              <p:cNvSpPr/>
              <p:nvPr/>
            </p:nvSpPr>
            <p:spPr>
              <a:xfrm>
                <a:off x="4513725" y="1602075"/>
                <a:ext cx="230250" cy="121975"/>
              </a:xfrm>
              <a:custGeom>
                <a:avLst/>
                <a:gdLst/>
                <a:ahLst/>
                <a:cxnLst/>
                <a:rect l="l" t="t" r="r" b="b"/>
                <a:pathLst>
                  <a:path w="9210" h="4879" extrusionOk="0">
                    <a:moveTo>
                      <a:pt x="4605" y="0"/>
                    </a:moveTo>
                    <a:lnTo>
                      <a:pt x="1" y="4879"/>
                    </a:lnTo>
                    <a:lnTo>
                      <a:pt x="9210" y="4879"/>
                    </a:lnTo>
                    <a:lnTo>
                      <a:pt x="46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42" name="Google Shape;3042;p49"/>
              <p:cNvSpPr/>
              <p:nvPr/>
            </p:nvSpPr>
            <p:spPr>
              <a:xfrm>
                <a:off x="4400500" y="1644600"/>
                <a:ext cx="204075" cy="79450"/>
              </a:xfrm>
              <a:custGeom>
                <a:avLst/>
                <a:gdLst/>
                <a:ahLst/>
                <a:cxnLst/>
                <a:rect l="l" t="t" r="r" b="b"/>
                <a:pathLst>
                  <a:path w="8163" h="3178" extrusionOk="0">
                    <a:moveTo>
                      <a:pt x="4083" y="1"/>
                    </a:moveTo>
                    <a:lnTo>
                      <a:pt x="1" y="3178"/>
                    </a:lnTo>
                    <a:lnTo>
                      <a:pt x="8163" y="3178"/>
                    </a:lnTo>
                    <a:lnTo>
                      <a:pt x="40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43" name="Google Shape;3043;p49"/>
              <p:cNvSpPr/>
              <p:nvPr/>
            </p:nvSpPr>
            <p:spPr>
              <a:xfrm>
                <a:off x="4399725" y="1724025"/>
                <a:ext cx="343150" cy="49325"/>
              </a:xfrm>
              <a:custGeom>
                <a:avLst/>
                <a:gdLst/>
                <a:ahLst/>
                <a:cxnLst/>
                <a:rect l="l" t="t" r="r" b="b"/>
                <a:pathLst>
                  <a:path w="13726" h="1973" extrusionOk="0">
                    <a:moveTo>
                      <a:pt x="0" y="1"/>
                    </a:moveTo>
                    <a:lnTo>
                      <a:pt x="0" y="1973"/>
                    </a:lnTo>
                    <a:lnTo>
                      <a:pt x="13726" y="1973"/>
                    </a:lnTo>
                    <a:lnTo>
                      <a:pt x="137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044" name="Google Shape;3044;p49"/>
            <p:cNvSpPr/>
            <p:nvPr/>
          </p:nvSpPr>
          <p:spPr>
            <a:xfrm>
              <a:off x="1774222" y="2754723"/>
              <a:ext cx="1698358" cy="1279289"/>
            </a:xfrm>
            <a:custGeom>
              <a:avLst/>
              <a:gdLst/>
              <a:ahLst/>
              <a:cxnLst/>
              <a:rect l="l" t="t" r="r" b="b"/>
              <a:pathLst>
                <a:path w="13459" h="10138" extrusionOk="0">
                  <a:moveTo>
                    <a:pt x="13368" y="1"/>
                  </a:moveTo>
                  <a:lnTo>
                    <a:pt x="13368" y="10046"/>
                  </a:lnTo>
                  <a:lnTo>
                    <a:pt x="0" y="10046"/>
                  </a:lnTo>
                  <a:lnTo>
                    <a:pt x="0" y="10109"/>
                  </a:lnTo>
                  <a:lnTo>
                    <a:pt x="0" y="10138"/>
                  </a:lnTo>
                  <a:lnTo>
                    <a:pt x="13459" y="10138"/>
                  </a:lnTo>
                  <a:lnTo>
                    <a:pt x="1345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5" name="Google Shape;3045;p49"/>
            <p:cNvSpPr/>
            <p:nvPr/>
          </p:nvSpPr>
          <p:spPr>
            <a:xfrm>
              <a:off x="1775736" y="2761032"/>
              <a:ext cx="1688894" cy="1263515"/>
            </a:xfrm>
            <a:custGeom>
              <a:avLst/>
              <a:gdLst/>
              <a:ahLst/>
              <a:cxnLst/>
              <a:rect l="l" t="t" r="r" b="b"/>
              <a:pathLst>
                <a:path w="13384" h="10013" extrusionOk="0">
                  <a:moveTo>
                    <a:pt x="1" y="1"/>
                  </a:moveTo>
                  <a:lnTo>
                    <a:pt x="1" y="1"/>
                  </a:lnTo>
                  <a:cubicBezTo>
                    <a:pt x="1102" y="860"/>
                    <a:pt x="2209" y="1709"/>
                    <a:pt x="3319" y="2555"/>
                  </a:cubicBezTo>
                  <a:lnTo>
                    <a:pt x="6656" y="5065"/>
                  </a:lnTo>
                  <a:lnTo>
                    <a:pt x="10009" y="7556"/>
                  </a:lnTo>
                  <a:lnTo>
                    <a:pt x="11692" y="8789"/>
                  </a:lnTo>
                  <a:lnTo>
                    <a:pt x="13384" y="10012"/>
                  </a:lnTo>
                  <a:lnTo>
                    <a:pt x="11726" y="8726"/>
                  </a:lnTo>
                  <a:lnTo>
                    <a:pt x="10066" y="7458"/>
                  </a:lnTo>
                  <a:lnTo>
                    <a:pt x="6725" y="4948"/>
                  </a:lnTo>
                  <a:lnTo>
                    <a:pt x="3373" y="2460"/>
                  </a:lnTo>
                  <a:cubicBezTo>
                    <a:pt x="2253" y="1633"/>
                    <a:pt x="1127" y="809"/>
                    <a:pt x="1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6" name="Google Shape;3046;p49"/>
            <p:cNvSpPr/>
            <p:nvPr/>
          </p:nvSpPr>
          <p:spPr>
            <a:xfrm>
              <a:off x="1774222" y="977495"/>
              <a:ext cx="792331" cy="181458"/>
            </a:xfrm>
            <a:custGeom>
              <a:avLst/>
              <a:gdLst/>
              <a:ahLst/>
              <a:cxnLst/>
              <a:rect l="l" t="t" r="r" b="b"/>
              <a:pathLst>
                <a:path w="6279" h="1438" extrusionOk="0">
                  <a:moveTo>
                    <a:pt x="0" y="0"/>
                  </a:moveTo>
                  <a:lnTo>
                    <a:pt x="0" y="1438"/>
                  </a:lnTo>
                  <a:lnTo>
                    <a:pt x="6278" y="1438"/>
                  </a:lnTo>
                  <a:lnTo>
                    <a:pt x="62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7" name="Google Shape;3047;p49"/>
            <p:cNvSpPr/>
            <p:nvPr/>
          </p:nvSpPr>
          <p:spPr>
            <a:xfrm>
              <a:off x="1763118" y="1283121"/>
              <a:ext cx="1641195" cy="68394"/>
            </a:xfrm>
            <a:custGeom>
              <a:avLst/>
              <a:gdLst/>
              <a:ahLst/>
              <a:cxnLst/>
              <a:rect l="l" t="t" r="r" b="b"/>
              <a:pathLst>
                <a:path w="13006" h="542" extrusionOk="0">
                  <a:moveTo>
                    <a:pt x="0" y="0"/>
                  </a:moveTo>
                  <a:lnTo>
                    <a:pt x="0" y="541"/>
                  </a:lnTo>
                  <a:lnTo>
                    <a:pt x="13006" y="541"/>
                  </a:lnTo>
                  <a:lnTo>
                    <a:pt x="130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8" name="Google Shape;3048;p49"/>
            <p:cNvSpPr/>
            <p:nvPr/>
          </p:nvSpPr>
          <p:spPr>
            <a:xfrm>
              <a:off x="1763118" y="1430761"/>
              <a:ext cx="1641195" cy="67889"/>
            </a:xfrm>
            <a:custGeom>
              <a:avLst/>
              <a:gdLst/>
              <a:ahLst/>
              <a:cxnLst/>
              <a:rect l="l" t="t" r="r" b="b"/>
              <a:pathLst>
                <a:path w="13006" h="538" extrusionOk="0">
                  <a:moveTo>
                    <a:pt x="0" y="0"/>
                  </a:moveTo>
                  <a:lnTo>
                    <a:pt x="0" y="538"/>
                  </a:lnTo>
                  <a:lnTo>
                    <a:pt x="13006" y="538"/>
                  </a:lnTo>
                  <a:lnTo>
                    <a:pt x="130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9" name="Google Shape;3049;p49"/>
            <p:cNvSpPr/>
            <p:nvPr/>
          </p:nvSpPr>
          <p:spPr>
            <a:xfrm>
              <a:off x="1763118" y="1577517"/>
              <a:ext cx="1641195" cy="68015"/>
            </a:xfrm>
            <a:custGeom>
              <a:avLst/>
              <a:gdLst/>
              <a:ahLst/>
              <a:cxnLst/>
              <a:rect l="l" t="t" r="r" b="b"/>
              <a:pathLst>
                <a:path w="13006" h="539" extrusionOk="0">
                  <a:moveTo>
                    <a:pt x="0" y="1"/>
                  </a:moveTo>
                  <a:lnTo>
                    <a:pt x="0" y="539"/>
                  </a:lnTo>
                  <a:lnTo>
                    <a:pt x="13006" y="539"/>
                  </a:lnTo>
                  <a:lnTo>
                    <a:pt x="130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0" name="Google Shape;3050;p49"/>
            <p:cNvSpPr/>
            <p:nvPr/>
          </p:nvSpPr>
          <p:spPr>
            <a:xfrm>
              <a:off x="1763118" y="1724778"/>
              <a:ext cx="1641195" cy="68015"/>
            </a:xfrm>
            <a:custGeom>
              <a:avLst/>
              <a:gdLst/>
              <a:ahLst/>
              <a:cxnLst/>
              <a:rect l="l" t="t" r="r" b="b"/>
              <a:pathLst>
                <a:path w="13006" h="539" extrusionOk="0">
                  <a:moveTo>
                    <a:pt x="0" y="1"/>
                  </a:moveTo>
                  <a:lnTo>
                    <a:pt x="0" y="539"/>
                  </a:lnTo>
                  <a:lnTo>
                    <a:pt x="13006" y="539"/>
                  </a:lnTo>
                  <a:lnTo>
                    <a:pt x="130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1" name="Google Shape;3051;p49"/>
            <p:cNvSpPr/>
            <p:nvPr/>
          </p:nvSpPr>
          <p:spPr>
            <a:xfrm>
              <a:off x="1763118" y="1917341"/>
              <a:ext cx="1641195" cy="67889"/>
            </a:xfrm>
            <a:custGeom>
              <a:avLst/>
              <a:gdLst/>
              <a:ahLst/>
              <a:cxnLst/>
              <a:rect l="l" t="t" r="r" b="b"/>
              <a:pathLst>
                <a:path w="13006" h="538" extrusionOk="0">
                  <a:moveTo>
                    <a:pt x="0" y="0"/>
                  </a:moveTo>
                  <a:lnTo>
                    <a:pt x="0" y="538"/>
                  </a:lnTo>
                  <a:lnTo>
                    <a:pt x="13006" y="538"/>
                  </a:lnTo>
                  <a:lnTo>
                    <a:pt x="130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2" name="Google Shape;3052;p49"/>
            <p:cNvSpPr/>
            <p:nvPr/>
          </p:nvSpPr>
          <p:spPr>
            <a:xfrm>
              <a:off x="1763118" y="2064097"/>
              <a:ext cx="1641195" cy="68015"/>
            </a:xfrm>
            <a:custGeom>
              <a:avLst/>
              <a:gdLst/>
              <a:ahLst/>
              <a:cxnLst/>
              <a:rect l="l" t="t" r="r" b="b"/>
              <a:pathLst>
                <a:path w="13006" h="539" extrusionOk="0">
                  <a:moveTo>
                    <a:pt x="0" y="1"/>
                  </a:moveTo>
                  <a:lnTo>
                    <a:pt x="0" y="539"/>
                  </a:lnTo>
                  <a:lnTo>
                    <a:pt x="13006" y="539"/>
                  </a:lnTo>
                  <a:lnTo>
                    <a:pt x="130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3" name="Google Shape;3053;p49"/>
            <p:cNvSpPr/>
            <p:nvPr/>
          </p:nvSpPr>
          <p:spPr>
            <a:xfrm>
              <a:off x="1763118" y="2211358"/>
              <a:ext cx="3565680" cy="68015"/>
            </a:xfrm>
            <a:custGeom>
              <a:avLst/>
              <a:gdLst/>
              <a:ahLst/>
              <a:cxnLst/>
              <a:rect l="l" t="t" r="r" b="b"/>
              <a:pathLst>
                <a:path w="28257" h="539" extrusionOk="0">
                  <a:moveTo>
                    <a:pt x="0" y="1"/>
                  </a:moveTo>
                  <a:lnTo>
                    <a:pt x="0" y="539"/>
                  </a:lnTo>
                  <a:lnTo>
                    <a:pt x="28257" y="539"/>
                  </a:lnTo>
                  <a:lnTo>
                    <a:pt x="28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4" name="Google Shape;3054;p49"/>
            <p:cNvSpPr/>
            <p:nvPr/>
          </p:nvSpPr>
          <p:spPr>
            <a:xfrm>
              <a:off x="1763118" y="2358241"/>
              <a:ext cx="3565680" cy="68015"/>
            </a:xfrm>
            <a:custGeom>
              <a:avLst/>
              <a:gdLst/>
              <a:ahLst/>
              <a:cxnLst/>
              <a:rect l="l" t="t" r="r" b="b"/>
              <a:pathLst>
                <a:path w="28257" h="539" extrusionOk="0">
                  <a:moveTo>
                    <a:pt x="0" y="0"/>
                  </a:moveTo>
                  <a:lnTo>
                    <a:pt x="0" y="538"/>
                  </a:lnTo>
                  <a:lnTo>
                    <a:pt x="28257" y="538"/>
                  </a:lnTo>
                  <a:lnTo>
                    <a:pt x="282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5" name="Google Shape;3055;p49"/>
            <p:cNvSpPr/>
            <p:nvPr/>
          </p:nvSpPr>
          <p:spPr>
            <a:xfrm>
              <a:off x="1763118" y="2505502"/>
              <a:ext cx="3565680" cy="68394"/>
            </a:xfrm>
            <a:custGeom>
              <a:avLst/>
              <a:gdLst/>
              <a:ahLst/>
              <a:cxnLst/>
              <a:rect l="l" t="t" r="r" b="b"/>
              <a:pathLst>
                <a:path w="28257" h="542" extrusionOk="0">
                  <a:moveTo>
                    <a:pt x="0" y="0"/>
                  </a:moveTo>
                  <a:lnTo>
                    <a:pt x="0" y="541"/>
                  </a:lnTo>
                  <a:lnTo>
                    <a:pt x="28257" y="541"/>
                  </a:lnTo>
                  <a:lnTo>
                    <a:pt x="282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6" name="Google Shape;3056;p49"/>
            <p:cNvSpPr/>
            <p:nvPr/>
          </p:nvSpPr>
          <p:spPr>
            <a:xfrm>
              <a:off x="1520585" y="1775380"/>
              <a:ext cx="1137202" cy="1122185"/>
            </a:xfrm>
            <a:custGeom>
              <a:avLst/>
              <a:gdLst/>
              <a:ahLst/>
              <a:cxnLst/>
              <a:rect l="l" t="t" r="r" b="b"/>
              <a:pathLst>
                <a:path w="9012" h="8893" extrusionOk="0">
                  <a:moveTo>
                    <a:pt x="4787" y="1"/>
                  </a:moveTo>
                  <a:cubicBezTo>
                    <a:pt x="3032" y="1"/>
                    <a:pt x="1173" y="971"/>
                    <a:pt x="645" y="2276"/>
                  </a:cubicBezTo>
                  <a:cubicBezTo>
                    <a:pt x="1" y="3871"/>
                    <a:pt x="1617" y="7381"/>
                    <a:pt x="2064" y="8038"/>
                  </a:cubicBezTo>
                  <a:cubicBezTo>
                    <a:pt x="2392" y="8516"/>
                    <a:pt x="2526" y="8893"/>
                    <a:pt x="2733" y="8893"/>
                  </a:cubicBezTo>
                  <a:cubicBezTo>
                    <a:pt x="2810" y="8893"/>
                    <a:pt x="2897" y="8841"/>
                    <a:pt x="3007" y="8724"/>
                  </a:cubicBezTo>
                  <a:cubicBezTo>
                    <a:pt x="3951" y="7733"/>
                    <a:pt x="5514" y="8752"/>
                    <a:pt x="7263" y="7356"/>
                  </a:cubicBezTo>
                  <a:cubicBezTo>
                    <a:pt x="9012" y="5962"/>
                    <a:pt x="8037" y="729"/>
                    <a:pt x="5898" y="144"/>
                  </a:cubicBezTo>
                  <a:cubicBezTo>
                    <a:pt x="5542" y="46"/>
                    <a:pt x="5167" y="1"/>
                    <a:pt x="4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7" name="Google Shape;3057;p49"/>
            <p:cNvSpPr/>
            <p:nvPr/>
          </p:nvSpPr>
          <p:spPr>
            <a:xfrm>
              <a:off x="1914038" y="2100818"/>
              <a:ext cx="673463" cy="725452"/>
            </a:xfrm>
            <a:custGeom>
              <a:avLst/>
              <a:gdLst/>
              <a:ahLst/>
              <a:cxnLst/>
              <a:rect l="l" t="t" r="r" b="b"/>
              <a:pathLst>
                <a:path w="5337" h="5749" extrusionOk="0">
                  <a:moveTo>
                    <a:pt x="4521" y="0"/>
                  </a:moveTo>
                  <a:cubicBezTo>
                    <a:pt x="4513" y="0"/>
                    <a:pt x="4505" y="9"/>
                    <a:pt x="4510" y="18"/>
                  </a:cubicBezTo>
                  <a:cubicBezTo>
                    <a:pt x="4824" y="685"/>
                    <a:pt x="5016" y="1402"/>
                    <a:pt x="5079" y="2135"/>
                  </a:cubicBezTo>
                  <a:cubicBezTo>
                    <a:pt x="5132" y="2717"/>
                    <a:pt x="5123" y="3339"/>
                    <a:pt x="4950" y="3896"/>
                  </a:cubicBezTo>
                  <a:cubicBezTo>
                    <a:pt x="4758" y="4516"/>
                    <a:pt x="4299" y="4915"/>
                    <a:pt x="3720" y="5170"/>
                  </a:cubicBezTo>
                  <a:cubicBezTo>
                    <a:pt x="2553" y="5686"/>
                    <a:pt x="1251" y="5500"/>
                    <a:pt x="25" y="5714"/>
                  </a:cubicBezTo>
                  <a:cubicBezTo>
                    <a:pt x="1" y="5717"/>
                    <a:pt x="8" y="5749"/>
                    <a:pt x="28" y="5749"/>
                  </a:cubicBezTo>
                  <a:cubicBezTo>
                    <a:pt x="29" y="5749"/>
                    <a:pt x="30" y="5749"/>
                    <a:pt x="31" y="5749"/>
                  </a:cubicBezTo>
                  <a:cubicBezTo>
                    <a:pt x="827" y="5651"/>
                    <a:pt x="1629" y="5664"/>
                    <a:pt x="2421" y="5569"/>
                  </a:cubicBezTo>
                  <a:cubicBezTo>
                    <a:pt x="3025" y="5494"/>
                    <a:pt x="3638" y="5349"/>
                    <a:pt x="4157" y="5022"/>
                  </a:cubicBezTo>
                  <a:cubicBezTo>
                    <a:pt x="4632" y="4730"/>
                    <a:pt x="4963" y="4252"/>
                    <a:pt x="5070" y="3704"/>
                  </a:cubicBezTo>
                  <a:cubicBezTo>
                    <a:pt x="5337" y="2475"/>
                    <a:pt x="5076" y="1122"/>
                    <a:pt x="4529" y="6"/>
                  </a:cubicBezTo>
                  <a:cubicBezTo>
                    <a:pt x="4527" y="2"/>
                    <a:pt x="4524" y="0"/>
                    <a:pt x="4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8" name="Google Shape;3058;p49"/>
            <p:cNvSpPr/>
            <p:nvPr/>
          </p:nvSpPr>
          <p:spPr>
            <a:xfrm>
              <a:off x="1978773" y="3035364"/>
              <a:ext cx="1723343" cy="1327871"/>
            </a:xfrm>
            <a:custGeom>
              <a:avLst/>
              <a:gdLst/>
              <a:ahLst/>
              <a:cxnLst/>
              <a:rect l="l" t="t" r="r" b="b"/>
              <a:pathLst>
                <a:path w="13657" h="10523" extrusionOk="0">
                  <a:moveTo>
                    <a:pt x="857" y="1"/>
                  </a:moveTo>
                  <a:cubicBezTo>
                    <a:pt x="175" y="1"/>
                    <a:pt x="0" y="607"/>
                    <a:pt x="955" y="2086"/>
                  </a:cubicBezTo>
                  <a:cubicBezTo>
                    <a:pt x="3245" y="5634"/>
                    <a:pt x="7544" y="10523"/>
                    <a:pt x="9538" y="10523"/>
                  </a:cubicBezTo>
                  <a:cubicBezTo>
                    <a:pt x="9671" y="10523"/>
                    <a:pt x="9795" y="10501"/>
                    <a:pt x="9907" y="10455"/>
                  </a:cubicBezTo>
                  <a:cubicBezTo>
                    <a:pt x="11401" y="9848"/>
                    <a:pt x="13335" y="4643"/>
                    <a:pt x="13568" y="3042"/>
                  </a:cubicBezTo>
                  <a:cubicBezTo>
                    <a:pt x="13657" y="2418"/>
                    <a:pt x="10063" y="631"/>
                    <a:pt x="8970" y="631"/>
                  </a:cubicBezTo>
                  <a:cubicBezTo>
                    <a:pt x="8790" y="631"/>
                    <a:pt x="8678" y="679"/>
                    <a:pt x="8661" y="790"/>
                  </a:cubicBezTo>
                  <a:cubicBezTo>
                    <a:pt x="8540" y="1606"/>
                    <a:pt x="8252" y="4448"/>
                    <a:pt x="8136" y="4448"/>
                  </a:cubicBezTo>
                  <a:cubicBezTo>
                    <a:pt x="8135" y="4448"/>
                    <a:pt x="8134" y="4448"/>
                    <a:pt x="8133" y="4448"/>
                  </a:cubicBezTo>
                  <a:cubicBezTo>
                    <a:pt x="7784" y="4284"/>
                    <a:pt x="6120" y="2969"/>
                    <a:pt x="2811" y="793"/>
                  </a:cubicBezTo>
                  <a:cubicBezTo>
                    <a:pt x="2053" y="295"/>
                    <a:pt x="1332" y="1"/>
                    <a:pt x="857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9" name="Google Shape;3059;p49"/>
            <p:cNvSpPr/>
            <p:nvPr/>
          </p:nvSpPr>
          <p:spPr>
            <a:xfrm>
              <a:off x="2968464" y="3588193"/>
              <a:ext cx="73567" cy="304364"/>
            </a:xfrm>
            <a:custGeom>
              <a:avLst/>
              <a:gdLst/>
              <a:ahLst/>
              <a:cxnLst/>
              <a:rect l="l" t="t" r="r" b="b"/>
              <a:pathLst>
                <a:path w="583" h="2412" extrusionOk="0">
                  <a:moveTo>
                    <a:pt x="324" y="1"/>
                  </a:moveTo>
                  <a:cubicBezTo>
                    <a:pt x="321" y="1"/>
                    <a:pt x="318" y="4"/>
                    <a:pt x="318" y="10"/>
                  </a:cubicBezTo>
                  <a:cubicBezTo>
                    <a:pt x="0" y="944"/>
                    <a:pt x="384" y="2023"/>
                    <a:pt x="566" y="2407"/>
                  </a:cubicBezTo>
                  <a:cubicBezTo>
                    <a:pt x="567" y="2410"/>
                    <a:pt x="570" y="2411"/>
                    <a:pt x="572" y="2411"/>
                  </a:cubicBezTo>
                  <a:cubicBezTo>
                    <a:pt x="577" y="2411"/>
                    <a:pt x="582" y="2405"/>
                    <a:pt x="576" y="2394"/>
                  </a:cubicBezTo>
                  <a:cubicBezTo>
                    <a:pt x="437" y="2010"/>
                    <a:pt x="192" y="799"/>
                    <a:pt x="334" y="10"/>
                  </a:cubicBezTo>
                  <a:cubicBezTo>
                    <a:pt x="334" y="4"/>
                    <a:pt x="331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0" name="Google Shape;3060;p49"/>
            <p:cNvSpPr/>
            <p:nvPr/>
          </p:nvSpPr>
          <p:spPr>
            <a:xfrm>
              <a:off x="2671923" y="2654151"/>
              <a:ext cx="1191589" cy="789177"/>
            </a:xfrm>
            <a:custGeom>
              <a:avLst/>
              <a:gdLst/>
              <a:ahLst/>
              <a:cxnLst/>
              <a:rect l="l" t="t" r="r" b="b"/>
              <a:pathLst>
                <a:path w="9443" h="6254" extrusionOk="0">
                  <a:moveTo>
                    <a:pt x="4664" y="0"/>
                  </a:moveTo>
                  <a:cubicBezTo>
                    <a:pt x="4156" y="0"/>
                    <a:pt x="3781" y="106"/>
                    <a:pt x="3674" y="357"/>
                  </a:cubicBezTo>
                  <a:cubicBezTo>
                    <a:pt x="3542" y="665"/>
                    <a:pt x="3517" y="1194"/>
                    <a:pt x="3552" y="1807"/>
                  </a:cubicBezTo>
                  <a:cubicBezTo>
                    <a:pt x="2826" y="1456"/>
                    <a:pt x="1698" y="972"/>
                    <a:pt x="954" y="972"/>
                  </a:cubicBezTo>
                  <a:cubicBezTo>
                    <a:pt x="653" y="972"/>
                    <a:pt x="416" y="1051"/>
                    <a:pt x="293" y="1250"/>
                  </a:cubicBezTo>
                  <a:cubicBezTo>
                    <a:pt x="1" y="1725"/>
                    <a:pt x="1347" y="2483"/>
                    <a:pt x="2206" y="3062"/>
                  </a:cubicBezTo>
                  <a:cubicBezTo>
                    <a:pt x="3234" y="3748"/>
                    <a:pt x="3693" y="5022"/>
                    <a:pt x="3961" y="5361"/>
                  </a:cubicBezTo>
                  <a:cubicBezTo>
                    <a:pt x="4252" y="5735"/>
                    <a:pt x="6279" y="6254"/>
                    <a:pt x="7382" y="6254"/>
                  </a:cubicBezTo>
                  <a:cubicBezTo>
                    <a:pt x="7744" y="6254"/>
                    <a:pt x="8006" y="6198"/>
                    <a:pt x="8075" y="6063"/>
                  </a:cubicBezTo>
                  <a:cubicBezTo>
                    <a:pt x="8348" y="5515"/>
                    <a:pt x="9443" y="2807"/>
                    <a:pt x="9153" y="1766"/>
                  </a:cubicBezTo>
                  <a:cubicBezTo>
                    <a:pt x="8929" y="959"/>
                    <a:pt x="6194" y="0"/>
                    <a:pt x="4664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1" name="Google Shape;3061;p49"/>
            <p:cNvSpPr/>
            <p:nvPr/>
          </p:nvSpPr>
          <p:spPr>
            <a:xfrm>
              <a:off x="1969940" y="2985394"/>
              <a:ext cx="787031" cy="972022"/>
            </a:xfrm>
            <a:custGeom>
              <a:avLst/>
              <a:gdLst/>
              <a:ahLst/>
              <a:cxnLst/>
              <a:rect l="l" t="t" r="r" b="b"/>
              <a:pathLst>
                <a:path w="6237" h="7703" extrusionOk="0">
                  <a:moveTo>
                    <a:pt x="793" y="1"/>
                  </a:moveTo>
                  <a:cubicBezTo>
                    <a:pt x="177" y="1"/>
                    <a:pt x="0" y="664"/>
                    <a:pt x="274" y="1431"/>
                  </a:cubicBezTo>
                  <a:cubicBezTo>
                    <a:pt x="1466" y="4762"/>
                    <a:pt x="3972" y="7703"/>
                    <a:pt x="3972" y="7703"/>
                  </a:cubicBezTo>
                  <a:lnTo>
                    <a:pt x="6237" y="3111"/>
                  </a:lnTo>
                  <a:cubicBezTo>
                    <a:pt x="6237" y="3111"/>
                    <a:pt x="3155" y="918"/>
                    <a:pt x="1318" y="126"/>
                  </a:cubicBezTo>
                  <a:cubicBezTo>
                    <a:pt x="1117" y="40"/>
                    <a:pt x="942" y="1"/>
                    <a:pt x="793" y="1"/>
                  </a:cubicBez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2" name="Google Shape;3062;p49"/>
            <p:cNvSpPr/>
            <p:nvPr/>
          </p:nvSpPr>
          <p:spPr>
            <a:xfrm>
              <a:off x="1969940" y="2985394"/>
              <a:ext cx="787031" cy="972022"/>
            </a:xfrm>
            <a:custGeom>
              <a:avLst/>
              <a:gdLst/>
              <a:ahLst/>
              <a:cxnLst/>
              <a:rect l="l" t="t" r="r" b="b"/>
              <a:pathLst>
                <a:path w="6237" h="7703" extrusionOk="0">
                  <a:moveTo>
                    <a:pt x="793" y="1"/>
                  </a:moveTo>
                  <a:cubicBezTo>
                    <a:pt x="177" y="1"/>
                    <a:pt x="0" y="664"/>
                    <a:pt x="274" y="1431"/>
                  </a:cubicBezTo>
                  <a:cubicBezTo>
                    <a:pt x="1466" y="4762"/>
                    <a:pt x="3972" y="7703"/>
                    <a:pt x="3972" y="7703"/>
                  </a:cubicBezTo>
                  <a:lnTo>
                    <a:pt x="6237" y="3111"/>
                  </a:lnTo>
                  <a:cubicBezTo>
                    <a:pt x="6237" y="3111"/>
                    <a:pt x="3155" y="918"/>
                    <a:pt x="1318" y="126"/>
                  </a:cubicBezTo>
                  <a:cubicBezTo>
                    <a:pt x="1117" y="40"/>
                    <a:pt x="942" y="1"/>
                    <a:pt x="793" y="1"/>
                  </a:cubicBez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3" name="Google Shape;3063;p49"/>
            <p:cNvSpPr/>
            <p:nvPr/>
          </p:nvSpPr>
          <p:spPr>
            <a:xfrm>
              <a:off x="1980161" y="2985646"/>
              <a:ext cx="776810" cy="972149"/>
            </a:xfrm>
            <a:custGeom>
              <a:avLst/>
              <a:gdLst/>
              <a:ahLst/>
              <a:cxnLst/>
              <a:rect l="l" t="t" r="r" b="b"/>
              <a:pathLst>
                <a:path w="6156" h="7704" extrusionOk="0">
                  <a:moveTo>
                    <a:pt x="713" y="1"/>
                  </a:moveTo>
                  <a:cubicBezTo>
                    <a:pt x="213" y="1"/>
                    <a:pt x="1" y="434"/>
                    <a:pt x="86" y="1011"/>
                  </a:cubicBezTo>
                  <a:cubicBezTo>
                    <a:pt x="89" y="1030"/>
                    <a:pt x="92" y="1045"/>
                    <a:pt x="92" y="1061"/>
                  </a:cubicBezTo>
                  <a:cubicBezTo>
                    <a:pt x="117" y="1187"/>
                    <a:pt x="149" y="1309"/>
                    <a:pt x="193" y="1429"/>
                  </a:cubicBezTo>
                  <a:cubicBezTo>
                    <a:pt x="419" y="2064"/>
                    <a:pt x="693" y="2684"/>
                    <a:pt x="995" y="3285"/>
                  </a:cubicBezTo>
                  <a:lnTo>
                    <a:pt x="1013" y="3329"/>
                  </a:lnTo>
                  <a:cubicBezTo>
                    <a:pt x="1312" y="3920"/>
                    <a:pt x="1630" y="4474"/>
                    <a:pt x="1941" y="4977"/>
                  </a:cubicBezTo>
                  <a:cubicBezTo>
                    <a:pt x="1954" y="4993"/>
                    <a:pt x="1960" y="5011"/>
                    <a:pt x="1973" y="5027"/>
                  </a:cubicBezTo>
                  <a:cubicBezTo>
                    <a:pt x="2551" y="5964"/>
                    <a:pt x="3190" y="6855"/>
                    <a:pt x="3891" y="7704"/>
                  </a:cubicBezTo>
                  <a:lnTo>
                    <a:pt x="4269" y="6933"/>
                  </a:lnTo>
                  <a:lnTo>
                    <a:pt x="4300" y="6867"/>
                  </a:lnTo>
                  <a:lnTo>
                    <a:pt x="5118" y="5210"/>
                  </a:lnTo>
                  <a:lnTo>
                    <a:pt x="5143" y="5166"/>
                  </a:lnTo>
                  <a:lnTo>
                    <a:pt x="5492" y="4458"/>
                  </a:lnTo>
                  <a:lnTo>
                    <a:pt x="5514" y="4408"/>
                  </a:lnTo>
                  <a:lnTo>
                    <a:pt x="6156" y="3105"/>
                  </a:lnTo>
                  <a:cubicBezTo>
                    <a:pt x="6156" y="3105"/>
                    <a:pt x="6014" y="3002"/>
                    <a:pt x="5766" y="2841"/>
                  </a:cubicBezTo>
                  <a:lnTo>
                    <a:pt x="5728" y="2810"/>
                  </a:lnTo>
                  <a:cubicBezTo>
                    <a:pt x="5587" y="2715"/>
                    <a:pt x="5414" y="2599"/>
                    <a:pt x="5215" y="2464"/>
                  </a:cubicBezTo>
                  <a:lnTo>
                    <a:pt x="5178" y="2435"/>
                  </a:lnTo>
                  <a:cubicBezTo>
                    <a:pt x="4561" y="2027"/>
                    <a:pt x="3728" y="1486"/>
                    <a:pt x="2904" y="1001"/>
                  </a:cubicBezTo>
                  <a:lnTo>
                    <a:pt x="2857" y="973"/>
                  </a:lnTo>
                  <a:cubicBezTo>
                    <a:pt x="2511" y="769"/>
                    <a:pt x="2165" y="577"/>
                    <a:pt x="1841" y="413"/>
                  </a:cubicBezTo>
                  <a:lnTo>
                    <a:pt x="1787" y="385"/>
                  </a:lnTo>
                  <a:cubicBezTo>
                    <a:pt x="1595" y="287"/>
                    <a:pt x="1410" y="199"/>
                    <a:pt x="1237" y="124"/>
                  </a:cubicBezTo>
                  <a:cubicBezTo>
                    <a:pt x="1037" y="39"/>
                    <a:pt x="862" y="1"/>
                    <a:pt x="7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4" name="Google Shape;3064;p49"/>
            <p:cNvSpPr/>
            <p:nvPr/>
          </p:nvSpPr>
          <p:spPr>
            <a:xfrm>
              <a:off x="1990887" y="3032967"/>
              <a:ext cx="718133" cy="827159"/>
            </a:xfrm>
            <a:custGeom>
              <a:avLst/>
              <a:gdLst/>
              <a:ahLst/>
              <a:cxnLst/>
              <a:rect l="l" t="t" r="r" b="b"/>
              <a:pathLst>
                <a:path w="5691" h="6555" extrusionOk="0">
                  <a:moveTo>
                    <a:pt x="1702" y="0"/>
                  </a:moveTo>
                  <a:cubicBezTo>
                    <a:pt x="1551" y="92"/>
                    <a:pt x="1388" y="167"/>
                    <a:pt x="1221" y="227"/>
                  </a:cubicBezTo>
                  <a:cubicBezTo>
                    <a:pt x="818" y="371"/>
                    <a:pt x="394" y="463"/>
                    <a:pt x="1" y="626"/>
                  </a:cubicBezTo>
                  <a:cubicBezTo>
                    <a:pt x="4" y="645"/>
                    <a:pt x="10" y="661"/>
                    <a:pt x="10" y="677"/>
                  </a:cubicBezTo>
                  <a:cubicBezTo>
                    <a:pt x="466" y="485"/>
                    <a:pt x="963" y="400"/>
                    <a:pt x="1425" y="202"/>
                  </a:cubicBezTo>
                  <a:cubicBezTo>
                    <a:pt x="1539" y="154"/>
                    <a:pt x="1652" y="95"/>
                    <a:pt x="1756" y="29"/>
                  </a:cubicBezTo>
                  <a:lnTo>
                    <a:pt x="1702" y="0"/>
                  </a:lnTo>
                  <a:close/>
                  <a:moveTo>
                    <a:pt x="2778" y="592"/>
                  </a:moveTo>
                  <a:cubicBezTo>
                    <a:pt x="2165" y="1309"/>
                    <a:pt x="1844" y="2337"/>
                    <a:pt x="1007" y="2844"/>
                  </a:cubicBezTo>
                  <a:cubicBezTo>
                    <a:pt x="976" y="2863"/>
                    <a:pt x="944" y="2881"/>
                    <a:pt x="910" y="2897"/>
                  </a:cubicBezTo>
                  <a:lnTo>
                    <a:pt x="928" y="2941"/>
                  </a:lnTo>
                  <a:cubicBezTo>
                    <a:pt x="1378" y="2708"/>
                    <a:pt x="1724" y="2284"/>
                    <a:pt x="1995" y="1865"/>
                  </a:cubicBezTo>
                  <a:cubicBezTo>
                    <a:pt x="2268" y="1447"/>
                    <a:pt x="2498" y="997"/>
                    <a:pt x="2825" y="620"/>
                  </a:cubicBezTo>
                  <a:lnTo>
                    <a:pt x="2778" y="592"/>
                  </a:lnTo>
                  <a:close/>
                  <a:moveTo>
                    <a:pt x="5649" y="2428"/>
                  </a:moveTo>
                  <a:lnTo>
                    <a:pt x="5502" y="2623"/>
                  </a:lnTo>
                  <a:cubicBezTo>
                    <a:pt x="5316" y="2872"/>
                    <a:pt x="5090" y="3136"/>
                    <a:pt x="5014" y="3444"/>
                  </a:cubicBezTo>
                  <a:cubicBezTo>
                    <a:pt x="4954" y="3702"/>
                    <a:pt x="5055" y="3960"/>
                    <a:pt x="5316" y="4051"/>
                  </a:cubicBezTo>
                  <a:cubicBezTo>
                    <a:pt x="5344" y="4061"/>
                    <a:pt x="5376" y="4070"/>
                    <a:pt x="5407" y="4073"/>
                  </a:cubicBezTo>
                  <a:lnTo>
                    <a:pt x="5429" y="4023"/>
                  </a:lnTo>
                  <a:cubicBezTo>
                    <a:pt x="5303" y="4011"/>
                    <a:pt x="5190" y="3944"/>
                    <a:pt x="5115" y="3844"/>
                  </a:cubicBezTo>
                  <a:cubicBezTo>
                    <a:pt x="5005" y="3690"/>
                    <a:pt x="5036" y="3488"/>
                    <a:pt x="5102" y="3322"/>
                  </a:cubicBezTo>
                  <a:cubicBezTo>
                    <a:pt x="5175" y="3174"/>
                    <a:pt x="5266" y="3026"/>
                    <a:pt x="5373" y="2888"/>
                  </a:cubicBezTo>
                  <a:cubicBezTo>
                    <a:pt x="5473" y="2746"/>
                    <a:pt x="5580" y="2605"/>
                    <a:pt x="5687" y="2466"/>
                  </a:cubicBezTo>
                  <a:lnTo>
                    <a:pt x="5690" y="2457"/>
                  </a:lnTo>
                  <a:lnTo>
                    <a:pt x="5649" y="2428"/>
                  </a:lnTo>
                  <a:close/>
                  <a:moveTo>
                    <a:pt x="5096" y="2054"/>
                  </a:moveTo>
                  <a:cubicBezTo>
                    <a:pt x="5080" y="2086"/>
                    <a:pt x="5064" y="2114"/>
                    <a:pt x="5052" y="2142"/>
                  </a:cubicBezTo>
                  <a:cubicBezTo>
                    <a:pt x="4718" y="2759"/>
                    <a:pt x="4262" y="3297"/>
                    <a:pt x="3709" y="3721"/>
                  </a:cubicBezTo>
                  <a:cubicBezTo>
                    <a:pt x="3196" y="4130"/>
                    <a:pt x="2599" y="4419"/>
                    <a:pt x="1963" y="4570"/>
                  </a:cubicBezTo>
                  <a:lnTo>
                    <a:pt x="1859" y="4589"/>
                  </a:lnTo>
                  <a:cubicBezTo>
                    <a:pt x="1872" y="4605"/>
                    <a:pt x="1881" y="4624"/>
                    <a:pt x="1891" y="4640"/>
                  </a:cubicBezTo>
                  <a:cubicBezTo>
                    <a:pt x="2017" y="4618"/>
                    <a:pt x="2143" y="4586"/>
                    <a:pt x="2268" y="4551"/>
                  </a:cubicBezTo>
                  <a:cubicBezTo>
                    <a:pt x="2875" y="4356"/>
                    <a:pt x="3432" y="4042"/>
                    <a:pt x="3913" y="3627"/>
                  </a:cubicBezTo>
                  <a:cubicBezTo>
                    <a:pt x="4423" y="3202"/>
                    <a:pt x="4841" y="2674"/>
                    <a:pt x="5143" y="2086"/>
                  </a:cubicBezTo>
                  <a:lnTo>
                    <a:pt x="5096" y="2054"/>
                  </a:lnTo>
                  <a:close/>
                  <a:moveTo>
                    <a:pt x="4167" y="4559"/>
                  </a:moveTo>
                  <a:cubicBezTo>
                    <a:pt x="3677" y="4559"/>
                    <a:pt x="3167" y="4768"/>
                    <a:pt x="2860" y="5152"/>
                  </a:cubicBezTo>
                  <a:cubicBezTo>
                    <a:pt x="2674" y="5385"/>
                    <a:pt x="2768" y="5646"/>
                    <a:pt x="2992" y="5816"/>
                  </a:cubicBezTo>
                  <a:cubicBezTo>
                    <a:pt x="3253" y="6008"/>
                    <a:pt x="3596" y="5998"/>
                    <a:pt x="3872" y="6149"/>
                  </a:cubicBezTo>
                  <a:cubicBezTo>
                    <a:pt x="4027" y="6234"/>
                    <a:pt x="4137" y="6382"/>
                    <a:pt x="4168" y="6555"/>
                  </a:cubicBezTo>
                  <a:lnTo>
                    <a:pt x="4199" y="6489"/>
                  </a:lnTo>
                  <a:cubicBezTo>
                    <a:pt x="4171" y="6395"/>
                    <a:pt x="4124" y="6310"/>
                    <a:pt x="4058" y="6240"/>
                  </a:cubicBezTo>
                  <a:cubicBezTo>
                    <a:pt x="3841" y="6008"/>
                    <a:pt x="3508" y="6001"/>
                    <a:pt x="3228" y="5898"/>
                  </a:cubicBezTo>
                  <a:cubicBezTo>
                    <a:pt x="3061" y="5844"/>
                    <a:pt x="2919" y="5725"/>
                    <a:pt x="2831" y="5567"/>
                  </a:cubicBezTo>
                  <a:cubicBezTo>
                    <a:pt x="2737" y="5372"/>
                    <a:pt x="2856" y="5203"/>
                    <a:pt x="2998" y="5067"/>
                  </a:cubicBezTo>
                  <a:cubicBezTo>
                    <a:pt x="3321" y="4765"/>
                    <a:pt x="3739" y="4606"/>
                    <a:pt x="4165" y="4606"/>
                  </a:cubicBezTo>
                  <a:cubicBezTo>
                    <a:pt x="4386" y="4606"/>
                    <a:pt x="4609" y="4649"/>
                    <a:pt x="4822" y="4737"/>
                  </a:cubicBezTo>
                  <a:cubicBezTo>
                    <a:pt x="4888" y="4765"/>
                    <a:pt x="4954" y="4797"/>
                    <a:pt x="5017" y="4828"/>
                  </a:cubicBezTo>
                  <a:lnTo>
                    <a:pt x="5042" y="4784"/>
                  </a:lnTo>
                  <a:cubicBezTo>
                    <a:pt x="4863" y="4696"/>
                    <a:pt x="4681" y="4627"/>
                    <a:pt x="4483" y="4589"/>
                  </a:cubicBezTo>
                  <a:cubicBezTo>
                    <a:pt x="4380" y="4569"/>
                    <a:pt x="4274" y="4559"/>
                    <a:pt x="4167" y="45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5" name="Google Shape;3065;p49"/>
            <p:cNvSpPr/>
            <p:nvPr/>
          </p:nvSpPr>
          <p:spPr>
            <a:xfrm>
              <a:off x="1984956" y="3046847"/>
              <a:ext cx="707786" cy="910569"/>
            </a:xfrm>
            <a:custGeom>
              <a:avLst/>
              <a:gdLst/>
              <a:ahLst/>
              <a:cxnLst/>
              <a:rect l="l" t="t" r="r" b="b"/>
              <a:pathLst>
                <a:path w="5609" h="7216" extrusionOk="0">
                  <a:moveTo>
                    <a:pt x="66" y="0"/>
                  </a:moveTo>
                  <a:lnTo>
                    <a:pt x="66" y="0"/>
                  </a:lnTo>
                  <a:cubicBezTo>
                    <a:pt x="0" y="258"/>
                    <a:pt x="32" y="589"/>
                    <a:pt x="158" y="944"/>
                  </a:cubicBezTo>
                  <a:cubicBezTo>
                    <a:pt x="1347" y="4278"/>
                    <a:pt x="3853" y="7216"/>
                    <a:pt x="3853" y="7216"/>
                  </a:cubicBezTo>
                  <a:lnTo>
                    <a:pt x="5608" y="366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423542">
                <a:alpha val="2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6" name="Google Shape;3066;p49"/>
            <p:cNvSpPr/>
            <p:nvPr/>
          </p:nvSpPr>
          <p:spPr>
            <a:xfrm>
              <a:off x="2405666" y="3352096"/>
              <a:ext cx="256413" cy="488977"/>
            </a:xfrm>
            <a:custGeom>
              <a:avLst/>
              <a:gdLst/>
              <a:ahLst/>
              <a:cxnLst/>
              <a:rect l="l" t="t" r="r" b="b"/>
              <a:pathLst>
                <a:path w="2032" h="3875" extrusionOk="0">
                  <a:moveTo>
                    <a:pt x="1989" y="1"/>
                  </a:moveTo>
                  <a:cubicBezTo>
                    <a:pt x="1986" y="1"/>
                    <a:pt x="1983" y="2"/>
                    <a:pt x="1982" y="3"/>
                  </a:cubicBezTo>
                  <a:cubicBezTo>
                    <a:pt x="1573" y="679"/>
                    <a:pt x="522" y="2551"/>
                    <a:pt x="0" y="3856"/>
                  </a:cubicBezTo>
                  <a:cubicBezTo>
                    <a:pt x="0" y="3864"/>
                    <a:pt x="16" y="3875"/>
                    <a:pt x="26" y="3875"/>
                  </a:cubicBezTo>
                  <a:cubicBezTo>
                    <a:pt x="28" y="3875"/>
                    <a:pt x="30" y="3874"/>
                    <a:pt x="32" y="3872"/>
                  </a:cubicBezTo>
                  <a:cubicBezTo>
                    <a:pt x="629" y="2856"/>
                    <a:pt x="1680" y="739"/>
                    <a:pt x="2026" y="28"/>
                  </a:cubicBezTo>
                  <a:cubicBezTo>
                    <a:pt x="2031" y="18"/>
                    <a:pt x="2004" y="1"/>
                    <a:pt x="1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7" name="Google Shape;3067;p49"/>
            <p:cNvSpPr/>
            <p:nvPr/>
          </p:nvSpPr>
          <p:spPr>
            <a:xfrm>
              <a:off x="960941" y="2899460"/>
              <a:ext cx="1564346" cy="1791358"/>
            </a:xfrm>
            <a:custGeom>
              <a:avLst/>
              <a:gdLst/>
              <a:ahLst/>
              <a:cxnLst/>
              <a:rect l="l" t="t" r="r" b="b"/>
              <a:pathLst>
                <a:path w="12397" h="14196" extrusionOk="0">
                  <a:moveTo>
                    <a:pt x="6856" y="1"/>
                  </a:moveTo>
                  <a:cubicBezTo>
                    <a:pt x="6551" y="1"/>
                    <a:pt x="6246" y="55"/>
                    <a:pt x="5945" y="156"/>
                  </a:cubicBezTo>
                  <a:cubicBezTo>
                    <a:pt x="1441" y="2986"/>
                    <a:pt x="1" y="14196"/>
                    <a:pt x="1" y="14196"/>
                  </a:cubicBezTo>
                  <a:lnTo>
                    <a:pt x="12072" y="14164"/>
                  </a:lnTo>
                  <a:lnTo>
                    <a:pt x="11308" y="9425"/>
                  </a:lnTo>
                  <a:cubicBezTo>
                    <a:pt x="11308" y="9425"/>
                    <a:pt x="12396" y="8104"/>
                    <a:pt x="12192" y="6669"/>
                  </a:cubicBezTo>
                  <a:cubicBezTo>
                    <a:pt x="11968" y="5097"/>
                    <a:pt x="9134" y="1115"/>
                    <a:pt x="8895" y="892"/>
                  </a:cubicBezTo>
                  <a:cubicBezTo>
                    <a:pt x="8232" y="272"/>
                    <a:pt x="7542" y="1"/>
                    <a:pt x="6856" y="1"/>
                  </a:cubicBez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8" name="Google Shape;3068;p49"/>
            <p:cNvSpPr/>
            <p:nvPr/>
          </p:nvSpPr>
          <p:spPr>
            <a:xfrm>
              <a:off x="961320" y="2900722"/>
              <a:ext cx="1542895" cy="1790096"/>
            </a:xfrm>
            <a:custGeom>
              <a:avLst/>
              <a:gdLst/>
              <a:ahLst/>
              <a:cxnLst/>
              <a:rect l="l" t="t" r="r" b="b"/>
              <a:pathLst>
                <a:path w="12227" h="14186" extrusionOk="0">
                  <a:moveTo>
                    <a:pt x="6838" y="1"/>
                  </a:moveTo>
                  <a:cubicBezTo>
                    <a:pt x="6535" y="1"/>
                    <a:pt x="6232" y="51"/>
                    <a:pt x="5942" y="152"/>
                  </a:cubicBezTo>
                  <a:cubicBezTo>
                    <a:pt x="5250" y="589"/>
                    <a:pt x="4631" y="1221"/>
                    <a:pt x="4074" y="1986"/>
                  </a:cubicBezTo>
                  <a:lnTo>
                    <a:pt x="4052" y="2020"/>
                  </a:lnTo>
                  <a:cubicBezTo>
                    <a:pt x="3822" y="2338"/>
                    <a:pt x="3608" y="2674"/>
                    <a:pt x="3404" y="3027"/>
                  </a:cubicBezTo>
                  <a:lnTo>
                    <a:pt x="3366" y="3086"/>
                  </a:lnTo>
                  <a:cubicBezTo>
                    <a:pt x="2907" y="3892"/>
                    <a:pt x="2511" y="4735"/>
                    <a:pt x="2171" y="5599"/>
                  </a:cubicBezTo>
                  <a:lnTo>
                    <a:pt x="2152" y="5647"/>
                  </a:lnTo>
                  <a:cubicBezTo>
                    <a:pt x="1992" y="6059"/>
                    <a:pt x="1841" y="6474"/>
                    <a:pt x="1699" y="6892"/>
                  </a:cubicBezTo>
                  <a:lnTo>
                    <a:pt x="1684" y="6942"/>
                  </a:lnTo>
                  <a:cubicBezTo>
                    <a:pt x="1363" y="7902"/>
                    <a:pt x="1092" y="8861"/>
                    <a:pt x="872" y="9751"/>
                  </a:cubicBezTo>
                  <a:cubicBezTo>
                    <a:pt x="866" y="9767"/>
                    <a:pt x="860" y="9783"/>
                    <a:pt x="860" y="9798"/>
                  </a:cubicBezTo>
                  <a:cubicBezTo>
                    <a:pt x="746" y="10270"/>
                    <a:pt x="639" y="10720"/>
                    <a:pt x="548" y="11141"/>
                  </a:cubicBezTo>
                  <a:lnTo>
                    <a:pt x="536" y="11204"/>
                  </a:lnTo>
                  <a:cubicBezTo>
                    <a:pt x="158" y="12950"/>
                    <a:pt x="1" y="14180"/>
                    <a:pt x="1" y="14186"/>
                  </a:cubicBezTo>
                  <a:lnTo>
                    <a:pt x="1747" y="14186"/>
                  </a:lnTo>
                  <a:lnTo>
                    <a:pt x="4193" y="14095"/>
                  </a:lnTo>
                  <a:lnTo>
                    <a:pt x="4238" y="14095"/>
                  </a:lnTo>
                  <a:lnTo>
                    <a:pt x="6615" y="14186"/>
                  </a:lnTo>
                  <a:lnTo>
                    <a:pt x="10188" y="14186"/>
                  </a:lnTo>
                  <a:lnTo>
                    <a:pt x="12072" y="14095"/>
                  </a:lnTo>
                  <a:lnTo>
                    <a:pt x="11336" y="9578"/>
                  </a:lnTo>
                  <a:lnTo>
                    <a:pt x="11330" y="9531"/>
                  </a:lnTo>
                  <a:lnTo>
                    <a:pt x="11314" y="9424"/>
                  </a:lnTo>
                  <a:cubicBezTo>
                    <a:pt x="11506" y="9176"/>
                    <a:pt x="11670" y="8908"/>
                    <a:pt x="11808" y="8625"/>
                  </a:cubicBezTo>
                  <a:lnTo>
                    <a:pt x="11843" y="8556"/>
                  </a:lnTo>
                  <a:cubicBezTo>
                    <a:pt x="12031" y="8166"/>
                    <a:pt x="12154" y="7748"/>
                    <a:pt x="12201" y="7320"/>
                  </a:cubicBezTo>
                  <a:cubicBezTo>
                    <a:pt x="12211" y="7298"/>
                    <a:pt x="12211" y="7276"/>
                    <a:pt x="12211" y="7257"/>
                  </a:cubicBezTo>
                  <a:cubicBezTo>
                    <a:pt x="12226" y="7062"/>
                    <a:pt x="12220" y="6861"/>
                    <a:pt x="12201" y="6659"/>
                  </a:cubicBezTo>
                  <a:cubicBezTo>
                    <a:pt x="12141" y="6332"/>
                    <a:pt x="12041" y="6018"/>
                    <a:pt x="11902" y="5716"/>
                  </a:cubicBezTo>
                  <a:cubicBezTo>
                    <a:pt x="11896" y="5700"/>
                    <a:pt x="11890" y="5684"/>
                    <a:pt x="11884" y="5669"/>
                  </a:cubicBezTo>
                  <a:cubicBezTo>
                    <a:pt x="11792" y="5474"/>
                    <a:pt x="11695" y="5263"/>
                    <a:pt x="11585" y="5049"/>
                  </a:cubicBezTo>
                  <a:lnTo>
                    <a:pt x="11560" y="5002"/>
                  </a:lnTo>
                  <a:cubicBezTo>
                    <a:pt x="11188" y="4272"/>
                    <a:pt x="10701" y="3483"/>
                    <a:pt x="10251" y="2788"/>
                  </a:cubicBezTo>
                  <a:lnTo>
                    <a:pt x="10217" y="2737"/>
                  </a:lnTo>
                  <a:cubicBezTo>
                    <a:pt x="9858" y="2193"/>
                    <a:pt x="9525" y="1709"/>
                    <a:pt x="9279" y="1372"/>
                  </a:cubicBezTo>
                  <a:lnTo>
                    <a:pt x="9248" y="1328"/>
                  </a:lnTo>
                  <a:cubicBezTo>
                    <a:pt x="9144" y="1174"/>
                    <a:pt x="9025" y="1029"/>
                    <a:pt x="8902" y="888"/>
                  </a:cubicBezTo>
                  <a:cubicBezTo>
                    <a:pt x="8534" y="529"/>
                    <a:pt x="8090" y="259"/>
                    <a:pt x="7597" y="105"/>
                  </a:cubicBezTo>
                  <a:lnTo>
                    <a:pt x="7534" y="89"/>
                  </a:lnTo>
                  <a:cubicBezTo>
                    <a:pt x="7305" y="30"/>
                    <a:pt x="7071" y="1"/>
                    <a:pt x="6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9" name="Google Shape;3069;p49"/>
            <p:cNvSpPr/>
            <p:nvPr/>
          </p:nvSpPr>
          <p:spPr>
            <a:xfrm>
              <a:off x="1028452" y="2911448"/>
              <a:ext cx="1474122" cy="1779370"/>
            </a:xfrm>
            <a:custGeom>
              <a:avLst/>
              <a:gdLst/>
              <a:ahLst/>
              <a:cxnLst/>
              <a:rect l="l" t="t" r="r" b="b"/>
              <a:pathLst>
                <a:path w="11682" h="14101" extrusionOk="0">
                  <a:moveTo>
                    <a:pt x="6999" y="1"/>
                  </a:moveTo>
                  <a:cubicBezTo>
                    <a:pt x="6656" y="404"/>
                    <a:pt x="6382" y="863"/>
                    <a:pt x="6042" y="1272"/>
                  </a:cubicBezTo>
                  <a:cubicBezTo>
                    <a:pt x="5630" y="1775"/>
                    <a:pt x="5071" y="2203"/>
                    <a:pt x="4394" y="2218"/>
                  </a:cubicBezTo>
                  <a:cubicBezTo>
                    <a:pt x="4378" y="2219"/>
                    <a:pt x="4362" y="2219"/>
                    <a:pt x="4346" y="2219"/>
                  </a:cubicBezTo>
                  <a:cubicBezTo>
                    <a:pt x="4058" y="2219"/>
                    <a:pt x="3778" y="2113"/>
                    <a:pt x="3561" y="1920"/>
                  </a:cubicBezTo>
                  <a:lnTo>
                    <a:pt x="3539" y="1897"/>
                  </a:lnTo>
                  <a:lnTo>
                    <a:pt x="3517" y="1932"/>
                  </a:lnTo>
                  <a:cubicBezTo>
                    <a:pt x="3649" y="2064"/>
                    <a:pt x="3812" y="2162"/>
                    <a:pt x="3998" y="2215"/>
                  </a:cubicBezTo>
                  <a:cubicBezTo>
                    <a:pt x="4122" y="2251"/>
                    <a:pt x="4249" y="2268"/>
                    <a:pt x="4377" y="2268"/>
                  </a:cubicBezTo>
                  <a:cubicBezTo>
                    <a:pt x="4830" y="2268"/>
                    <a:pt x="5289" y="2060"/>
                    <a:pt x="5630" y="1778"/>
                  </a:cubicBezTo>
                  <a:cubicBezTo>
                    <a:pt x="6168" y="1334"/>
                    <a:pt x="6511" y="709"/>
                    <a:pt x="6936" y="171"/>
                  </a:cubicBezTo>
                  <a:cubicBezTo>
                    <a:pt x="6977" y="120"/>
                    <a:pt x="7017" y="67"/>
                    <a:pt x="7061" y="17"/>
                  </a:cubicBezTo>
                  <a:lnTo>
                    <a:pt x="6999" y="1"/>
                  </a:lnTo>
                  <a:close/>
                  <a:moveTo>
                    <a:pt x="8706" y="1246"/>
                  </a:moveTo>
                  <a:cubicBezTo>
                    <a:pt x="8143" y="1435"/>
                    <a:pt x="7546" y="1545"/>
                    <a:pt x="7071" y="1923"/>
                  </a:cubicBezTo>
                  <a:cubicBezTo>
                    <a:pt x="6851" y="2086"/>
                    <a:pt x="6687" y="2310"/>
                    <a:pt x="6602" y="2567"/>
                  </a:cubicBezTo>
                  <a:cubicBezTo>
                    <a:pt x="6524" y="2847"/>
                    <a:pt x="6555" y="3146"/>
                    <a:pt x="6687" y="3407"/>
                  </a:cubicBezTo>
                  <a:cubicBezTo>
                    <a:pt x="6916" y="3852"/>
                    <a:pt x="7390" y="4087"/>
                    <a:pt x="7871" y="4087"/>
                  </a:cubicBezTo>
                  <a:cubicBezTo>
                    <a:pt x="8000" y="4087"/>
                    <a:pt x="8129" y="4070"/>
                    <a:pt x="8254" y="4036"/>
                  </a:cubicBezTo>
                  <a:cubicBezTo>
                    <a:pt x="8857" y="3863"/>
                    <a:pt x="9295" y="3347"/>
                    <a:pt x="9625" y="2841"/>
                  </a:cubicBezTo>
                  <a:cubicBezTo>
                    <a:pt x="9653" y="2797"/>
                    <a:pt x="9681" y="2750"/>
                    <a:pt x="9707" y="2706"/>
                  </a:cubicBezTo>
                  <a:lnTo>
                    <a:pt x="9672" y="2655"/>
                  </a:lnTo>
                  <a:cubicBezTo>
                    <a:pt x="9392" y="3102"/>
                    <a:pt x="9090" y="3536"/>
                    <a:pt x="8634" y="3816"/>
                  </a:cubicBezTo>
                  <a:cubicBezTo>
                    <a:pt x="8398" y="3963"/>
                    <a:pt x="8123" y="4042"/>
                    <a:pt x="7845" y="4042"/>
                  </a:cubicBezTo>
                  <a:cubicBezTo>
                    <a:pt x="7783" y="4042"/>
                    <a:pt x="7721" y="4038"/>
                    <a:pt x="7659" y="4030"/>
                  </a:cubicBezTo>
                  <a:cubicBezTo>
                    <a:pt x="7316" y="3989"/>
                    <a:pt x="7011" y="3803"/>
                    <a:pt x="6810" y="3524"/>
                  </a:cubicBezTo>
                  <a:cubicBezTo>
                    <a:pt x="6621" y="3256"/>
                    <a:pt x="6561" y="2913"/>
                    <a:pt x="6646" y="2599"/>
                  </a:cubicBezTo>
                  <a:cubicBezTo>
                    <a:pt x="6744" y="2300"/>
                    <a:pt x="6945" y="2048"/>
                    <a:pt x="7212" y="1882"/>
                  </a:cubicBezTo>
                  <a:cubicBezTo>
                    <a:pt x="7672" y="1567"/>
                    <a:pt x="8219" y="1463"/>
                    <a:pt x="8738" y="1290"/>
                  </a:cubicBezTo>
                  <a:lnTo>
                    <a:pt x="8706" y="1246"/>
                  </a:lnTo>
                  <a:close/>
                  <a:moveTo>
                    <a:pt x="4278" y="2674"/>
                  </a:moveTo>
                  <a:cubicBezTo>
                    <a:pt x="3965" y="2674"/>
                    <a:pt x="3651" y="2719"/>
                    <a:pt x="3350" y="2791"/>
                  </a:cubicBezTo>
                  <a:cubicBezTo>
                    <a:pt x="3187" y="2832"/>
                    <a:pt x="3023" y="2879"/>
                    <a:pt x="2863" y="2939"/>
                  </a:cubicBezTo>
                  <a:lnTo>
                    <a:pt x="2828" y="2998"/>
                  </a:lnTo>
                  <a:cubicBezTo>
                    <a:pt x="3105" y="2898"/>
                    <a:pt x="3394" y="2825"/>
                    <a:pt x="3690" y="2778"/>
                  </a:cubicBezTo>
                  <a:cubicBezTo>
                    <a:pt x="3886" y="2746"/>
                    <a:pt x="4086" y="2727"/>
                    <a:pt x="4286" y="2727"/>
                  </a:cubicBezTo>
                  <a:cubicBezTo>
                    <a:pt x="4727" y="2727"/>
                    <a:pt x="5165" y="2818"/>
                    <a:pt x="5549" y="3052"/>
                  </a:cubicBezTo>
                  <a:cubicBezTo>
                    <a:pt x="6102" y="3391"/>
                    <a:pt x="6404" y="3958"/>
                    <a:pt x="6760" y="4470"/>
                  </a:cubicBezTo>
                  <a:cubicBezTo>
                    <a:pt x="6923" y="4722"/>
                    <a:pt x="7118" y="4951"/>
                    <a:pt x="7341" y="5146"/>
                  </a:cubicBezTo>
                  <a:cubicBezTo>
                    <a:pt x="7565" y="5335"/>
                    <a:pt x="7819" y="5477"/>
                    <a:pt x="8099" y="5562"/>
                  </a:cubicBezTo>
                  <a:cubicBezTo>
                    <a:pt x="8350" y="5639"/>
                    <a:pt x="8609" y="5673"/>
                    <a:pt x="8870" y="5673"/>
                  </a:cubicBezTo>
                  <a:cubicBezTo>
                    <a:pt x="9215" y="5673"/>
                    <a:pt x="9562" y="5613"/>
                    <a:pt x="9892" y="5514"/>
                  </a:cubicBezTo>
                  <a:cubicBezTo>
                    <a:pt x="10301" y="5386"/>
                    <a:pt x="10688" y="5203"/>
                    <a:pt x="11040" y="4964"/>
                  </a:cubicBezTo>
                  <a:lnTo>
                    <a:pt x="11018" y="4917"/>
                  </a:lnTo>
                  <a:cubicBezTo>
                    <a:pt x="10584" y="5209"/>
                    <a:pt x="10100" y="5420"/>
                    <a:pt x="9590" y="5537"/>
                  </a:cubicBezTo>
                  <a:cubicBezTo>
                    <a:pt x="9359" y="5587"/>
                    <a:pt x="9120" y="5616"/>
                    <a:pt x="8882" y="5616"/>
                  </a:cubicBezTo>
                  <a:cubicBezTo>
                    <a:pt x="8486" y="5616"/>
                    <a:pt x="8092" y="5537"/>
                    <a:pt x="7741" y="5351"/>
                  </a:cubicBezTo>
                  <a:cubicBezTo>
                    <a:pt x="7178" y="5052"/>
                    <a:pt x="6844" y="4486"/>
                    <a:pt x="6492" y="3967"/>
                  </a:cubicBezTo>
                  <a:cubicBezTo>
                    <a:pt x="6325" y="3712"/>
                    <a:pt x="6137" y="3476"/>
                    <a:pt x="5917" y="3263"/>
                  </a:cubicBezTo>
                  <a:cubicBezTo>
                    <a:pt x="5700" y="3064"/>
                    <a:pt x="5445" y="2910"/>
                    <a:pt x="5168" y="2816"/>
                  </a:cubicBezTo>
                  <a:cubicBezTo>
                    <a:pt x="4881" y="2716"/>
                    <a:pt x="4580" y="2674"/>
                    <a:pt x="4278" y="2674"/>
                  </a:cubicBezTo>
                  <a:close/>
                  <a:moveTo>
                    <a:pt x="4892" y="4182"/>
                  </a:moveTo>
                  <a:cubicBezTo>
                    <a:pt x="4776" y="4182"/>
                    <a:pt x="4659" y="4200"/>
                    <a:pt x="4545" y="4234"/>
                  </a:cubicBezTo>
                  <a:cubicBezTo>
                    <a:pt x="3863" y="4423"/>
                    <a:pt x="3438" y="5030"/>
                    <a:pt x="2841" y="5376"/>
                  </a:cubicBezTo>
                  <a:cubicBezTo>
                    <a:pt x="2604" y="5523"/>
                    <a:pt x="2328" y="5602"/>
                    <a:pt x="2051" y="5602"/>
                  </a:cubicBezTo>
                  <a:cubicBezTo>
                    <a:pt x="1996" y="5602"/>
                    <a:pt x="1942" y="5599"/>
                    <a:pt x="1888" y="5593"/>
                  </a:cubicBezTo>
                  <a:cubicBezTo>
                    <a:pt x="1803" y="5577"/>
                    <a:pt x="1718" y="5552"/>
                    <a:pt x="1639" y="5514"/>
                  </a:cubicBezTo>
                  <a:lnTo>
                    <a:pt x="1620" y="5562"/>
                  </a:lnTo>
                  <a:cubicBezTo>
                    <a:pt x="1655" y="5577"/>
                    <a:pt x="1693" y="5593"/>
                    <a:pt x="1727" y="5603"/>
                  </a:cubicBezTo>
                  <a:cubicBezTo>
                    <a:pt x="1844" y="5637"/>
                    <a:pt x="1964" y="5654"/>
                    <a:pt x="2085" y="5654"/>
                  </a:cubicBezTo>
                  <a:cubicBezTo>
                    <a:pt x="2260" y="5654"/>
                    <a:pt x="2436" y="5618"/>
                    <a:pt x="2598" y="5549"/>
                  </a:cubicBezTo>
                  <a:cubicBezTo>
                    <a:pt x="3246" y="5297"/>
                    <a:pt x="3655" y="4681"/>
                    <a:pt x="4278" y="4382"/>
                  </a:cubicBezTo>
                  <a:cubicBezTo>
                    <a:pt x="4476" y="4286"/>
                    <a:pt x="4701" y="4221"/>
                    <a:pt x="4922" y="4221"/>
                  </a:cubicBezTo>
                  <a:cubicBezTo>
                    <a:pt x="5048" y="4221"/>
                    <a:pt x="5173" y="4242"/>
                    <a:pt x="5291" y="4291"/>
                  </a:cubicBezTo>
                  <a:cubicBezTo>
                    <a:pt x="5561" y="4407"/>
                    <a:pt x="5753" y="4653"/>
                    <a:pt x="5807" y="4942"/>
                  </a:cubicBezTo>
                  <a:cubicBezTo>
                    <a:pt x="5945" y="5587"/>
                    <a:pt x="5511" y="6134"/>
                    <a:pt x="4954" y="6398"/>
                  </a:cubicBezTo>
                  <a:cubicBezTo>
                    <a:pt x="4516" y="6601"/>
                    <a:pt x="4041" y="6642"/>
                    <a:pt x="3562" y="6642"/>
                  </a:cubicBezTo>
                  <a:cubicBezTo>
                    <a:pt x="3285" y="6642"/>
                    <a:pt x="3006" y="6628"/>
                    <a:pt x="2734" y="6625"/>
                  </a:cubicBezTo>
                  <a:cubicBezTo>
                    <a:pt x="2679" y="6623"/>
                    <a:pt x="2624" y="6622"/>
                    <a:pt x="2569" y="6622"/>
                  </a:cubicBezTo>
                  <a:cubicBezTo>
                    <a:pt x="2096" y="6622"/>
                    <a:pt x="1627" y="6683"/>
                    <a:pt x="1174" y="6807"/>
                  </a:cubicBezTo>
                  <a:lnTo>
                    <a:pt x="1158" y="6857"/>
                  </a:lnTo>
                  <a:cubicBezTo>
                    <a:pt x="1656" y="6708"/>
                    <a:pt x="2173" y="6680"/>
                    <a:pt x="2691" y="6680"/>
                  </a:cubicBezTo>
                  <a:cubicBezTo>
                    <a:pt x="2903" y="6680"/>
                    <a:pt x="3114" y="6685"/>
                    <a:pt x="3325" y="6688"/>
                  </a:cubicBezTo>
                  <a:cubicBezTo>
                    <a:pt x="3394" y="6689"/>
                    <a:pt x="3464" y="6690"/>
                    <a:pt x="3534" y="6690"/>
                  </a:cubicBezTo>
                  <a:cubicBezTo>
                    <a:pt x="4141" y="6690"/>
                    <a:pt x="4767" y="6627"/>
                    <a:pt x="5275" y="6269"/>
                  </a:cubicBezTo>
                  <a:cubicBezTo>
                    <a:pt x="5725" y="5955"/>
                    <a:pt x="5989" y="5423"/>
                    <a:pt x="5841" y="4876"/>
                  </a:cubicBezTo>
                  <a:cubicBezTo>
                    <a:pt x="5775" y="4640"/>
                    <a:pt x="5624" y="4436"/>
                    <a:pt x="5410" y="4307"/>
                  </a:cubicBezTo>
                  <a:cubicBezTo>
                    <a:pt x="5249" y="4223"/>
                    <a:pt x="5071" y="4182"/>
                    <a:pt x="4892" y="4182"/>
                  </a:cubicBezTo>
                  <a:close/>
                  <a:moveTo>
                    <a:pt x="11342" y="5584"/>
                  </a:moveTo>
                  <a:cubicBezTo>
                    <a:pt x="11018" y="5665"/>
                    <a:pt x="10723" y="5854"/>
                    <a:pt x="10505" y="6115"/>
                  </a:cubicBezTo>
                  <a:cubicBezTo>
                    <a:pt x="10320" y="6345"/>
                    <a:pt x="10414" y="6609"/>
                    <a:pt x="10641" y="6779"/>
                  </a:cubicBezTo>
                  <a:cubicBezTo>
                    <a:pt x="10899" y="6971"/>
                    <a:pt x="11241" y="6958"/>
                    <a:pt x="11521" y="7112"/>
                  </a:cubicBezTo>
                  <a:cubicBezTo>
                    <a:pt x="11578" y="7144"/>
                    <a:pt x="11631" y="7185"/>
                    <a:pt x="11672" y="7235"/>
                  </a:cubicBezTo>
                  <a:cubicBezTo>
                    <a:pt x="11672" y="7216"/>
                    <a:pt x="11679" y="7194"/>
                    <a:pt x="11682" y="7172"/>
                  </a:cubicBezTo>
                  <a:cubicBezTo>
                    <a:pt x="11462" y="6971"/>
                    <a:pt x="11144" y="6955"/>
                    <a:pt x="10877" y="6861"/>
                  </a:cubicBezTo>
                  <a:cubicBezTo>
                    <a:pt x="10707" y="6807"/>
                    <a:pt x="10565" y="6688"/>
                    <a:pt x="10477" y="6530"/>
                  </a:cubicBezTo>
                  <a:cubicBezTo>
                    <a:pt x="10383" y="6335"/>
                    <a:pt x="10502" y="6166"/>
                    <a:pt x="10644" y="6033"/>
                  </a:cubicBezTo>
                  <a:cubicBezTo>
                    <a:pt x="10845" y="5838"/>
                    <a:pt x="11091" y="5703"/>
                    <a:pt x="11364" y="5631"/>
                  </a:cubicBezTo>
                  <a:cubicBezTo>
                    <a:pt x="11355" y="5615"/>
                    <a:pt x="11352" y="5599"/>
                    <a:pt x="11342" y="5584"/>
                  </a:cubicBezTo>
                  <a:close/>
                  <a:moveTo>
                    <a:pt x="7383" y="6370"/>
                  </a:moveTo>
                  <a:cubicBezTo>
                    <a:pt x="7306" y="6370"/>
                    <a:pt x="7229" y="6376"/>
                    <a:pt x="7153" y="6389"/>
                  </a:cubicBezTo>
                  <a:cubicBezTo>
                    <a:pt x="6892" y="6445"/>
                    <a:pt x="6634" y="6615"/>
                    <a:pt x="6590" y="6892"/>
                  </a:cubicBezTo>
                  <a:cubicBezTo>
                    <a:pt x="6539" y="7200"/>
                    <a:pt x="6728" y="7521"/>
                    <a:pt x="6888" y="7766"/>
                  </a:cubicBezTo>
                  <a:cubicBezTo>
                    <a:pt x="7055" y="8018"/>
                    <a:pt x="7250" y="8248"/>
                    <a:pt x="7480" y="8446"/>
                  </a:cubicBezTo>
                  <a:cubicBezTo>
                    <a:pt x="7955" y="8855"/>
                    <a:pt x="8540" y="9119"/>
                    <a:pt x="9162" y="9207"/>
                  </a:cubicBezTo>
                  <a:cubicBezTo>
                    <a:pt x="9540" y="9264"/>
                    <a:pt x="9920" y="9279"/>
                    <a:pt x="10295" y="9342"/>
                  </a:cubicBezTo>
                  <a:cubicBezTo>
                    <a:pt x="10468" y="9374"/>
                    <a:pt x="10641" y="9418"/>
                    <a:pt x="10804" y="9481"/>
                  </a:cubicBezTo>
                  <a:lnTo>
                    <a:pt x="10798" y="9433"/>
                  </a:lnTo>
                  <a:lnTo>
                    <a:pt x="10719" y="9405"/>
                  </a:lnTo>
                  <a:cubicBezTo>
                    <a:pt x="10367" y="9308"/>
                    <a:pt x="10005" y="9245"/>
                    <a:pt x="9641" y="9220"/>
                  </a:cubicBezTo>
                  <a:cubicBezTo>
                    <a:pt x="9266" y="9198"/>
                    <a:pt x="8901" y="9125"/>
                    <a:pt x="8549" y="9015"/>
                  </a:cubicBezTo>
                  <a:cubicBezTo>
                    <a:pt x="8244" y="8908"/>
                    <a:pt x="7958" y="8757"/>
                    <a:pt x="7700" y="8562"/>
                  </a:cubicBezTo>
                  <a:cubicBezTo>
                    <a:pt x="7448" y="8373"/>
                    <a:pt x="7222" y="8150"/>
                    <a:pt x="7033" y="7895"/>
                  </a:cubicBezTo>
                  <a:cubicBezTo>
                    <a:pt x="6945" y="7770"/>
                    <a:pt x="6860" y="7641"/>
                    <a:pt x="6791" y="7505"/>
                  </a:cubicBezTo>
                  <a:cubicBezTo>
                    <a:pt x="6687" y="7342"/>
                    <a:pt x="6634" y="7153"/>
                    <a:pt x="6631" y="6958"/>
                  </a:cubicBezTo>
                  <a:cubicBezTo>
                    <a:pt x="6649" y="6581"/>
                    <a:pt x="7046" y="6414"/>
                    <a:pt x="7376" y="6408"/>
                  </a:cubicBezTo>
                  <a:cubicBezTo>
                    <a:pt x="7735" y="6408"/>
                    <a:pt x="8081" y="6565"/>
                    <a:pt x="8370" y="6779"/>
                  </a:cubicBezTo>
                  <a:cubicBezTo>
                    <a:pt x="8942" y="7191"/>
                    <a:pt x="9307" y="7820"/>
                    <a:pt x="9880" y="8232"/>
                  </a:cubicBezTo>
                  <a:cubicBezTo>
                    <a:pt x="10162" y="8432"/>
                    <a:pt x="10551" y="8597"/>
                    <a:pt x="10920" y="8597"/>
                  </a:cubicBezTo>
                  <a:cubicBezTo>
                    <a:pt x="11044" y="8597"/>
                    <a:pt x="11165" y="8579"/>
                    <a:pt x="11279" y="8537"/>
                  </a:cubicBezTo>
                  <a:lnTo>
                    <a:pt x="11317" y="8465"/>
                  </a:lnTo>
                  <a:lnTo>
                    <a:pt x="11317" y="8465"/>
                  </a:lnTo>
                  <a:cubicBezTo>
                    <a:pt x="11172" y="8521"/>
                    <a:pt x="11020" y="8548"/>
                    <a:pt x="10869" y="8548"/>
                  </a:cubicBezTo>
                  <a:cubicBezTo>
                    <a:pt x="10724" y="8548"/>
                    <a:pt x="10579" y="8523"/>
                    <a:pt x="10443" y="8474"/>
                  </a:cubicBezTo>
                  <a:cubicBezTo>
                    <a:pt x="10112" y="8355"/>
                    <a:pt x="9814" y="8166"/>
                    <a:pt x="9571" y="7914"/>
                  </a:cubicBezTo>
                  <a:cubicBezTo>
                    <a:pt x="9074" y="7439"/>
                    <a:pt x="8675" y="6839"/>
                    <a:pt x="8040" y="6530"/>
                  </a:cubicBezTo>
                  <a:cubicBezTo>
                    <a:pt x="7838" y="6425"/>
                    <a:pt x="7611" y="6370"/>
                    <a:pt x="7383" y="6370"/>
                  </a:cubicBezTo>
                  <a:close/>
                  <a:moveTo>
                    <a:pt x="3139" y="7674"/>
                  </a:moveTo>
                  <a:cubicBezTo>
                    <a:pt x="3125" y="7674"/>
                    <a:pt x="3110" y="7674"/>
                    <a:pt x="3095" y="7675"/>
                  </a:cubicBezTo>
                  <a:cubicBezTo>
                    <a:pt x="2407" y="7710"/>
                    <a:pt x="2026" y="8345"/>
                    <a:pt x="1661" y="8842"/>
                  </a:cubicBezTo>
                  <a:cubicBezTo>
                    <a:pt x="1479" y="9103"/>
                    <a:pt x="1243" y="9323"/>
                    <a:pt x="972" y="9484"/>
                  </a:cubicBezTo>
                  <a:cubicBezTo>
                    <a:pt x="780" y="9597"/>
                    <a:pt x="563" y="9666"/>
                    <a:pt x="340" y="9676"/>
                  </a:cubicBezTo>
                  <a:lnTo>
                    <a:pt x="328" y="9723"/>
                  </a:lnTo>
                  <a:cubicBezTo>
                    <a:pt x="768" y="9723"/>
                    <a:pt x="1215" y="9437"/>
                    <a:pt x="1494" y="9125"/>
                  </a:cubicBezTo>
                  <a:cubicBezTo>
                    <a:pt x="1935" y="8631"/>
                    <a:pt x="2230" y="7899"/>
                    <a:pt x="2948" y="7744"/>
                  </a:cubicBezTo>
                  <a:cubicBezTo>
                    <a:pt x="3008" y="7730"/>
                    <a:pt x="3069" y="7723"/>
                    <a:pt x="3129" y="7723"/>
                  </a:cubicBezTo>
                  <a:cubicBezTo>
                    <a:pt x="3410" y="7723"/>
                    <a:pt x="3675" y="7874"/>
                    <a:pt x="3809" y="8128"/>
                  </a:cubicBezTo>
                  <a:cubicBezTo>
                    <a:pt x="3992" y="8446"/>
                    <a:pt x="3948" y="8826"/>
                    <a:pt x="3790" y="9147"/>
                  </a:cubicBezTo>
                  <a:cubicBezTo>
                    <a:pt x="3536" y="9660"/>
                    <a:pt x="3036" y="10003"/>
                    <a:pt x="2520" y="10223"/>
                  </a:cubicBezTo>
                  <a:cubicBezTo>
                    <a:pt x="1715" y="10569"/>
                    <a:pt x="802" y="10679"/>
                    <a:pt x="13" y="11069"/>
                  </a:cubicBezTo>
                  <a:lnTo>
                    <a:pt x="0" y="11132"/>
                  </a:lnTo>
                  <a:cubicBezTo>
                    <a:pt x="919" y="10670"/>
                    <a:pt x="1988" y="10597"/>
                    <a:pt x="2894" y="10094"/>
                  </a:cubicBezTo>
                  <a:cubicBezTo>
                    <a:pt x="3366" y="9830"/>
                    <a:pt x="3809" y="9411"/>
                    <a:pt x="3945" y="8870"/>
                  </a:cubicBezTo>
                  <a:cubicBezTo>
                    <a:pt x="4017" y="8584"/>
                    <a:pt x="3967" y="8276"/>
                    <a:pt x="3806" y="8028"/>
                  </a:cubicBezTo>
                  <a:cubicBezTo>
                    <a:pt x="3651" y="7807"/>
                    <a:pt x="3403" y="7674"/>
                    <a:pt x="3139" y="7674"/>
                  </a:cubicBezTo>
                  <a:close/>
                  <a:moveTo>
                    <a:pt x="8320" y="14007"/>
                  </a:moveTo>
                  <a:cubicBezTo>
                    <a:pt x="8325" y="14008"/>
                    <a:pt x="8330" y="14009"/>
                    <a:pt x="8335" y="14009"/>
                  </a:cubicBezTo>
                  <a:cubicBezTo>
                    <a:pt x="8341" y="14009"/>
                    <a:pt x="8346" y="14008"/>
                    <a:pt x="8351" y="14007"/>
                  </a:cubicBezTo>
                  <a:close/>
                  <a:moveTo>
                    <a:pt x="8709" y="10276"/>
                  </a:moveTo>
                  <a:cubicBezTo>
                    <a:pt x="8613" y="10276"/>
                    <a:pt x="8517" y="10294"/>
                    <a:pt x="8427" y="10330"/>
                  </a:cubicBezTo>
                  <a:cubicBezTo>
                    <a:pt x="8197" y="10443"/>
                    <a:pt x="8030" y="10647"/>
                    <a:pt x="7961" y="10890"/>
                  </a:cubicBezTo>
                  <a:cubicBezTo>
                    <a:pt x="7753" y="11563"/>
                    <a:pt x="8197" y="12189"/>
                    <a:pt x="8411" y="12796"/>
                  </a:cubicBezTo>
                  <a:cubicBezTo>
                    <a:pt x="8530" y="13142"/>
                    <a:pt x="8609" y="13544"/>
                    <a:pt x="8445" y="13890"/>
                  </a:cubicBezTo>
                  <a:cubicBezTo>
                    <a:pt x="8421" y="13945"/>
                    <a:pt x="8388" y="13995"/>
                    <a:pt x="8351" y="14007"/>
                  </a:cubicBezTo>
                  <a:lnTo>
                    <a:pt x="8379" y="14007"/>
                  </a:lnTo>
                  <a:cubicBezTo>
                    <a:pt x="8387" y="14026"/>
                    <a:pt x="8395" y="14033"/>
                    <a:pt x="8402" y="14033"/>
                  </a:cubicBezTo>
                  <a:cubicBezTo>
                    <a:pt x="8411" y="14033"/>
                    <a:pt x="8420" y="14019"/>
                    <a:pt x="8430" y="14007"/>
                  </a:cubicBezTo>
                  <a:cubicBezTo>
                    <a:pt x="8612" y="13730"/>
                    <a:pt x="8603" y="13378"/>
                    <a:pt x="8537" y="13069"/>
                  </a:cubicBezTo>
                  <a:cubicBezTo>
                    <a:pt x="8382" y="12390"/>
                    <a:pt x="7816" y="11745"/>
                    <a:pt x="7970" y="11019"/>
                  </a:cubicBezTo>
                  <a:cubicBezTo>
                    <a:pt x="8030" y="10729"/>
                    <a:pt x="8203" y="10443"/>
                    <a:pt x="8493" y="10346"/>
                  </a:cubicBezTo>
                  <a:cubicBezTo>
                    <a:pt x="8561" y="10322"/>
                    <a:pt x="8629" y="10312"/>
                    <a:pt x="8696" y="10312"/>
                  </a:cubicBezTo>
                  <a:cubicBezTo>
                    <a:pt x="8939" y="10312"/>
                    <a:pt x="9168" y="10450"/>
                    <a:pt x="9335" y="10632"/>
                  </a:cubicBezTo>
                  <a:cubicBezTo>
                    <a:pt x="9876" y="11239"/>
                    <a:pt x="9597" y="12075"/>
                    <a:pt x="9480" y="12780"/>
                  </a:cubicBezTo>
                  <a:cubicBezTo>
                    <a:pt x="9408" y="13192"/>
                    <a:pt x="9389" y="13683"/>
                    <a:pt x="9593" y="14092"/>
                  </a:cubicBezTo>
                  <a:lnTo>
                    <a:pt x="9650" y="14092"/>
                  </a:lnTo>
                  <a:cubicBezTo>
                    <a:pt x="9329" y="13462"/>
                    <a:pt x="9540" y="12758"/>
                    <a:pt x="9650" y="12129"/>
                  </a:cubicBezTo>
                  <a:cubicBezTo>
                    <a:pt x="9707" y="11789"/>
                    <a:pt x="9751" y="11418"/>
                    <a:pt x="9641" y="11082"/>
                  </a:cubicBezTo>
                  <a:cubicBezTo>
                    <a:pt x="9559" y="10817"/>
                    <a:pt x="9386" y="10581"/>
                    <a:pt x="9153" y="10418"/>
                  </a:cubicBezTo>
                  <a:cubicBezTo>
                    <a:pt x="9022" y="10324"/>
                    <a:pt x="8866" y="10276"/>
                    <a:pt x="8709" y="10276"/>
                  </a:cubicBezTo>
                  <a:close/>
                  <a:moveTo>
                    <a:pt x="3157" y="10792"/>
                  </a:moveTo>
                  <a:cubicBezTo>
                    <a:pt x="2808" y="10792"/>
                    <a:pt x="2436" y="10964"/>
                    <a:pt x="2183" y="11179"/>
                  </a:cubicBezTo>
                  <a:cubicBezTo>
                    <a:pt x="1667" y="11607"/>
                    <a:pt x="1435" y="12264"/>
                    <a:pt x="1337" y="12909"/>
                  </a:cubicBezTo>
                  <a:cubicBezTo>
                    <a:pt x="1277" y="13289"/>
                    <a:pt x="1287" y="13730"/>
                    <a:pt x="1158" y="14101"/>
                  </a:cubicBezTo>
                  <a:lnTo>
                    <a:pt x="1211" y="14101"/>
                  </a:lnTo>
                  <a:cubicBezTo>
                    <a:pt x="1284" y="13837"/>
                    <a:pt x="1325" y="13566"/>
                    <a:pt x="1337" y="13293"/>
                  </a:cubicBezTo>
                  <a:cubicBezTo>
                    <a:pt x="1403" y="12585"/>
                    <a:pt x="1570" y="11840"/>
                    <a:pt x="2089" y="11321"/>
                  </a:cubicBezTo>
                  <a:cubicBezTo>
                    <a:pt x="2312" y="11088"/>
                    <a:pt x="2598" y="10931"/>
                    <a:pt x="2913" y="10865"/>
                  </a:cubicBezTo>
                  <a:cubicBezTo>
                    <a:pt x="2983" y="10851"/>
                    <a:pt x="3055" y="10845"/>
                    <a:pt x="3125" y="10845"/>
                  </a:cubicBezTo>
                  <a:cubicBezTo>
                    <a:pt x="3410" y="10845"/>
                    <a:pt x="3681" y="10956"/>
                    <a:pt x="3838" y="11210"/>
                  </a:cubicBezTo>
                  <a:cubicBezTo>
                    <a:pt x="4215" y="11824"/>
                    <a:pt x="3888" y="12616"/>
                    <a:pt x="3743" y="13245"/>
                  </a:cubicBezTo>
                  <a:cubicBezTo>
                    <a:pt x="3677" y="13522"/>
                    <a:pt x="3649" y="13808"/>
                    <a:pt x="3661" y="14010"/>
                  </a:cubicBezTo>
                  <a:lnTo>
                    <a:pt x="3706" y="14010"/>
                  </a:lnTo>
                  <a:cubicBezTo>
                    <a:pt x="3677" y="13667"/>
                    <a:pt x="3800" y="13214"/>
                    <a:pt x="3901" y="12815"/>
                  </a:cubicBezTo>
                  <a:cubicBezTo>
                    <a:pt x="4039" y="12264"/>
                    <a:pt x="4212" y="11528"/>
                    <a:pt x="3784" y="11056"/>
                  </a:cubicBezTo>
                  <a:cubicBezTo>
                    <a:pt x="3612" y="10868"/>
                    <a:pt x="3389" y="10792"/>
                    <a:pt x="3157" y="10792"/>
                  </a:cubicBezTo>
                  <a:close/>
                  <a:moveTo>
                    <a:pt x="5801" y="7937"/>
                  </a:moveTo>
                  <a:cubicBezTo>
                    <a:pt x="5607" y="7937"/>
                    <a:pt x="5412" y="7986"/>
                    <a:pt x="5234" y="8087"/>
                  </a:cubicBezTo>
                  <a:cubicBezTo>
                    <a:pt x="4794" y="8351"/>
                    <a:pt x="4580" y="8880"/>
                    <a:pt x="4548" y="9371"/>
                  </a:cubicBezTo>
                  <a:cubicBezTo>
                    <a:pt x="4511" y="10012"/>
                    <a:pt x="4806" y="10613"/>
                    <a:pt x="5124" y="11148"/>
                  </a:cubicBezTo>
                  <a:cubicBezTo>
                    <a:pt x="5492" y="11780"/>
                    <a:pt x="5926" y="12396"/>
                    <a:pt x="6074" y="13129"/>
                  </a:cubicBezTo>
                  <a:cubicBezTo>
                    <a:pt x="6140" y="13444"/>
                    <a:pt x="6140" y="13774"/>
                    <a:pt x="6074" y="14010"/>
                  </a:cubicBezTo>
                  <a:lnTo>
                    <a:pt x="6118" y="14010"/>
                  </a:lnTo>
                  <a:cubicBezTo>
                    <a:pt x="6162" y="13890"/>
                    <a:pt x="6178" y="13692"/>
                    <a:pt x="6165" y="13491"/>
                  </a:cubicBezTo>
                  <a:cubicBezTo>
                    <a:pt x="6121" y="12771"/>
                    <a:pt x="5756" y="12126"/>
                    <a:pt x="5391" y="11525"/>
                  </a:cubicBezTo>
                  <a:cubicBezTo>
                    <a:pt x="5036" y="10940"/>
                    <a:pt x="4627" y="10311"/>
                    <a:pt x="4592" y="9606"/>
                  </a:cubicBezTo>
                  <a:cubicBezTo>
                    <a:pt x="4564" y="9069"/>
                    <a:pt x="4753" y="8449"/>
                    <a:pt x="5228" y="8147"/>
                  </a:cubicBezTo>
                  <a:cubicBezTo>
                    <a:pt x="5401" y="8036"/>
                    <a:pt x="5595" y="7985"/>
                    <a:pt x="5786" y="7985"/>
                  </a:cubicBezTo>
                  <a:cubicBezTo>
                    <a:pt x="6211" y="7985"/>
                    <a:pt x="6629" y="8238"/>
                    <a:pt x="6807" y="8650"/>
                  </a:cubicBezTo>
                  <a:cubicBezTo>
                    <a:pt x="7061" y="9251"/>
                    <a:pt x="6838" y="9971"/>
                    <a:pt x="6731" y="10588"/>
                  </a:cubicBezTo>
                  <a:cubicBezTo>
                    <a:pt x="6609" y="11302"/>
                    <a:pt x="6634" y="12031"/>
                    <a:pt x="6807" y="12736"/>
                  </a:cubicBezTo>
                  <a:cubicBezTo>
                    <a:pt x="6876" y="13079"/>
                    <a:pt x="6999" y="13406"/>
                    <a:pt x="7162" y="13714"/>
                  </a:cubicBezTo>
                  <a:cubicBezTo>
                    <a:pt x="7241" y="13852"/>
                    <a:pt x="7345" y="13978"/>
                    <a:pt x="7461" y="14101"/>
                  </a:cubicBezTo>
                  <a:lnTo>
                    <a:pt x="7536" y="14101"/>
                  </a:lnTo>
                  <a:cubicBezTo>
                    <a:pt x="7316" y="13890"/>
                    <a:pt x="7150" y="13642"/>
                    <a:pt x="7055" y="13365"/>
                  </a:cubicBezTo>
                  <a:cubicBezTo>
                    <a:pt x="6782" y="12664"/>
                    <a:pt x="6665" y="11912"/>
                    <a:pt x="6709" y="11163"/>
                  </a:cubicBezTo>
                  <a:cubicBezTo>
                    <a:pt x="6741" y="10808"/>
                    <a:pt x="6791" y="10459"/>
                    <a:pt x="6866" y="10113"/>
                  </a:cubicBezTo>
                  <a:cubicBezTo>
                    <a:pt x="6970" y="9534"/>
                    <a:pt x="7080" y="8858"/>
                    <a:pt x="6684" y="8355"/>
                  </a:cubicBezTo>
                  <a:cubicBezTo>
                    <a:pt x="6461" y="8082"/>
                    <a:pt x="6134" y="7937"/>
                    <a:pt x="5801" y="79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0" name="Google Shape;3070;p49"/>
            <p:cNvSpPr/>
            <p:nvPr/>
          </p:nvSpPr>
          <p:spPr>
            <a:xfrm>
              <a:off x="1693588" y="4043731"/>
              <a:ext cx="424116" cy="93883"/>
            </a:xfrm>
            <a:custGeom>
              <a:avLst/>
              <a:gdLst/>
              <a:ahLst/>
              <a:cxnLst/>
              <a:rect l="l" t="t" r="r" b="b"/>
              <a:pathLst>
                <a:path w="3361" h="744" extrusionOk="0">
                  <a:moveTo>
                    <a:pt x="3330" y="1"/>
                  </a:moveTo>
                  <a:cubicBezTo>
                    <a:pt x="3329" y="1"/>
                    <a:pt x="3327" y="1"/>
                    <a:pt x="3325" y="1"/>
                  </a:cubicBezTo>
                  <a:cubicBezTo>
                    <a:pt x="2762" y="52"/>
                    <a:pt x="2199" y="143"/>
                    <a:pt x="1649" y="275"/>
                  </a:cubicBezTo>
                  <a:cubicBezTo>
                    <a:pt x="1382" y="344"/>
                    <a:pt x="1111" y="429"/>
                    <a:pt x="844" y="514"/>
                  </a:cubicBezTo>
                  <a:cubicBezTo>
                    <a:pt x="709" y="558"/>
                    <a:pt x="576" y="599"/>
                    <a:pt x="441" y="637"/>
                  </a:cubicBezTo>
                  <a:cubicBezTo>
                    <a:pt x="300" y="681"/>
                    <a:pt x="158" y="709"/>
                    <a:pt x="10" y="718"/>
                  </a:cubicBezTo>
                  <a:cubicBezTo>
                    <a:pt x="7" y="718"/>
                    <a:pt x="1" y="728"/>
                    <a:pt x="1" y="731"/>
                  </a:cubicBezTo>
                  <a:cubicBezTo>
                    <a:pt x="1" y="734"/>
                    <a:pt x="7" y="740"/>
                    <a:pt x="10" y="740"/>
                  </a:cubicBezTo>
                  <a:cubicBezTo>
                    <a:pt x="56" y="742"/>
                    <a:pt x="103" y="744"/>
                    <a:pt x="149" y="744"/>
                  </a:cubicBezTo>
                  <a:cubicBezTo>
                    <a:pt x="242" y="744"/>
                    <a:pt x="335" y="739"/>
                    <a:pt x="425" y="731"/>
                  </a:cubicBezTo>
                  <a:cubicBezTo>
                    <a:pt x="561" y="715"/>
                    <a:pt x="693" y="693"/>
                    <a:pt x="825" y="655"/>
                  </a:cubicBezTo>
                  <a:cubicBezTo>
                    <a:pt x="1102" y="589"/>
                    <a:pt x="1375" y="508"/>
                    <a:pt x="1649" y="435"/>
                  </a:cubicBezTo>
                  <a:cubicBezTo>
                    <a:pt x="2209" y="291"/>
                    <a:pt x="2762" y="149"/>
                    <a:pt x="3332" y="48"/>
                  </a:cubicBezTo>
                  <a:cubicBezTo>
                    <a:pt x="3361" y="40"/>
                    <a:pt x="3352" y="1"/>
                    <a:pt x="33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1" name="Google Shape;3071;p49"/>
            <p:cNvSpPr/>
            <p:nvPr/>
          </p:nvSpPr>
          <p:spPr>
            <a:xfrm>
              <a:off x="1935743" y="4098118"/>
              <a:ext cx="356480" cy="20442"/>
            </a:xfrm>
            <a:custGeom>
              <a:avLst/>
              <a:gdLst/>
              <a:ahLst/>
              <a:cxnLst/>
              <a:rect l="l" t="t" r="r" b="b"/>
              <a:pathLst>
                <a:path w="2825" h="162" extrusionOk="0">
                  <a:moveTo>
                    <a:pt x="1498" y="1"/>
                  </a:moveTo>
                  <a:cubicBezTo>
                    <a:pt x="1466" y="1"/>
                    <a:pt x="1433" y="1"/>
                    <a:pt x="1400" y="1"/>
                  </a:cubicBezTo>
                  <a:cubicBezTo>
                    <a:pt x="1170" y="1"/>
                    <a:pt x="938" y="20"/>
                    <a:pt x="705" y="42"/>
                  </a:cubicBezTo>
                  <a:cubicBezTo>
                    <a:pt x="595" y="51"/>
                    <a:pt x="482" y="64"/>
                    <a:pt x="372" y="80"/>
                  </a:cubicBezTo>
                  <a:cubicBezTo>
                    <a:pt x="261" y="95"/>
                    <a:pt x="133" y="127"/>
                    <a:pt x="13" y="143"/>
                  </a:cubicBezTo>
                  <a:cubicBezTo>
                    <a:pt x="0" y="143"/>
                    <a:pt x="0" y="162"/>
                    <a:pt x="13" y="162"/>
                  </a:cubicBezTo>
                  <a:cubicBezTo>
                    <a:pt x="51" y="159"/>
                    <a:pt x="89" y="159"/>
                    <a:pt x="128" y="159"/>
                  </a:cubicBezTo>
                  <a:cubicBezTo>
                    <a:pt x="206" y="159"/>
                    <a:pt x="285" y="162"/>
                    <a:pt x="362" y="162"/>
                  </a:cubicBezTo>
                  <a:lnTo>
                    <a:pt x="714" y="155"/>
                  </a:lnTo>
                  <a:cubicBezTo>
                    <a:pt x="944" y="149"/>
                    <a:pt x="1177" y="146"/>
                    <a:pt x="1413" y="140"/>
                  </a:cubicBezTo>
                  <a:cubicBezTo>
                    <a:pt x="1878" y="124"/>
                    <a:pt x="2340" y="111"/>
                    <a:pt x="2809" y="111"/>
                  </a:cubicBezTo>
                  <a:cubicBezTo>
                    <a:pt x="2825" y="105"/>
                    <a:pt x="2822" y="67"/>
                    <a:pt x="2797" y="67"/>
                  </a:cubicBezTo>
                  <a:cubicBezTo>
                    <a:pt x="2367" y="20"/>
                    <a:pt x="1931" y="1"/>
                    <a:pt x="14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2" name="Google Shape;3072;p49"/>
            <p:cNvSpPr/>
            <p:nvPr/>
          </p:nvSpPr>
          <p:spPr>
            <a:xfrm>
              <a:off x="1796053" y="2509035"/>
              <a:ext cx="408847" cy="742361"/>
            </a:xfrm>
            <a:custGeom>
              <a:avLst/>
              <a:gdLst/>
              <a:ahLst/>
              <a:cxnLst/>
              <a:rect l="l" t="t" r="r" b="b"/>
              <a:pathLst>
                <a:path w="3240" h="5883" extrusionOk="0">
                  <a:moveTo>
                    <a:pt x="667" y="1"/>
                  </a:moveTo>
                  <a:cubicBezTo>
                    <a:pt x="667" y="1"/>
                    <a:pt x="551" y="548"/>
                    <a:pt x="409" y="1234"/>
                  </a:cubicBezTo>
                  <a:cubicBezTo>
                    <a:pt x="400" y="1262"/>
                    <a:pt x="397" y="1296"/>
                    <a:pt x="390" y="1331"/>
                  </a:cubicBezTo>
                  <a:cubicBezTo>
                    <a:pt x="381" y="1366"/>
                    <a:pt x="368" y="1407"/>
                    <a:pt x="365" y="1441"/>
                  </a:cubicBezTo>
                  <a:cubicBezTo>
                    <a:pt x="343" y="1542"/>
                    <a:pt x="321" y="1646"/>
                    <a:pt x="302" y="1749"/>
                  </a:cubicBezTo>
                  <a:cubicBezTo>
                    <a:pt x="287" y="1828"/>
                    <a:pt x="271" y="1904"/>
                    <a:pt x="258" y="1992"/>
                  </a:cubicBezTo>
                  <a:cubicBezTo>
                    <a:pt x="249" y="2073"/>
                    <a:pt x="233" y="2155"/>
                    <a:pt x="217" y="2237"/>
                  </a:cubicBezTo>
                  <a:cubicBezTo>
                    <a:pt x="70" y="3067"/>
                    <a:pt x="0" y="3929"/>
                    <a:pt x="16" y="4033"/>
                  </a:cubicBezTo>
                  <a:cubicBezTo>
                    <a:pt x="54" y="4272"/>
                    <a:pt x="1092" y="5873"/>
                    <a:pt x="2174" y="5882"/>
                  </a:cubicBezTo>
                  <a:cubicBezTo>
                    <a:pt x="2174" y="5882"/>
                    <a:pt x="2175" y="5882"/>
                    <a:pt x="2175" y="5882"/>
                  </a:cubicBezTo>
                  <a:cubicBezTo>
                    <a:pt x="2529" y="5882"/>
                    <a:pt x="2633" y="3964"/>
                    <a:pt x="2633" y="3964"/>
                  </a:cubicBezTo>
                  <a:lnTo>
                    <a:pt x="2674" y="3822"/>
                  </a:lnTo>
                  <a:lnTo>
                    <a:pt x="3240" y="1863"/>
                  </a:lnTo>
                  <a:lnTo>
                    <a:pt x="997" y="221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3" name="Google Shape;3073;p49"/>
            <p:cNvSpPr/>
            <p:nvPr/>
          </p:nvSpPr>
          <p:spPr>
            <a:xfrm>
              <a:off x="1847664" y="2509035"/>
              <a:ext cx="357742" cy="482415"/>
            </a:xfrm>
            <a:custGeom>
              <a:avLst/>
              <a:gdLst/>
              <a:ahLst/>
              <a:cxnLst/>
              <a:rect l="l" t="t" r="r" b="b"/>
              <a:pathLst>
                <a:path w="2835" h="3823" extrusionOk="0">
                  <a:moveTo>
                    <a:pt x="264" y="1"/>
                  </a:moveTo>
                  <a:cubicBezTo>
                    <a:pt x="255" y="7"/>
                    <a:pt x="142" y="551"/>
                    <a:pt x="0" y="1237"/>
                  </a:cubicBezTo>
                  <a:cubicBezTo>
                    <a:pt x="337" y="2391"/>
                    <a:pt x="1167" y="3335"/>
                    <a:pt x="2268" y="3822"/>
                  </a:cubicBezTo>
                  <a:lnTo>
                    <a:pt x="2834" y="1863"/>
                  </a:lnTo>
                  <a:lnTo>
                    <a:pt x="595" y="221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423542">
                <a:alpha val="2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4" name="Google Shape;3074;p49"/>
            <p:cNvSpPr/>
            <p:nvPr/>
          </p:nvSpPr>
          <p:spPr>
            <a:xfrm>
              <a:off x="1524118" y="2508278"/>
              <a:ext cx="981360" cy="1845240"/>
            </a:xfrm>
            <a:custGeom>
              <a:avLst/>
              <a:gdLst/>
              <a:ahLst/>
              <a:cxnLst/>
              <a:rect l="l" t="t" r="r" b="b"/>
              <a:pathLst>
                <a:path w="7777" h="14623" extrusionOk="0">
                  <a:moveTo>
                    <a:pt x="2080" y="0"/>
                  </a:moveTo>
                  <a:lnTo>
                    <a:pt x="2080" y="0"/>
                  </a:lnTo>
                  <a:cubicBezTo>
                    <a:pt x="2111" y="1998"/>
                    <a:pt x="1" y="4347"/>
                    <a:pt x="850" y="7989"/>
                  </a:cubicBezTo>
                  <a:cubicBezTo>
                    <a:pt x="1231" y="9625"/>
                    <a:pt x="4077" y="11326"/>
                    <a:pt x="3860" y="14528"/>
                  </a:cubicBezTo>
                  <a:cubicBezTo>
                    <a:pt x="3856" y="14592"/>
                    <a:pt x="3877" y="14622"/>
                    <a:pt x="3918" y="14622"/>
                  </a:cubicBezTo>
                  <a:cubicBezTo>
                    <a:pt x="4413" y="14622"/>
                    <a:pt x="7777" y="10160"/>
                    <a:pt x="4193" y="4454"/>
                  </a:cubicBezTo>
                  <a:cubicBezTo>
                    <a:pt x="2973" y="2514"/>
                    <a:pt x="2080" y="1"/>
                    <a:pt x="2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5" name="Google Shape;3075;p49"/>
            <p:cNvSpPr/>
            <p:nvPr/>
          </p:nvSpPr>
          <p:spPr>
            <a:xfrm>
              <a:off x="2045652" y="3119532"/>
              <a:ext cx="331495" cy="1149063"/>
            </a:xfrm>
            <a:custGeom>
              <a:avLst/>
              <a:gdLst/>
              <a:ahLst/>
              <a:cxnLst/>
              <a:rect l="l" t="t" r="r" b="b"/>
              <a:pathLst>
                <a:path w="2627" h="9106" extrusionOk="0">
                  <a:moveTo>
                    <a:pt x="23" y="0"/>
                  </a:moveTo>
                  <a:cubicBezTo>
                    <a:pt x="20" y="0"/>
                    <a:pt x="17" y="1"/>
                    <a:pt x="16" y="3"/>
                  </a:cubicBezTo>
                  <a:cubicBezTo>
                    <a:pt x="4" y="9"/>
                    <a:pt x="1" y="28"/>
                    <a:pt x="7" y="38"/>
                  </a:cubicBezTo>
                  <a:cubicBezTo>
                    <a:pt x="369" y="638"/>
                    <a:pt x="740" y="1233"/>
                    <a:pt x="1045" y="1865"/>
                  </a:cubicBezTo>
                  <a:cubicBezTo>
                    <a:pt x="1592" y="3007"/>
                    <a:pt x="1960" y="4246"/>
                    <a:pt x="1922" y="5520"/>
                  </a:cubicBezTo>
                  <a:cubicBezTo>
                    <a:pt x="1907" y="6161"/>
                    <a:pt x="1778" y="6797"/>
                    <a:pt x="1532" y="7391"/>
                  </a:cubicBezTo>
                  <a:cubicBezTo>
                    <a:pt x="1268" y="8011"/>
                    <a:pt x="853" y="8555"/>
                    <a:pt x="435" y="9083"/>
                  </a:cubicBezTo>
                  <a:cubicBezTo>
                    <a:pt x="430" y="9093"/>
                    <a:pt x="438" y="9105"/>
                    <a:pt x="445" y="9105"/>
                  </a:cubicBezTo>
                  <a:cubicBezTo>
                    <a:pt x="447" y="9105"/>
                    <a:pt x="449" y="9104"/>
                    <a:pt x="450" y="9102"/>
                  </a:cubicBezTo>
                  <a:cubicBezTo>
                    <a:pt x="928" y="8508"/>
                    <a:pt x="1394" y="7917"/>
                    <a:pt x="1674" y="7196"/>
                  </a:cubicBezTo>
                  <a:cubicBezTo>
                    <a:pt x="2627" y="4749"/>
                    <a:pt x="1466" y="2019"/>
                    <a:pt x="42" y="13"/>
                  </a:cubicBezTo>
                  <a:cubicBezTo>
                    <a:pt x="37" y="4"/>
                    <a:pt x="29" y="0"/>
                    <a:pt x="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6" name="Google Shape;3076;p49"/>
            <p:cNvSpPr/>
            <p:nvPr/>
          </p:nvSpPr>
          <p:spPr>
            <a:xfrm>
              <a:off x="1554277" y="2611121"/>
              <a:ext cx="223983" cy="1201179"/>
            </a:xfrm>
            <a:custGeom>
              <a:avLst/>
              <a:gdLst/>
              <a:ahLst/>
              <a:cxnLst/>
              <a:rect l="l" t="t" r="r" b="b"/>
              <a:pathLst>
                <a:path w="1775" h="9519" extrusionOk="0">
                  <a:moveTo>
                    <a:pt x="1766" y="0"/>
                  </a:moveTo>
                  <a:cubicBezTo>
                    <a:pt x="1762" y="0"/>
                    <a:pt x="1759" y="4"/>
                    <a:pt x="1759" y="6"/>
                  </a:cubicBezTo>
                  <a:cubicBezTo>
                    <a:pt x="1589" y="843"/>
                    <a:pt x="1199" y="1610"/>
                    <a:pt x="863" y="2390"/>
                  </a:cubicBezTo>
                  <a:cubicBezTo>
                    <a:pt x="312" y="3655"/>
                    <a:pt x="1" y="5017"/>
                    <a:pt x="186" y="6394"/>
                  </a:cubicBezTo>
                  <a:cubicBezTo>
                    <a:pt x="331" y="7539"/>
                    <a:pt x="806" y="8681"/>
                    <a:pt x="1621" y="9514"/>
                  </a:cubicBezTo>
                  <a:cubicBezTo>
                    <a:pt x="1624" y="9518"/>
                    <a:pt x="1628" y="9519"/>
                    <a:pt x="1631" y="9519"/>
                  </a:cubicBezTo>
                  <a:cubicBezTo>
                    <a:pt x="1645" y="9519"/>
                    <a:pt x="1658" y="9498"/>
                    <a:pt x="1646" y="9486"/>
                  </a:cubicBezTo>
                  <a:cubicBezTo>
                    <a:pt x="1193" y="8967"/>
                    <a:pt x="837" y="8366"/>
                    <a:pt x="598" y="7715"/>
                  </a:cubicBezTo>
                  <a:cubicBezTo>
                    <a:pt x="155" y="6498"/>
                    <a:pt x="139" y="5161"/>
                    <a:pt x="429" y="3906"/>
                  </a:cubicBezTo>
                  <a:cubicBezTo>
                    <a:pt x="743" y="2557"/>
                    <a:pt x="1529" y="1371"/>
                    <a:pt x="1775" y="6"/>
                  </a:cubicBezTo>
                  <a:cubicBezTo>
                    <a:pt x="1775" y="6"/>
                    <a:pt x="1775" y="3"/>
                    <a:pt x="1772" y="3"/>
                  </a:cubicBezTo>
                  <a:cubicBezTo>
                    <a:pt x="1770" y="1"/>
                    <a:pt x="1768" y="0"/>
                    <a:pt x="1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7" name="Google Shape;3077;p49"/>
            <p:cNvSpPr/>
            <p:nvPr/>
          </p:nvSpPr>
          <p:spPr>
            <a:xfrm>
              <a:off x="1844509" y="2680272"/>
              <a:ext cx="474213" cy="1120040"/>
            </a:xfrm>
            <a:custGeom>
              <a:avLst/>
              <a:gdLst/>
              <a:ahLst/>
              <a:cxnLst/>
              <a:rect l="l" t="t" r="r" b="b"/>
              <a:pathLst>
                <a:path w="3758" h="8876" extrusionOk="0">
                  <a:moveTo>
                    <a:pt x="18" y="0"/>
                  </a:moveTo>
                  <a:cubicBezTo>
                    <a:pt x="10" y="0"/>
                    <a:pt x="5" y="8"/>
                    <a:pt x="0" y="18"/>
                  </a:cubicBezTo>
                  <a:cubicBezTo>
                    <a:pt x="91" y="427"/>
                    <a:pt x="269" y="809"/>
                    <a:pt x="481" y="1173"/>
                  </a:cubicBezTo>
                  <a:lnTo>
                    <a:pt x="481" y="1173"/>
                  </a:lnTo>
                  <a:lnTo>
                    <a:pt x="255" y="586"/>
                  </a:lnTo>
                  <a:lnTo>
                    <a:pt x="255" y="586"/>
                  </a:lnTo>
                  <a:cubicBezTo>
                    <a:pt x="270" y="620"/>
                    <a:pt x="285" y="655"/>
                    <a:pt x="301" y="690"/>
                  </a:cubicBezTo>
                  <a:lnTo>
                    <a:pt x="301" y="690"/>
                  </a:lnTo>
                  <a:lnTo>
                    <a:pt x="38" y="6"/>
                  </a:lnTo>
                  <a:lnTo>
                    <a:pt x="38" y="6"/>
                  </a:lnTo>
                  <a:cubicBezTo>
                    <a:pt x="49" y="42"/>
                    <a:pt x="62" y="79"/>
                    <a:pt x="74" y="116"/>
                  </a:cubicBezTo>
                  <a:lnTo>
                    <a:pt x="74" y="116"/>
                  </a:lnTo>
                  <a:lnTo>
                    <a:pt x="255" y="586"/>
                  </a:lnTo>
                  <a:lnTo>
                    <a:pt x="255" y="586"/>
                  </a:lnTo>
                  <a:cubicBezTo>
                    <a:pt x="188" y="432"/>
                    <a:pt x="128" y="275"/>
                    <a:pt x="74" y="116"/>
                  </a:cubicBezTo>
                  <a:lnTo>
                    <a:pt x="74" y="116"/>
                  </a:lnTo>
                  <a:lnTo>
                    <a:pt x="31" y="6"/>
                  </a:lnTo>
                  <a:cubicBezTo>
                    <a:pt x="31" y="2"/>
                    <a:pt x="28" y="2"/>
                    <a:pt x="25" y="2"/>
                  </a:cubicBezTo>
                  <a:cubicBezTo>
                    <a:pt x="22" y="1"/>
                    <a:pt x="20" y="0"/>
                    <a:pt x="18" y="0"/>
                  </a:cubicBezTo>
                  <a:close/>
                  <a:moveTo>
                    <a:pt x="499" y="1203"/>
                  </a:moveTo>
                  <a:cubicBezTo>
                    <a:pt x="613" y="1397"/>
                    <a:pt x="737" y="1586"/>
                    <a:pt x="862" y="1770"/>
                  </a:cubicBezTo>
                  <a:cubicBezTo>
                    <a:pt x="1208" y="2270"/>
                    <a:pt x="1588" y="2742"/>
                    <a:pt x="1941" y="3236"/>
                  </a:cubicBezTo>
                  <a:cubicBezTo>
                    <a:pt x="2312" y="3755"/>
                    <a:pt x="2636" y="4305"/>
                    <a:pt x="2906" y="4884"/>
                  </a:cubicBezTo>
                  <a:cubicBezTo>
                    <a:pt x="3468" y="6105"/>
                    <a:pt x="3757" y="7532"/>
                    <a:pt x="3446" y="8864"/>
                  </a:cubicBezTo>
                  <a:lnTo>
                    <a:pt x="3446" y="8864"/>
                  </a:lnTo>
                  <a:lnTo>
                    <a:pt x="499" y="1203"/>
                  </a:lnTo>
                  <a:close/>
                  <a:moveTo>
                    <a:pt x="301" y="690"/>
                  </a:moveTo>
                  <a:lnTo>
                    <a:pt x="499" y="1203"/>
                  </a:lnTo>
                  <a:lnTo>
                    <a:pt x="499" y="1203"/>
                  </a:lnTo>
                  <a:cubicBezTo>
                    <a:pt x="493" y="1193"/>
                    <a:pt x="487" y="1183"/>
                    <a:pt x="481" y="1173"/>
                  </a:cubicBezTo>
                  <a:lnTo>
                    <a:pt x="481" y="1173"/>
                  </a:lnTo>
                  <a:lnTo>
                    <a:pt x="3444" y="8872"/>
                  </a:lnTo>
                  <a:cubicBezTo>
                    <a:pt x="3445" y="8869"/>
                    <a:pt x="3445" y="8866"/>
                    <a:pt x="3446" y="8864"/>
                  </a:cubicBezTo>
                  <a:lnTo>
                    <a:pt x="3446" y="8864"/>
                  </a:lnTo>
                  <a:lnTo>
                    <a:pt x="3450" y="8875"/>
                  </a:lnTo>
                  <a:cubicBezTo>
                    <a:pt x="3626" y="8155"/>
                    <a:pt x="3658" y="7403"/>
                    <a:pt x="3538" y="6670"/>
                  </a:cubicBezTo>
                  <a:cubicBezTo>
                    <a:pt x="3334" y="5381"/>
                    <a:pt x="2727" y="4195"/>
                    <a:pt x="1975" y="3148"/>
                  </a:cubicBezTo>
                  <a:cubicBezTo>
                    <a:pt x="1617" y="2644"/>
                    <a:pt x="1220" y="2173"/>
                    <a:pt x="865" y="1669"/>
                  </a:cubicBezTo>
                  <a:cubicBezTo>
                    <a:pt x="645" y="1360"/>
                    <a:pt x="457" y="1032"/>
                    <a:pt x="301" y="6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8" name="Google Shape;3078;p49"/>
            <p:cNvSpPr/>
            <p:nvPr/>
          </p:nvSpPr>
          <p:spPr>
            <a:xfrm>
              <a:off x="1704693" y="2648473"/>
              <a:ext cx="200638" cy="123664"/>
            </a:xfrm>
            <a:custGeom>
              <a:avLst/>
              <a:gdLst/>
              <a:ahLst/>
              <a:cxnLst/>
              <a:rect l="l" t="t" r="r" b="b"/>
              <a:pathLst>
                <a:path w="1590" h="980" extrusionOk="0">
                  <a:moveTo>
                    <a:pt x="336" y="0"/>
                  </a:moveTo>
                  <a:cubicBezTo>
                    <a:pt x="189" y="0"/>
                    <a:pt x="65" y="111"/>
                    <a:pt x="48" y="261"/>
                  </a:cubicBezTo>
                  <a:lnTo>
                    <a:pt x="17" y="544"/>
                  </a:lnTo>
                  <a:cubicBezTo>
                    <a:pt x="1" y="704"/>
                    <a:pt x="114" y="852"/>
                    <a:pt x="275" y="871"/>
                  </a:cubicBezTo>
                  <a:lnTo>
                    <a:pt x="1215" y="978"/>
                  </a:lnTo>
                  <a:cubicBezTo>
                    <a:pt x="1225" y="979"/>
                    <a:pt x="1234" y="979"/>
                    <a:pt x="1244" y="979"/>
                  </a:cubicBezTo>
                  <a:cubicBezTo>
                    <a:pt x="1392" y="979"/>
                    <a:pt x="1521" y="867"/>
                    <a:pt x="1542" y="717"/>
                  </a:cubicBezTo>
                  <a:lnTo>
                    <a:pt x="1574" y="434"/>
                  </a:lnTo>
                  <a:cubicBezTo>
                    <a:pt x="1589" y="273"/>
                    <a:pt x="1476" y="129"/>
                    <a:pt x="1312" y="107"/>
                  </a:cubicBezTo>
                  <a:lnTo>
                    <a:pt x="375" y="3"/>
                  </a:lnTo>
                  <a:cubicBezTo>
                    <a:pt x="362" y="1"/>
                    <a:pt x="349" y="0"/>
                    <a:pt x="336" y="0"/>
                  </a:cubicBez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9" name="Google Shape;3079;p49"/>
            <p:cNvSpPr/>
            <p:nvPr/>
          </p:nvSpPr>
          <p:spPr>
            <a:xfrm>
              <a:off x="1717059" y="1806170"/>
              <a:ext cx="853406" cy="1067420"/>
            </a:xfrm>
            <a:custGeom>
              <a:avLst/>
              <a:gdLst/>
              <a:ahLst/>
              <a:cxnLst/>
              <a:rect l="l" t="t" r="r" b="b"/>
              <a:pathLst>
                <a:path w="6763" h="8459" extrusionOk="0">
                  <a:moveTo>
                    <a:pt x="3320" y="0"/>
                  </a:moveTo>
                  <a:cubicBezTo>
                    <a:pt x="1720" y="0"/>
                    <a:pt x="1" y="1043"/>
                    <a:pt x="170" y="4608"/>
                  </a:cubicBezTo>
                  <a:cubicBezTo>
                    <a:pt x="340" y="8187"/>
                    <a:pt x="2718" y="8414"/>
                    <a:pt x="3416" y="8455"/>
                  </a:cubicBezTo>
                  <a:cubicBezTo>
                    <a:pt x="3456" y="8457"/>
                    <a:pt x="3500" y="8458"/>
                    <a:pt x="3547" y="8458"/>
                  </a:cubicBezTo>
                  <a:cubicBezTo>
                    <a:pt x="4411" y="8458"/>
                    <a:pt x="6364" y="8034"/>
                    <a:pt x="6558" y="4640"/>
                  </a:cubicBezTo>
                  <a:cubicBezTo>
                    <a:pt x="6763" y="1060"/>
                    <a:pt x="4948" y="10"/>
                    <a:pt x="3334" y="0"/>
                  </a:cubicBezTo>
                  <a:cubicBezTo>
                    <a:pt x="3330" y="0"/>
                    <a:pt x="3325" y="0"/>
                    <a:pt x="3320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0" name="Google Shape;3080;p49"/>
            <p:cNvSpPr/>
            <p:nvPr/>
          </p:nvSpPr>
          <p:spPr>
            <a:xfrm>
              <a:off x="2427118" y="2264483"/>
              <a:ext cx="82274" cy="57668"/>
            </a:xfrm>
            <a:custGeom>
              <a:avLst/>
              <a:gdLst/>
              <a:ahLst/>
              <a:cxnLst/>
              <a:rect l="l" t="t" r="r" b="b"/>
              <a:pathLst>
                <a:path w="652" h="457" extrusionOk="0">
                  <a:moveTo>
                    <a:pt x="219" y="0"/>
                  </a:moveTo>
                  <a:cubicBezTo>
                    <a:pt x="164" y="0"/>
                    <a:pt x="109" y="15"/>
                    <a:pt x="60" y="45"/>
                  </a:cubicBezTo>
                  <a:cubicBezTo>
                    <a:pt x="16" y="83"/>
                    <a:pt x="0" y="146"/>
                    <a:pt x="22" y="199"/>
                  </a:cubicBezTo>
                  <a:cubicBezTo>
                    <a:pt x="76" y="269"/>
                    <a:pt x="148" y="319"/>
                    <a:pt x="233" y="347"/>
                  </a:cubicBezTo>
                  <a:cubicBezTo>
                    <a:pt x="305" y="382"/>
                    <a:pt x="381" y="420"/>
                    <a:pt x="456" y="451"/>
                  </a:cubicBezTo>
                  <a:cubicBezTo>
                    <a:pt x="469" y="455"/>
                    <a:pt x="481" y="456"/>
                    <a:pt x="493" y="456"/>
                  </a:cubicBezTo>
                  <a:cubicBezTo>
                    <a:pt x="513" y="456"/>
                    <a:pt x="532" y="452"/>
                    <a:pt x="551" y="445"/>
                  </a:cubicBezTo>
                  <a:cubicBezTo>
                    <a:pt x="620" y="420"/>
                    <a:pt x="651" y="341"/>
                    <a:pt x="626" y="269"/>
                  </a:cubicBezTo>
                  <a:cubicBezTo>
                    <a:pt x="573" y="168"/>
                    <a:pt x="485" y="89"/>
                    <a:pt x="378" y="45"/>
                  </a:cubicBezTo>
                  <a:cubicBezTo>
                    <a:pt x="329" y="15"/>
                    <a:pt x="274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1" name="Google Shape;3081;p49"/>
            <p:cNvSpPr/>
            <p:nvPr/>
          </p:nvSpPr>
          <p:spPr>
            <a:xfrm>
              <a:off x="2159978" y="2249593"/>
              <a:ext cx="86691" cy="43408"/>
            </a:xfrm>
            <a:custGeom>
              <a:avLst/>
              <a:gdLst/>
              <a:ahLst/>
              <a:cxnLst/>
              <a:rect l="l" t="t" r="r" b="b"/>
              <a:pathLst>
                <a:path w="687" h="344" extrusionOk="0">
                  <a:moveTo>
                    <a:pt x="406" y="1"/>
                  </a:moveTo>
                  <a:cubicBezTo>
                    <a:pt x="395" y="1"/>
                    <a:pt x="383" y="2"/>
                    <a:pt x="372" y="3"/>
                  </a:cubicBezTo>
                  <a:cubicBezTo>
                    <a:pt x="363" y="2"/>
                    <a:pt x="355" y="2"/>
                    <a:pt x="347" y="2"/>
                  </a:cubicBezTo>
                  <a:cubicBezTo>
                    <a:pt x="242" y="2"/>
                    <a:pt x="136" y="39"/>
                    <a:pt x="54" y="107"/>
                  </a:cubicBezTo>
                  <a:cubicBezTo>
                    <a:pt x="0" y="163"/>
                    <a:pt x="0" y="248"/>
                    <a:pt x="57" y="302"/>
                  </a:cubicBezTo>
                  <a:cubicBezTo>
                    <a:pt x="73" y="321"/>
                    <a:pt x="101" y="336"/>
                    <a:pt x="133" y="339"/>
                  </a:cubicBezTo>
                  <a:cubicBezTo>
                    <a:pt x="160" y="343"/>
                    <a:pt x="187" y="344"/>
                    <a:pt x="214" y="344"/>
                  </a:cubicBezTo>
                  <a:cubicBezTo>
                    <a:pt x="269" y="344"/>
                    <a:pt x="323" y="339"/>
                    <a:pt x="378" y="339"/>
                  </a:cubicBezTo>
                  <a:cubicBezTo>
                    <a:pt x="395" y="342"/>
                    <a:pt x="411" y="343"/>
                    <a:pt x="428" y="343"/>
                  </a:cubicBezTo>
                  <a:cubicBezTo>
                    <a:pt x="500" y="343"/>
                    <a:pt x="571" y="322"/>
                    <a:pt x="630" y="289"/>
                  </a:cubicBezTo>
                  <a:cubicBezTo>
                    <a:pt x="674" y="248"/>
                    <a:pt x="686" y="185"/>
                    <a:pt x="661" y="135"/>
                  </a:cubicBezTo>
                  <a:cubicBezTo>
                    <a:pt x="602" y="50"/>
                    <a:pt x="507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2" name="Google Shape;3082;p49"/>
            <p:cNvSpPr/>
            <p:nvPr/>
          </p:nvSpPr>
          <p:spPr>
            <a:xfrm>
              <a:off x="2390145" y="2412754"/>
              <a:ext cx="34954" cy="84167"/>
            </a:xfrm>
            <a:custGeom>
              <a:avLst/>
              <a:gdLst/>
              <a:ahLst/>
              <a:cxnLst/>
              <a:rect l="l" t="t" r="r" b="b"/>
              <a:pathLst>
                <a:path w="277" h="667" extrusionOk="0">
                  <a:moveTo>
                    <a:pt x="74" y="0"/>
                  </a:moveTo>
                  <a:cubicBezTo>
                    <a:pt x="74" y="0"/>
                    <a:pt x="73" y="1"/>
                    <a:pt x="73" y="3"/>
                  </a:cubicBezTo>
                  <a:cubicBezTo>
                    <a:pt x="1" y="226"/>
                    <a:pt x="1" y="600"/>
                    <a:pt x="268" y="666"/>
                  </a:cubicBezTo>
                  <a:cubicBezTo>
                    <a:pt x="269" y="666"/>
                    <a:pt x="269" y="667"/>
                    <a:pt x="270" y="667"/>
                  </a:cubicBezTo>
                  <a:cubicBezTo>
                    <a:pt x="275" y="667"/>
                    <a:pt x="277" y="654"/>
                    <a:pt x="268" y="654"/>
                  </a:cubicBezTo>
                  <a:cubicBezTo>
                    <a:pt x="57" y="550"/>
                    <a:pt x="57" y="267"/>
                    <a:pt x="89" y="25"/>
                  </a:cubicBezTo>
                  <a:cubicBezTo>
                    <a:pt x="91" y="17"/>
                    <a:pt x="79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3" name="Google Shape;3083;p49"/>
            <p:cNvSpPr/>
            <p:nvPr/>
          </p:nvSpPr>
          <p:spPr>
            <a:xfrm>
              <a:off x="2381186" y="2383605"/>
              <a:ext cx="98048" cy="99436"/>
            </a:xfrm>
            <a:custGeom>
              <a:avLst/>
              <a:gdLst/>
              <a:ahLst/>
              <a:cxnLst/>
              <a:rect l="l" t="t" r="r" b="b"/>
              <a:pathLst>
                <a:path w="777" h="788" extrusionOk="0">
                  <a:moveTo>
                    <a:pt x="382" y="1"/>
                  </a:moveTo>
                  <a:cubicBezTo>
                    <a:pt x="56" y="1"/>
                    <a:pt x="1" y="781"/>
                    <a:pt x="364" y="787"/>
                  </a:cubicBezTo>
                  <a:cubicBezTo>
                    <a:pt x="367" y="787"/>
                    <a:pt x="370" y="787"/>
                    <a:pt x="373" y="787"/>
                  </a:cubicBezTo>
                  <a:cubicBezTo>
                    <a:pt x="730" y="787"/>
                    <a:pt x="776" y="13"/>
                    <a:pt x="386" y="1"/>
                  </a:cubicBezTo>
                  <a:cubicBezTo>
                    <a:pt x="385" y="1"/>
                    <a:pt x="384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4" name="Google Shape;3084;p49"/>
            <p:cNvSpPr/>
            <p:nvPr/>
          </p:nvSpPr>
          <p:spPr>
            <a:xfrm>
              <a:off x="2444658" y="2389662"/>
              <a:ext cx="58299" cy="42399"/>
            </a:xfrm>
            <a:custGeom>
              <a:avLst/>
              <a:gdLst/>
              <a:ahLst/>
              <a:cxnLst/>
              <a:rect l="l" t="t" r="r" b="b"/>
              <a:pathLst>
                <a:path w="462" h="336" extrusionOk="0">
                  <a:moveTo>
                    <a:pt x="456" y="1"/>
                  </a:moveTo>
                  <a:cubicBezTo>
                    <a:pt x="454" y="1"/>
                    <a:pt x="452" y="1"/>
                    <a:pt x="449" y="3"/>
                  </a:cubicBezTo>
                  <a:cubicBezTo>
                    <a:pt x="390" y="75"/>
                    <a:pt x="316" y="152"/>
                    <a:pt x="247" y="152"/>
                  </a:cubicBezTo>
                  <a:cubicBezTo>
                    <a:pt x="243" y="152"/>
                    <a:pt x="239" y="151"/>
                    <a:pt x="235" y="151"/>
                  </a:cubicBezTo>
                  <a:cubicBezTo>
                    <a:pt x="160" y="141"/>
                    <a:pt x="103" y="63"/>
                    <a:pt x="47" y="16"/>
                  </a:cubicBezTo>
                  <a:cubicBezTo>
                    <a:pt x="43" y="13"/>
                    <a:pt x="39" y="12"/>
                    <a:pt x="36" y="12"/>
                  </a:cubicBezTo>
                  <a:cubicBezTo>
                    <a:pt x="16" y="12"/>
                    <a:pt x="0" y="47"/>
                    <a:pt x="3" y="66"/>
                  </a:cubicBezTo>
                  <a:cubicBezTo>
                    <a:pt x="29" y="206"/>
                    <a:pt x="93" y="336"/>
                    <a:pt x="221" y="336"/>
                  </a:cubicBezTo>
                  <a:cubicBezTo>
                    <a:pt x="231" y="336"/>
                    <a:pt x="241" y="335"/>
                    <a:pt x="251" y="333"/>
                  </a:cubicBezTo>
                  <a:cubicBezTo>
                    <a:pt x="396" y="314"/>
                    <a:pt x="459" y="160"/>
                    <a:pt x="462" y="13"/>
                  </a:cubicBezTo>
                  <a:cubicBezTo>
                    <a:pt x="462" y="6"/>
                    <a:pt x="460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5" name="Google Shape;3085;p49"/>
            <p:cNvSpPr/>
            <p:nvPr/>
          </p:nvSpPr>
          <p:spPr>
            <a:xfrm>
              <a:off x="2174616" y="2389788"/>
              <a:ext cx="47825" cy="74955"/>
            </a:xfrm>
            <a:custGeom>
              <a:avLst/>
              <a:gdLst/>
              <a:ahLst/>
              <a:cxnLst/>
              <a:rect l="l" t="t" r="r" b="b"/>
              <a:pathLst>
                <a:path w="379" h="594" extrusionOk="0">
                  <a:moveTo>
                    <a:pt x="364" y="1"/>
                  </a:moveTo>
                  <a:cubicBezTo>
                    <a:pt x="360" y="1"/>
                    <a:pt x="347" y="14"/>
                    <a:pt x="347" y="24"/>
                  </a:cubicBezTo>
                  <a:cubicBezTo>
                    <a:pt x="312" y="266"/>
                    <a:pt x="240" y="537"/>
                    <a:pt x="7" y="581"/>
                  </a:cubicBezTo>
                  <a:cubicBezTo>
                    <a:pt x="1" y="581"/>
                    <a:pt x="1" y="593"/>
                    <a:pt x="7" y="593"/>
                  </a:cubicBezTo>
                  <a:cubicBezTo>
                    <a:pt x="9" y="593"/>
                    <a:pt x="12" y="593"/>
                    <a:pt x="14" y="593"/>
                  </a:cubicBezTo>
                  <a:cubicBezTo>
                    <a:pt x="279" y="593"/>
                    <a:pt x="378" y="236"/>
                    <a:pt x="366" y="2"/>
                  </a:cubicBezTo>
                  <a:cubicBezTo>
                    <a:pt x="366" y="1"/>
                    <a:pt x="365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6" name="Google Shape;3086;p49"/>
            <p:cNvSpPr/>
            <p:nvPr/>
          </p:nvSpPr>
          <p:spPr>
            <a:xfrm>
              <a:off x="2133479" y="2352941"/>
              <a:ext cx="103474" cy="98679"/>
            </a:xfrm>
            <a:custGeom>
              <a:avLst/>
              <a:gdLst/>
              <a:ahLst/>
              <a:cxnLst/>
              <a:rect l="l" t="t" r="r" b="b"/>
              <a:pathLst>
                <a:path w="820" h="782" extrusionOk="0">
                  <a:moveTo>
                    <a:pt x="457" y="0"/>
                  </a:moveTo>
                  <a:cubicBezTo>
                    <a:pt x="122" y="0"/>
                    <a:pt x="1" y="692"/>
                    <a:pt x="336" y="775"/>
                  </a:cubicBezTo>
                  <a:cubicBezTo>
                    <a:pt x="355" y="780"/>
                    <a:pt x="373" y="782"/>
                    <a:pt x="390" y="782"/>
                  </a:cubicBezTo>
                  <a:cubicBezTo>
                    <a:pt x="708" y="782"/>
                    <a:pt x="820" y="82"/>
                    <a:pt x="519" y="8"/>
                  </a:cubicBezTo>
                  <a:cubicBezTo>
                    <a:pt x="498" y="3"/>
                    <a:pt x="477" y="0"/>
                    <a:pt x="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7" name="Google Shape;3087;p49"/>
            <p:cNvSpPr/>
            <p:nvPr/>
          </p:nvSpPr>
          <p:spPr>
            <a:xfrm>
              <a:off x="2122627" y="2341206"/>
              <a:ext cx="59308" cy="49465"/>
            </a:xfrm>
            <a:custGeom>
              <a:avLst/>
              <a:gdLst/>
              <a:ahLst/>
              <a:cxnLst/>
              <a:rect l="l" t="t" r="r" b="b"/>
              <a:pathLst>
                <a:path w="470" h="392" extrusionOk="0">
                  <a:moveTo>
                    <a:pt x="42" y="0"/>
                  </a:moveTo>
                  <a:cubicBezTo>
                    <a:pt x="39" y="0"/>
                    <a:pt x="35" y="6"/>
                    <a:pt x="35" y="10"/>
                  </a:cubicBezTo>
                  <a:cubicBezTo>
                    <a:pt x="1" y="157"/>
                    <a:pt x="17" y="321"/>
                    <a:pt x="155" y="378"/>
                  </a:cubicBezTo>
                  <a:cubicBezTo>
                    <a:pt x="179" y="387"/>
                    <a:pt x="202" y="391"/>
                    <a:pt x="224" y="391"/>
                  </a:cubicBezTo>
                  <a:cubicBezTo>
                    <a:pt x="328" y="391"/>
                    <a:pt x="412" y="296"/>
                    <a:pt x="466" y="180"/>
                  </a:cubicBezTo>
                  <a:cubicBezTo>
                    <a:pt x="469" y="162"/>
                    <a:pt x="462" y="119"/>
                    <a:pt x="438" y="119"/>
                  </a:cubicBezTo>
                  <a:cubicBezTo>
                    <a:pt x="436" y="119"/>
                    <a:pt x="434" y="119"/>
                    <a:pt x="432" y="120"/>
                  </a:cubicBezTo>
                  <a:cubicBezTo>
                    <a:pt x="363" y="147"/>
                    <a:pt x="294" y="205"/>
                    <a:pt x="225" y="205"/>
                  </a:cubicBezTo>
                  <a:cubicBezTo>
                    <a:pt x="222" y="205"/>
                    <a:pt x="218" y="205"/>
                    <a:pt x="215" y="205"/>
                  </a:cubicBezTo>
                  <a:cubicBezTo>
                    <a:pt x="139" y="195"/>
                    <a:pt x="86" y="98"/>
                    <a:pt x="45" y="7"/>
                  </a:cubicBezTo>
                  <a:cubicBezTo>
                    <a:pt x="45" y="2"/>
                    <a:pt x="44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8" name="Google Shape;3088;p49"/>
            <p:cNvSpPr/>
            <p:nvPr/>
          </p:nvSpPr>
          <p:spPr>
            <a:xfrm>
              <a:off x="2174616" y="2641911"/>
              <a:ext cx="60444" cy="37225"/>
            </a:xfrm>
            <a:custGeom>
              <a:avLst/>
              <a:gdLst/>
              <a:ahLst/>
              <a:cxnLst/>
              <a:rect l="l" t="t" r="r" b="b"/>
              <a:pathLst>
                <a:path w="479" h="295" extrusionOk="0">
                  <a:moveTo>
                    <a:pt x="30" y="1"/>
                  </a:moveTo>
                  <a:cubicBezTo>
                    <a:pt x="23" y="1"/>
                    <a:pt x="15" y="4"/>
                    <a:pt x="10" y="11"/>
                  </a:cubicBezTo>
                  <a:cubicBezTo>
                    <a:pt x="1" y="118"/>
                    <a:pt x="51" y="218"/>
                    <a:pt x="142" y="269"/>
                  </a:cubicBezTo>
                  <a:cubicBezTo>
                    <a:pt x="184" y="286"/>
                    <a:pt x="227" y="294"/>
                    <a:pt x="270" y="294"/>
                  </a:cubicBezTo>
                  <a:cubicBezTo>
                    <a:pt x="344" y="294"/>
                    <a:pt x="416" y="269"/>
                    <a:pt x="476" y="221"/>
                  </a:cubicBezTo>
                  <a:cubicBezTo>
                    <a:pt x="479" y="218"/>
                    <a:pt x="479" y="218"/>
                    <a:pt x="479" y="215"/>
                  </a:cubicBezTo>
                  <a:cubicBezTo>
                    <a:pt x="479" y="212"/>
                    <a:pt x="476" y="206"/>
                    <a:pt x="473" y="206"/>
                  </a:cubicBezTo>
                  <a:cubicBezTo>
                    <a:pt x="432" y="213"/>
                    <a:pt x="391" y="217"/>
                    <a:pt x="349" y="217"/>
                  </a:cubicBezTo>
                  <a:cubicBezTo>
                    <a:pt x="300" y="217"/>
                    <a:pt x="251" y="211"/>
                    <a:pt x="205" y="199"/>
                  </a:cubicBezTo>
                  <a:cubicBezTo>
                    <a:pt x="120" y="168"/>
                    <a:pt x="86" y="77"/>
                    <a:pt x="42" y="8"/>
                  </a:cubicBezTo>
                  <a:cubicBezTo>
                    <a:pt x="40" y="3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9" name="Google Shape;3089;p49"/>
            <p:cNvSpPr/>
            <p:nvPr/>
          </p:nvSpPr>
          <p:spPr>
            <a:xfrm>
              <a:off x="2216384" y="2265745"/>
              <a:ext cx="176663" cy="365818"/>
            </a:xfrm>
            <a:custGeom>
              <a:avLst/>
              <a:gdLst/>
              <a:ahLst/>
              <a:cxnLst/>
              <a:rect l="l" t="t" r="r" b="b"/>
              <a:pathLst>
                <a:path w="1400" h="2899" extrusionOk="0">
                  <a:moveTo>
                    <a:pt x="1268" y="1"/>
                  </a:moveTo>
                  <a:cubicBezTo>
                    <a:pt x="1258" y="1"/>
                    <a:pt x="1246" y="7"/>
                    <a:pt x="1242" y="20"/>
                  </a:cubicBezTo>
                  <a:cubicBezTo>
                    <a:pt x="1158" y="778"/>
                    <a:pt x="1211" y="1545"/>
                    <a:pt x="1136" y="2306"/>
                  </a:cubicBezTo>
                  <a:cubicBezTo>
                    <a:pt x="1022" y="2237"/>
                    <a:pt x="900" y="2180"/>
                    <a:pt x="771" y="2143"/>
                  </a:cubicBezTo>
                  <a:cubicBezTo>
                    <a:pt x="742" y="2143"/>
                    <a:pt x="742" y="2728"/>
                    <a:pt x="724" y="2772"/>
                  </a:cubicBezTo>
                  <a:cubicBezTo>
                    <a:pt x="459" y="2731"/>
                    <a:pt x="220" y="2605"/>
                    <a:pt x="35" y="2413"/>
                  </a:cubicBezTo>
                  <a:cubicBezTo>
                    <a:pt x="32" y="2411"/>
                    <a:pt x="27" y="2409"/>
                    <a:pt x="22" y="2409"/>
                  </a:cubicBezTo>
                  <a:cubicBezTo>
                    <a:pt x="20" y="2409"/>
                    <a:pt x="18" y="2409"/>
                    <a:pt x="16" y="2410"/>
                  </a:cubicBezTo>
                  <a:cubicBezTo>
                    <a:pt x="3" y="2413"/>
                    <a:pt x="0" y="2426"/>
                    <a:pt x="3" y="2432"/>
                  </a:cubicBezTo>
                  <a:cubicBezTo>
                    <a:pt x="142" y="2709"/>
                    <a:pt x="415" y="2885"/>
                    <a:pt x="724" y="2894"/>
                  </a:cubicBezTo>
                  <a:lnTo>
                    <a:pt x="730" y="2894"/>
                  </a:lnTo>
                  <a:cubicBezTo>
                    <a:pt x="753" y="2897"/>
                    <a:pt x="774" y="2898"/>
                    <a:pt x="791" y="2898"/>
                  </a:cubicBezTo>
                  <a:cubicBezTo>
                    <a:pt x="817" y="2898"/>
                    <a:pt x="834" y="2894"/>
                    <a:pt x="834" y="2885"/>
                  </a:cubicBezTo>
                  <a:cubicBezTo>
                    <a:pt x="868" y="2712"/>
                    <a:pt x="890" y="2347"/>
                    <a:pt x="890" y="2347"/>
                  </a:cubicBezTo>
                  <a:cubicBezTo>
                    <a:pt x="939" y="2378"/>
                    <a:pt x="1162" y="2517"/>
                    <a:pt x="1246" y="2517"/>
                  </a:cubicBezTo>
                  <a:cubicBezTo>
                    <a:pt x="1265" y="2517"/>
                    <a:pt x="1276" y="2509"/>
                    <a:pt x="1277" y="2492"/>
                  </a:cubicBezTo>
                  <a:cubicBezTo>
                    <a:pt x="1331" y="1702"/>
                    <a:pt x="1400" y="822"/>
                    <a:pt x="1290" y="20"/>
                  </a:cubicBezTo>
                  <a:cubicBezTo>
                    <a:pt x="1283" y="7"/>
                    <a:pt x="1277" y="1"/>
                    <a:pt x="1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0" name="Google Shape;3090;p49"/>
            <p:cNvSpPr/>
            <p:nvPr/>
          </p:nvSpPr>
          <p:spPr>
            <a:xfrm>
              <a:off x="1665448" y="1789134"/>
              <a:ext cx="891262" cy="650623"/>
            </a:xfrm>
            <a:custGeom>
              <a:avLst/>
              <a:gdLst/>
              <a:ahLst/>
              <a:cxnLst/>
              <a:rect l="l" t="t" r="r" b="b"/>
              <a:pathLst>
                <a:path w="7063" h="5156" extrusionOk="0">
                  <a:moveTo>
                    <a:pt x="3493" y="0"/>
                  </a:moveTo>
                  <a:cubicBezTo>
                    <a:pt x="3349" y="0"/>
                    <a:pt x="3205" y="8"/>
                    <a:pt x="3061" y="25"/>
                  </a:cubicBezTo>
                  <a:cubicBezTo>
                    <a:pt x="1466" y="230"/>
                    <a:pt x="397" y="1881"/>
                    <a:pt x="265" y="2567"/>
                  </a:cubicBezTo>
                  <a:cubicBezTo>
                    <a:pt x="1" y="3919"/>
                    <a:pt x="570" y="5152"/>
                    <a:pt x="928" y="5155"/>
                  </a:cubicBezTo>
                  <a:cubicBezTo>
                    <a:pt x="1683" y="5155"/>
                    <a:pt x="1746" y="3435"/>
                    <a:pt x="1746" y="3435"/>
                  </a:cubicBezTo>
                  <a:cubicBezTo>
                    <a:pt x="1746" y="3435"/>
                    <a:pt x="3023" y="3218"/>
                    <a:pt x="3567" y="2356"/>
                  </a:cubicBezTo>
                  <a:lnTo>
                    <a:pt x="3567" y="2356"/>
                  </a:lnTo>
                  <a:cubicBezTo>
                    <a:pt x="3567" y="2356"/>
                    <a:pt x="3202" y="3101"/>
                    <a:pt x="2699" y="3400"/>
                  </a:cubicBezTo>
                  <a:cubicBezTo>
                    <a:pt x="2692" y="3404"/>
                    <a:pt x="2701" y="3406"/>
                    <a:pt x="2724" y="3406"/>
                  </a:cubicBezTo>
                  <a:cubicBezTo>
                    <a:pt x="2996" y="3406"/>
                    <a:pt x="5230" y="3080"/>
                    <a:pt x="5486" y="1252"/>
                  </a:cubicBezTo>
                  <a:cubicBezTo>
                    <a:pt x="5486" y="1252"/>
                    <a:pt x="5832" y="3218"/>
                    <a:pt x="7011" y="3639"/>
                  </a:cubicBezTo>
                  <a:cubicBezTo>
                    <a:pt x="7012" y="3639"/>
                    <a:pt x="7012" y="3639"/>
                    <a:pt x="7012" y="3639"/>
                  </a:cubicBezTo>
                  <a:cubicBezTo>
                    <a:pt x="7063" y="3639"/>
                    <a:pt x="6868" y="1851"/>
                    <a:pt x="6495" y="1428"/>
                  </a:cubicBezTo>
                  <a:cubicBezTo>
                    <a:pt x="6285" y="1183"/>
                    <a:pt x="6036" y="963"/>
                    <a:pt x="5766" y="777"/>
                  </a:cubicBezTo>
                  <a:cubicBezTo>
                    <a:pt x="5113" y="271"/>
                    <a:pt x="4312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1" name="Google Shape;3091;p49"/>
            <p:cNvSpPr/>
            <p:nvPr/>
          </p:nvSpPr>
          <p:spPr>
            <a:xfrm>
              <a:off x="2010320" y="1922893"/>
              <a:ext cx="372506" cy="305879"/>
            </a:xfrm>
            <a:custGeom>
              <a:avLst/>
              <a:gdLst/>
              <a:ahLst/>
              <a:cxnLst/>
              <a:rect l="l" t="t" r="r" b="b"/>
              <a:pathLst>
                <a:path w="2952" h="2424" extrusionOk="0">
                  <a:moveTo>
                    <a:pt x="2765" y="0"/>
                  </a:moveTo>
                  <a:cubicBezTo>
                    <a:pt x="2750" y="0"/>
                    <a:pt x="2734" y="16"/>
                    <a:pt x="2734" y="32"/>
                  </a:cubicBezTo>
                  <a:cubicBezTo>
                    <a:pt x="2596" y="1469"/>
                    <a:pt x="1454" y="2350"/>
                    <a:pt x="45" y="2391"/>
                  </a:cubicBezTo>
                  <a:cubicBezTo>
                    <a:pt x="16" y="2391"/>
                    <a:pt x="1" y="2409"/>
                    <a:pt x="23" y="2413"/>
                  </a:cubicBezTo>
                  <a:cubicBezTo>
                    <a:pt x="99" y="2420"/>
                    <a:pt x="176" y="2424"/>
                    <a:pt x="254" y="2424"/>
                  </a:cubicBezTo>
                  <a:cubicBezTo>
                    <a:pt x="1536" y="2424"/>
                    <a:pt x="2951" y="1414"/>
                    <a:pt x="2797" y="32"/>
                  </a:cubicBezTo>
                  <a:cubicBezTo>
                    <a:pt x="2797" y="16"/>
                    <a:pt x="2781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2" name="Google Shape;3092;p49"/>
            <p:cNvSpPr/>
            <p:nvPr/>
          </p:nvSpPr>
          <p:spPr>
            <a:xfrm>
              <a:off x="1780532" y="2183976"/>
              <a:ext cx="130856" cy="253385"/>
            </a:xfrm>
            <a:custGeom>
              <a:avLst/>
              <a:gdLst/>
              <a:ahLst/>
              <a:cxnLst/>
              <a:rect l="l" t="t" r="r" b="b"/>
              <a:pathLst>
                <a:path w="1037" h="2008" extrusionOk="0">
                  <a:moveTo>
                    <a:pt x="1016" y="1"/>
                  </a:moveTo>
                  <a:cubicBezTo>
                    <a:pt x="1006" y="1"/>
                    <a:pt x="995" y="7"/>
                    <a:pt x="995" y="20"/>
                  </a:cubicBezTo>
                  <a:cubicBezTo>
                    <a:pt x="925" y="796"/>
                    <a:pt x="790" y="1564"/>
                    <a:pt x="20" y="1944"/>
                  </a:cubicBezTo>
                  <a:cubicBezTo>
                    <a:pt x="10" y="1954"/>
                    <a:pt x="4" y="1963"/>
                    <a:pt x="1" y="1979"/>
                  </a:cubicBezTo>
                  <a:cubicBezTo>
                    <a:pt x="3" y="1998"/>
                    <a:pt x="21" y="2008"/>
                    <a:pt x="37" y="2008"/>
                  </a:cubicBezTo>
                  <a:cubicBezTo>
                    <a:pt x="40" y="2008"/>
                    <a:pt x="42" y="2008"/>
                    <a:pt x="45" y="2007"/>
                  </a:cubicBezTo>
                  <a:cubicBezTo>
                    <a:pt x="878" y="1724"/>
                    <a:pt x="1035" y="784"/>
                    <a:pt x="1035" y="20"/>
                  </a:cubicBezTo>
                  <a:cubicBezTo>
                    <a:pt x="1037" y="7"/>
                    <a:pt x="1027" y="1"/>
                    <a:pt x="10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3" name="Google Shape;3093;p49"/>
            <p:cNvSpPr/>
            <p:nvPr/>
          </p:nvSpPr>
          <p:spPr>
            <a:xfrm>
              <a:off x="2344087" y="1909391"/>
              <a:ext cx="172372" cy="309286"/>
            </a:xfrm>
            <a:custGeom>
              <a:avLst/>
              <a:gdLst/>
              <a:ahLst/>
              <a:cxnLst/>
              <a:rect l="l" t="t" r="r" b="b"/>
              <a:pathLst>
                <a:path w="1366" h="2451" extrusionOk="0">
                  <a:moveTo>
                    <a:pt x="136" y="0"/>
                  </a:moveTo>
                  <a:cubicBezTo>
                    <a:pt x="130" y="0"/>
                    <a:pt x="127" y="3"/>
                    <a:pt x="127" y="7"/>
                  </a:cubicBezTo>
                  <a:cubicBezTo>
                    <a:pt x="1" y="843"/>
                    <a:pt x="328" y="2325"/>
                    <a:pt x="1341" y="2450"/>
                  </a:cubicBezTo>
                  <a:cubicBezTo>
                    <a:pt x="1353" y="2450"/>
                    <a:pt x="1366" y="2441"/>
                    <a:pt x="1366" y="2431"/>
                  </a:cubicBezTo>
                  <a:cubicBezTo>
                    <a:pt x="1366" y="2419"/>
                    <a:pt x="1356" y="2406"/>
                    <a:pt x="1347" y="2406"/>
                  </a:cubicBezTo>
                  <a:cubicBezTo>
                    <a:pt x="312" y="2186"/>
                    <a:pt x="300" y="815"/>
                    <a:pt x="142" y="7"/>
                  </a:cubicBezTo>
                  <a:cubicBezTo>
                    <a:pt x="142" y="3"/>
                    <a:pt x="139" y="0"/>
                    <a:pt x="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4" name="Google Shape;3094;p49"/>
            <p:cNvSpPr/>
            <p:nvPr/>
          </p:nvSpPr>
          <p:spPr>
            <a:xfrm>
              <a:off x="1594404" y="2295399"/>
              <a:ext cx="221964" cy="292376"/>
            </a:xfrm>
            <a:custGeom>
              <a:avLst/>
              <a:gdLst/>
              <a:ahLst/>
              <a:cxnLst/>
              <a:rect l="l" t="t" r="r" b="b"/>
              <a:pathLst>
                <a:path w="1759" h="2317" extrusionOk="0">
                  <a:moveTo>
                    <a:pt x="671" y="0"/>
                  </a:moveTo>
                  <a:cubicBezTo>
                    <a:pt x="629" y="0"/>
                    <a:pt x="586" y="8"/>
                    <a:pt x="545" y="24"/>
                  </a:cubicBezTo>
                  <a:cubicBezTo>
                    <a:pt x="1" y="228"/>
                    <a:pt x="350" y="1914"/>
                    <a:pt x="910" y="2222"/>
                  </a:cubicBezTo>
                  <a:cubicBezTo>
                    <a:pt x="1011" y="2286"/>
                    <a:pt x="1124" y="2317"/>
                    <a:pt x="1236" y="2317"/>
                  </a:cubicBezTo>
                  <a:cubicBezTo>
                    <a:pt x="1436" y="2317"/>
                    <a:pt x="1631" y="2218"/>
                    <a:pt x="1746" y="2036"/>
                  </a:cubicBezTo>
                  <a:lnTo>
                    <a:pt x="1759" y="2011"/>
                  </a:lnTo>
                  <a:lnTo>
                    <a:pt x="1699" y="1039"/>
                  </a:lnTo>
                  <a:cubicBezTo>
                    <a:pt x="1699" y="1039"/>
                    <a:pt x="1177" y="0"/>
                    <a:pt x="671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5" name="Google Shape;3095;p49"/>
            <p:cNvSpPr/>
            <p:nvPr/>
          </p:nvSpPr>
          <p:spPr>
            <a:xfrm>
              <a:off x="1675796" y="2358998"/>
              <a:ext cx="110414" cy="190796"/>
            </a:xfrm>
            <a:custGeom>
              <a:avLst/>
              <a:gdLst/>
              <a:ahLst/>
              <a:cxnLst/>
              <a:rect l="l" t="t" r="r" b="b"/>
              <a:pathLst>
                <a:path w="875" h="1512" extrusionOk="0">
                  <a:moveTo>
                    <a:pt x="13" y="1"/>
                  </a:moveTo>
                  <a:cubicBezTo>
                    <a:pt x="10" y="1"/>
                    <a:pt x="7" y="1"/>
                    <a:pt x="0" y="4"/>
                  </a:cubicBezTo>
                  <a:cubicBezTo>
                    <a:pt x="0" y="7"/>
                    <a:pt x="0" y="10"/>
                    <a:pt x="3" y="16"/>
                  </a:cubicBezTo>
                  <a:cubicBezTo>
                    <a:pt x="393" y="243"/>
                    <a:pt x="554" y="655"/>
                    <a:pt x="655" y="1076"/>
                  </a:cubicBezTo>
                  <a:cubicBezTo>
                    <a:pt x="581" y="956"/>
                    <a:pt x="482" y="866"/>
                    <a:pt x="350" y="866"/>
                  </a:cubicBezTo>
                  <a:cubicBezTo>
                    <a:pt x="296" y="866"/>
                    <a:pt x="236" y="881"/>
                    <a:pt x="170" y="916"/>
                  </a:cubicBezTo>
                  <a:cubicBezTo>
                    <a:pt x="158" y="922"/>
                    <a:pt x="170" y="938"/>
                    <a:pt x="176" y="938"/>
                  </a:cubicBezTo>
                  <a:cubicBezTo>
                    <a:pt x="195" y="936"/>
                    <a:pt x="213" y="934"/>
                    <a:pt x="231" y="934"/>
                  </a:cubicBezTo>
                  <a:cubicBezTo>
                    <a:pt x="368" y="934"/>
                    <a:pt x="497" y="1007"/>
                    <a:pt x="566" y="1127"/>
                  </a:cubicBezTo>
                  <a:cubicBezTo>
                    <a:pt x="629" y="1243"/>
                    <a:pt x="677" y="1363"/>
                    <a:pt x="711" y="1485"/>
                  </a:cubicBezTo>
                  <a:cubicBezTo>
                    <a:pt x="717" y="1503"/>
                    <a:pt x="733" y="1511"/>
                    <a:pt x="749" y="1511"/>
                  </a:cubicBezTo>
                  <a:cubicBezTo>
                    <a:pt x="771" y="1511"/>
                    <a:pt x="792" y="1497"/>
                    <a:pt x="787" y="1470"/>
                  </a:cubicBezTo>
                  <a:lnTo>
                    <a:pt x="787" y="1457"/>
                  </a:lnTo>
                  <a:cubicBezTo>
                    <a:pt x="875" y="932"/>
                    <a:pt x="573" y="133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6" name="Google Shape;3096;p49"/>
            <p:cNvSpPr/>
            <p:nvPr/>
          </p:nvSpPr>
          <p:spPr>
            <a:xfrm>
              <a:off x="1490804" y="3029686"/>
              <a:ext cx="713843" cy="1905936"/>
            </a:xfrm>
            <a:custGeom>
              <a:avLst/>
              <a:gdLst/>
              <a:ahLst/>
              <a:cxnLst/>
              <a:rect l="l" t="t" r="r" b="b"/>
              <a:pathLst>
                <a:path w="5657" h="15104" extrusionOk="0">
                  <a:moveTo>
                    <a:pt x="892" y="0"/>
                  </a:moveTo>
                  <a:cubicBezTo>
                    <a:pt x="391" y="0"/>
                    <a:pt x="169" y="1356"/>
                    <a:pt x="145" y="2159"/>
                  </a:cubicBezTo>
                  <a:cubicBezTo>
                    <a:pt x="1" y="7238"/>
                    <a:pt x="1290" y="14504"/>
                    <a:pt x="2954" y="15057"/>
                  </a:cubicBezTo>
                  <a:cubicBezTo>
                    <a:pt x="3048" y="15089"/>
                    <a:pt x="3139" y="15104"/>
                    <a:pt x="3227" y="15104"/>
                  </a:cubicBezTo>
                  <a:cubicBezTo>
                    <a:pt x="4894" y="15104"/>
                    <a:pt x="5657" y="9816"/>
                    <a:pt x="5382" y="9739"/>
                  </a:cubicBezTo>
                  <a:cubicBezTo>
                    <a:pt x="5140" y="9673"/>
                    <a:pt x="3350" y="5012"/>
                    <a:pt x="2029" y="1652"/>
                  </a:cubicBezTo>
                  <a:cubicBezTo>
                    <a:pt x="1550" y="435"/>
                    <a:pt x="1176" y="0"/>
                    <a:pt x="892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7" name="Google Shape;3097;p49"/>
            <p:cNvSpPr/>
            <p:nvPr/>
          </p:nvSpPr>
          <p:spPr>
            <a:xfrm>
              <a:off x="1431622" y="3024512"/>
              <a:ext cx="595479" cy="1053918"/>
            </a:xfrm>
            <a:custGeom>
              <a:avLst/>
              <a:gdLst/>
              <a:ahLst/>
              <a:cxnLst/>
              <a:rect l="l" t="t" r="r" b="b"/>
              <a:pathLst>
                <a:path w="4719" h="8352" extrusionOk="0">
                  <a:moveTo>
                    <a:pt x="1435" y="0"/>
                  </a:moveTo>
                  <a:cubicBezTo>
                    <a:pt x="1120" y="0"/>
                    <a:pt x="878" y="386"/>
                    <a:pt x="750" y="989"/>
                  </a:cubicBezTo>
                  <a:cubicBezTo>
                    <a:pt x="1" y="4452"/>
                    <a:pt x="372" y="8352"/>
                    <a:pt x="372" y="8352"/>
                  </a:cubicBezTo>
                  <a:lnTo>
                    <a:pt x="4719" y="5650"/>
                  </a:lnTo>
                  <a:cubicBezTo>
                    <a:pt x="4719" y="5650"/>
                    <a:pt x="3266" y="2159"/>
                    <a:pt x="2118" y="517"/>
                  </a:cubicBezTo>
                  <a:cubicBezTo>
                    <a:pt x="1868" y="158"/>
                    <a:pt x="1637" y="0"/>
                    <a:pt x="1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8" name="Google Shape;3098;p49"/>
            <p:cNvSpPr/>
            <p:nvPr/>
          </p:nvSpPr>
          <p:spPr>
            <a:xfrm>
              <a:off x="1468217" y="3128239"/>
              <a:ext cx="558127" cy="930759"/>
            </a:xfrm>
            <a:custGeom>
              <a:avLst/>
              <a:gdLst/>
              <a:ahLst/>
              <a:cxnLst/>
              <a:rect l="l" t="t" r="r" b="b"/>
              <a:pathLst>
                <a:path w="4423" h="7376" extrusionOk="0">
                  <a:moveTo>
                    <a:pt x="2064" y="0"/>
                  </a:moveTo>
                  <a:cubicBezTo>
                    <a:pt x="1740" y="277"/>
                    <a:pt x="1337" y="434"/>
                    <a:pt x="912" y="453"/>
                  </a:cubicBezTo>
                  <a:cubicBezTo>
                    <a:pt x="905" y="453"/>
                    <a:pt x="897" y="453"/>
                    <a:pt x="889" y="453"/>
                  </a:cubicBezTo>
                  <a:cubicBezTo>
                    <a:pt x="727" y="453"/>
                    <a:pt x="562" y="422"/>
                    <a:pt x="412" y="362"/>
                  </a:cubicBezTo>
                  <a:cubicBezTo>
                    <a:pt x="412" y="378"/>
                    <a:pt x="403" y="393"/>
                    <a:pt x="400" y="409"/>
                  </a:cubicBezTo>
                  <a:cubicBezTo>
                    <a:pt x="434" y="425"/>
                    <a:pt x="472" y="437"/>
                    <a:pt x="507" y="450"/>
                  </a:cubicBezTo>
                  <a:cubicBezTo>
                    <a:pt x="632" y="487"/>
                    <a:pt x="760" y="503"/>
                    <a:pt x="888" y="503"/>
                  </a:cubicBezTo>
                  <a:cubicBezTo>
                    <a:pt x="1321" y="503"/>
                    <a:pt x="1758" y="312"/>
                    <a:pt x="2095" y="47"/>
                  </a:cubicBezTo>
                  <a:cubicBezTo>
                    <a:pt x="2086" y="38"/>
                    <a:pt x="2076" y="16"/>
                    <a:pt x="2064" y="0"/>
                  </a:cubicBezTo>
                  <a:close/>
                  <a:moveTo>
                    <a:pt x="778" y="946"/>
                  </a:moveTo>
                  <a:cubicBezTo>
                    <a:pt x="620" y="946"/>
                    <a:pt x="462" y="959"/>
                    <a:pt x="305" y="985"/>
                  </a:cubicBezTo>
                  <a:cubicBezTo>
                    <a:pt x="305" y="1004"/>
                    <a:pt x="299" y="1019"/>
                    <a:pt x="299" y="1038"/>
                  </a:cubicBezTo>
                  <a:cubicBezTo>
                    <a:pt x="463" y="1015"/>
                    <a:pt x="630" y="1002"/>
                    <a:pt x="797" y="1002"/>
                  </a:cubicBezTo>
                  <a:cubicBezTo>
                    <a:pt x="1241" y="1002"/>
                    <a:pt x="1685" y="1093"/>
                    <a:pt x="2067" y="1324"/>
                  </a:cubicBezTo>
                  <a:cubicBezTo>
                    <a:pt x="2614" y="1655"/>
                    <a:pt x="2925" y="2230"/>
                    <a:pt x="3278" y="2746"/>
                  </a:cubicBezTo>
                  <a:cubicBezTo>
                    <a:pt x="3422" y="2966"/>
                    <a:pt x="3595" y="3174"/>
                    <a:pt x="3784" y="3359"/>
                  </a:cubicBezTo>
                  <a:cubicBezTo>
                    <a:pt x="3762" y="3312"/>
                    <a:pt x="3737" y="3262"/>
                    <a:pt x="3715" y="3205"/>
                  </a:cubicBezTo>
                  <a:cubicBezTo>
                    <a:pt x="3448" y="2919"/>
                    <a:pt x="3231" y="2573"/>
                    <a:pt x="3007" y="2243"/>
                  </a:cubicBezTo>
                  <a:cubicBezTo>
                    <a:pt x="2840" y="1988"/>
                    <a:pt x="2652" y="1752"/>
                    <a:pt x="2432" y="1538"/>
                  </a:cubicBezTo>
                  <a:cubicBezTo>
                    <a:pt x="2218" y="1337"/>
                    <a:pt x="1960" y="1186"/>
                    <a:pt x="1683" y="1092"/>
                  </a:cubicBezTo>
                  <a:cubicBezTo>
                    <a:pt x="1389" y="994"/>
                    <a:pt x="1084" y="946"/>
                    <a:pt x="778" y="946"/>
                  </a:cubicBezTo>
                  <a:close/>
                  <a:moveTo>
                    <a:pt x="1420" y="2464"/>
                  </a:moveTo>
                  <a:cubicBezTo>
                    <a:pt x="1303" y="2464"/>
                    <a:pt x="1186" y="2482"/>
                    <a:pt x="1073" y="2516"/>
                  </a:cubicBezTo>
                  <a:cubicBezTo>
                    <a:pt x="683" y="2623"/>
                    <a:pt x="371" y="2872"/>
                    <a:pt x="73" y="3123"/>
                  </a:cubicBezTo>
                  <a:cubicBezTo>
                    <a:pt x="73" y="3142"/>
                    <a:pt x="73" y="3167"/>
                    <a:pt x="70" y="3186"/>
                  </a:cubicBezTo>
                  <a:cubicBezTo>
                    <a:pt x="290" y="2982"/>
                    <a:pt x="538" y="2809"/>
                    <a:pt x="806" y="2667"/>
                  </a:cubicBezTo>
                  <a:cubicBezTo>
                    <a:pt x="1004" y="2571"/>
                    <a:pt x="1228" y="2507"/>
                    <a:pt x="1449" y="2507"/>
                  </a:cubicBezTo>
                  <a:cubicBezTo>
                    <a:pt x="1576" y="2507"/>
                    <a:pt x="1700" y="2528"/>
                    <a:pt x="1818" y="2576"/>
                  </a:cubicBezTo>
                  <a:cubicBezTo>
                    <a:pt x="2086" y="2696"/>
                    <a:pt x="2281" y="2938"/>
                    <a:pt x="2334" y="3230"/>
                  </a:cubicBezTo>
                  <a:cubicBezTo>
                    <a:pt x="2473" y="3875"/>
                    <a:pt x="2038" y="4419"/>
                    <a:pt x="1482" y="4683"/>
                  </a:cubicBezTo>
                  <a:cubicBezTo>
                    <a:pt x="1036" y="4891"/>
                    <a:pt x="555" y="4929"/>
                    <a:pt x="73" y="4929"/>
                  </a:cubicBezTo>
                  <a:cubicBezTo>
                    <a:pt x="52" y="4929"/>
                    <a:pt x="31" y="4929"/>
                    <a:pt x="10" y="4929"/>
                  </a:cubicBezTo>
                  <a:lnTo>
                    <a:pt x="10" y="4976"/>
                  </a:lnTo>
                  <a:cubicBezTo>
                    <a:pt x="639" y="4976"/>
                    <a:pt x="1280" y="4919"/>
                    <a:pt x="1803" y="4551"/>
                  </a:cubicBezTo>
                  <a:cubicBezTo>
                    <a:pt x="2252" y="4237"/>
                    <a:pt x="2517" y="3705"/>
                    <a:pt x="2369" y="3158"/>
                  </a:cubicBezTo>
                  <a:cubicBezTo>
                    <a:pt x="2303" y="2925"/>
                    <a:pt x="2149" y="2718"/>
                    <a:pt x="1938" y="2589"/>
                  </a:cubicBezTo>
                  <a:cubicBezTo>
                    <a:pt x="1776" y="2505"/>
                    <a:pt x="1599" y="2464"/>
                    <a:pt x="1420" y="2464"/>
                  </a:cubicBezTo>
                  <a:close/>
                  <a:moveTo>
                    <a:pt x="3897" y="4658"/>
                  </a:moveTo>
                  <a:cubicBezTo>
                    <a:pt x="3817" y="4658"/>
                    <a:pt x="3737" y="4665"/>
                    <a:pt x="3658" y="4680"/>
                  </a:cubicBezTo>
                  <a:cubicBezTo>
                    <a:pt x="3400" y="4734"/>
                    <a:pt x="3139" y="4904"/>
                    <a:pt x="3098" y="5184"/>
                  </a:cubicBezTo>
                  <a:cubicBezTo>
                    <a:pt x="3076" y="5331"/>
                    <a:pt x="3098" y="5482"/>
                    <a:pt x="3161" y="5621"/>
                  </a:cubicBezTo>
                  <a:lnTo>
                    <a:pt x="3202" y="5592"/>
                  </a:lnTo>
                  <a:cubicBezTo>
                    <a:pt x="3155" y="5482"/>
                    <a:pt x="3133" y="5363"/>
                    <a:pt x="3136" y="5246"/>
                  </a:cubicBezTo>
                  <a:cubicBezTo>
                    <a:pt x="3155" y="4869"/>
                    <a:pt x="3554" y="4699"/>
                    <a:pt x="3885" y="4696"/>
                  </a:cubicBezTo>
                  <a:cubicBezTo>
                    <a:pt x="4067" y="4696"/>
                    <a:pt x="4253" y="4734"/>
                    <a:pt x="4423" y="4806"/>
                  </a:cubicBezTo>
                  <a:lnTo>
                    <a:pt x="4394" y="4756"/>
                  </a:lnTo>
                  <a:cubicBezTo>
                    <a:pt x="4236" y="4692"/>
                    <a:pt x="4067" y="4658"/>
                    <a:pt x="3897" y="4658"/>
                  </a:cubicBezTo>
                  <a:close/>
                  <a:moveTo>
                    <a:pt x="2180" y="6228"/>
                  </a:moveTo>
                  <a:lnTo>
                    <a:pt x="2180" y="6228"/>
                  </a:lnTo>
                  <a:cubicBezTo>
                    <a:pt x="2029" y="6243"/>
                    <a:pt x="1881" y="6291"/>
                    <a:pt x="1749" y="6369"/>
                  </a:cubicBezTo>
                  <a:cubicBezTo>
                    <a:pt x="1598" y="6460"/>
                    <a:pt x="1469" y="6583"/>
                    <a:pt x="1369" y="6731"/>
                  </a:cubicBezTo>
                  <a:lnTo>
                    <a:pt x="1469" y="6668"/>
                  </a:lnTo>
                  <a:cubicBezTo>
                    <a:pt x="1548" y="6574"/>
                    <a:pt x="1642" y="6492"/>
                    <a:pt x="1746" y="6426"/>
                  </a:cubicBezTo>
                  <a:cubicBezTo>
                    <a:pt x="1850" y="6357"/>
                    <a:pt x="1966" y="6313"/>
                    <a:pt x="2086" y="6288"/>
                  </a:cubicBezTo>
                  <a:lnTo>
                    <a:pt x="2180" y="6228"/>
                  </a:lnTo>
                  <a:close/>
                  <a:moveTo>
                    <a:pt x="0" y="6036"/>
                  </a:moveTo>
                  <a:lnTo>
                    <a:pt x="0" y="6086"/>
                  </a:lnTo>
                  <a:cubicBezTo>
                    <a:pt x="132" y="6159"/>
                    <a:pt x="243" y="6269"/>
                    <a:pt x="318" y="6401"/>
                  </a:cubicBezTo>
                  <a:cubicBezTo>
                    <a:pt x="472" y="6709"/>
                    <a:pt x="472" y="7071"/>
                    <a:pt x="318" y="7376"/>
                  </a:cubicBezTo>
                  <a:lnTo>
                    <a:pt x="384" y="7338"/>
                  </a:lnTo>
                  <a:cubicBezTo>
                    <a:pt x="412" y="7278"/>
                    <a:pt x="431" y="7212"/>
                    <a:pt x="447" y="7149"/>
                  </a:cubicBezTo>
                  <a:cubicBezTo>
                    <a:pt x="526" y="6863"/>
                    <a:pt x="475" y="6555"/>
                    <a:pt x="309" y="6306"/>
                  </a:cubicBezTo>
                  <a:cubicBezTo>
                    <a:pt x="236" y="6193"/>
                    <a:pt x="129" y="6102"/>
                    <a:pt x="0" y="60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9" name="Google Shape;3099;p49"/>
            <p:cNvSpPr/>
            <p:nvPr/>
          </p:nvSpPr>
          <p:spPr>
            <a:xfrm>
              <a:off x="1484495" y="3663022"/>
              <a:ext cx="474591" cy="284174"/>
            </a:xfrm>
            <a:custGeom>
              <a:avLst/>
              <a:gdLst/>
              <a:ahLst/>
              <a:cxnLst/>
              <a:rect l="l" t="t" r="r" b="b"/>
              <a:pathLst>
                <a:path w="3761" h="2252" extrusionOk="0">
                  <a:moveTo>
                    <a:pt x="3731" y="1"/>
                  </a:moveTo>
                  <a:cubicBezTo>
                    <a:pt x="3730" y="1"/>
                    <a:pt x="3729" y="1"/>
                    <a:pt x="3727" y="2"/>
                  </a:cubicBezTo>
                  <a:cubicBezTo>
                    <a:pt x="3023" y="361"/>
                    <a:pt x="1145" y="1392"/>
                    <a:pt x="7" y="2222"/>
                  </a:cubicBezTo>
                  <a:cubicBezTo>
                    <a:pt x="1" y="2225"/>
                    <a:pt x="14" y="2251"/>
                    <a:pt x="21" y="2251"/>
                  </a:cubicBezTo>
                  <a:cubicBezTo>
                    <a:pt x="22" y="2251"/>
                    <a:pt x="22" y="2251"/>
                    <a:pt x="22" y="2251"/>
                  </a:cubicBezTo>
                  <a:cubicBezTo>
                    <a:pt x="1070" y="1704"/>
                    <a:pt x="3079" y="461"/>
                    <a:pt x="3749" y="40"/>
                  </a:cubicBezTo>
                  <a:cubicBezTo>
                    <a:pt x="3761" y="37"/>
                    <a:pt x="3744" y="1"/>
                    <a:pt x="3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0" name="Google Shape;3100;p49"/>
            <p:cNvSpPr/>
            <p:nvPr/>
          </p:nvSpPr>
          <p:spPr>
            <a:xfrm>
              <a:off x="1851575" y="3345660"/>
              <a:ext cx="182341" cy="433580"/>
            </a:xfrm>
            <a:custGeom>
              <a:avLst/>
              <a:gdLst/>
              <a:ahLst/>
              <a:cxnLst/>
              <a:rect l="l" t="t" r="r" b="b"/>
              <a:pathLst>
                <a:path w="1445" h="3436" extrusionOk="0">
                  <a:moveTo>
                    <a:pt x="1" y="1"/>
                  </a:moveTo>
                  <a:lnTo>
                    <a:pt x="1" y="1"/>
                  </a:lnTo>
                  <a:cubicBezTo>
                    <a:pt x="189" y="539"/>
                    <a:pt x="410" y="1067"/>
                    <a:pt x="636" y="1586"/>
                  </a:cubicBezTo>
                  <a:cubicBezTo>
                    <a:pt x="861" y="2096"/>
                    <a:pt x="1096" y="2599"/>
                    <a:pt x="1346" y="3099"/>
                  </a:cubicBezTo>
                  <a:lnTo>
                    <a:pt x="1346" y="3099"/>
                  </a:lnTo>
                  <a:cubicBezTo>
                    <a:pt x="1183" y="3207"/>
                    <a:pt x="1026" y="3323"/>
                    <a:pt x="866" y="3435"/>
                  </a:cubicBezTo>
                  <a:cubicBezTo>
                    <a:pt x="1051" y="3341"/>
                    <a:pt x="1234" y="3240"/>
                    <a:pt x="1416" y="3140"/>
                  </a:cubicBezTo>
                  <a:lnTo>
                    <a:pt x="1444" y="3124"/>
                  </a:lnTo>
                  <a:lnTo>
                    <a:pt x="1432" y="3096"/>
                  </a:lnTo>
                  <a:cubicBezTo>
                    <a:pt x="1224" y="2564"/>
                    <a:pt x="998" y="2042"/>
                    <a:pt x="759" y="1526"/>
                  </a:cubicBezTo>
                  <a:cubicBezTo>
                    <a:pt x="523" y="1010"/>
                    <a:pt x="274" y="50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1" name="Google Shape;3101;p49"/>
            <p:cNvSpPr/>
            <p:nvPr/>
          </p:nvSpPr>
          <p:spPr>
            <a:xfrm>
              <a:off x="1897255" y="3385788"/>
              <a:ext cx="17540" cy="90603"/>
            </a:xfrm>
            <a:custGeom>
              <a:avLst/>
              <a:gdLst/>
              <a:ahLst/>
              <a:cxnLst/>
              <a:rect l="l" t="t" r="r" b="b"/>
              <a:pathLst>
                <a:path w="139" h="718" extrusionOk="0">
                  <a:moveTo>
                    <a:pt x="3" y="0"/>
                  </a:moveTo>
                  <a:cubicBezTo>
                    <a:pt x="0" y="120"/>
                    <a:pt x="7" y="239"/>
                    <a:pt x="22" y="359"/>
                  </a:cubicBezTo>
                  <a:cubicBezTo>
                    <a:pt x="38" y="474"/>
                    <a:pt x="69" y="593"/>
                    <a:pt x="112" y="705"/>
                  </a:cubicBezTo>
                  <a:lnTo>
                    <a:pt x="112" y="705"/>
                  </a:lnTo>
                  <a:cubicBezTo>
                    <a:pt x="138" y="524"/>
                    <a:pt x="125" y="342"/>
                    <a:pt x="76" y="170"/>
                  </a:cubicBezTo>
                  <a:cubicBezTo>
                    <a:pt x="60" y="111"/>
                    <a:pt x="35" y="51"/>
                    <a:pt x="3" y="0"/>
                  </a:cubicBezTo>
                  <a:close/>
                  <a:moveTo>
                    <a:pt x="112" y="705"/>
                  </a:moveTo>
                  <a:cubicBezTo>
                    <a:pt x="112" y="709"/>
                    <a:pt x="111" y="713"/>
                    <a:pt x="110" y="718"/>
                  </a:cubicBezTo>
                  <a:lnTo>
                    <a:pt x="114" y="708"/>
                  </a:lnTo>
                  <a:cubicBezTo>
                    <a:pt x="113" y="707"/>
                    <a:pt x="113" y="706"/>
                    <a:pt x="112" y="7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2" name="Google Shape;3102;p49"/>
            <p:cNvSpPr/>
            <p:nvPr/>
          </p:nvSpPr>
          <p:spPr>
            <a:xfrm>
              <a:off x="1451181" y="3401056"/>
              <a:ext cx="109405" cy="701729"/>
            </a:xfrm>
            <a:custGeom>
              <a:avLst/>
              <a:gdLst/>
              <a:ahLst/>
              <a:cxnLst/>
              <a:rect l="l" t="t" r="r" b="b"/>
              <a:pathLst>
                <a:path w="867" h="5561" extrusionOk="0">
                  <a:moveTo>
                    <a:pt x="333" y="1"/>
                  </a:moveTo>
                  <a:cubicBezTo>
                    <a:pt x="331" y="1"/>
                    <a:pt x="329" y="1"/>
                    <a:pt x="327" y="2"/>
                  </a:cubicBezTo>
                  <a:cubicBezTo>
                    <a:pt x="324" y="2"/>
                    <a:pt x="318" y="5"/>
                    <a:pt x="318" y="8"/>
                  </a:cubicBezTo>
                  <a:cubicBezTo>
                    <a:pt x="239" y="354"/>
                    <a:pt x="189" y="710"/>
                    <a:pt x="138" y="1059"/>
                  </a:cubicBezTo>
                  <a:lnTo>
                    <a:pt x="138" y="1062"/>
                  </a:lnTo>
                  <a:lnTo>
                    <a:pt x="113" y="854"/>
                  </a:lnTo>
                  <a:cubicBezTo>
                    <a:pt x="98" y="700"/>
                    <a:pt x="91" y="543"/>
                    <a:pt x="88" y="392"/>
                  </a:cubicBezTo>
                  <a:cubicBezTo>
                    <a:pt x="88" y="387"/>
                    <a:pt x="85" y="385"/>
                    <a:pt x="82" y="385"/>
                  </a:cubicBezTo>
                  <a:cubicBezTo>
                    <a:pt x="79" y="385"/>
                    <a:pt x="76" y="387"/>
                    <a:pt x="76" y="392"/>
                  </a:cubicBezTo>
                  <a:cubicBezTo>
                    <a:pt x="60" y="600"/>
                    <a:pt x="60" y="810"/>
                    <a:pt x="79" y="1021"/>
                  </a:cubicBezTo>
                  <a:cubicBezTo>
                    <a:pt x="82" y="1068"/>
                    <a:pt x="91" y="1109"/>
                    <a:pt x="98" y="1156"/>
                  </a:cubicBezTo>
                  <a:lnTo>
                    <a:pt x="113" y="1248"/>
                  </a:lnTo>
                  <a:cubicBezTo>
                    <a:pt x="82" y="1540"/>
                    <a:pt x="60" y="1833"/>
                    <a:pt x="44" y="2125"/>
                  </a:cubicBezTo>
                  <a:cubicBezTo>
                    <a:pt x="0" y="2836"/>
                    <a:pt x="3" y="3553"/>
                    <a:pt x="50" y="4264"/>
                  </a:cubicBezTo>
                  <a:cubicBezTo>
                    <a:pt x="63" y="4457"/>
                    <a:pt x="158" y="5560"/>
                    <a:pt x="188" y="5560"/>
                  </a:cubicBezTo>
                  <a:cubicBezTo>
                    <a:pt x="188" y="5560"/>
                    <a:pt x="189" y="5560"/>
                    <a:pt x="189" y="5560"/>
                  </a:cubicBezTo>
                  <a:cubicBezTo>
                    <a:pt x="286" y="5478"/>
                    <a:pt x="768" y="5126"/>
                    <a:pt x="856" y="5038"/>
                  </a:cubicBezTo>
                  <a:cubicBezTo>
                    <a:pt x="866" y="5024"/>
                    <a:pt x="856" y="5001"/>
                    <a:pt x="843" y="5001"/>
                  </a:cubicBezTo>
                  <a:cubicBezTo>
                    <a:pt x="841" y="5001"/>
                    <a:pt x="839" y="5002"/>
                    <a:pt x="837" y="5003"/>
                  </a:cubicBezTo>
                  <a:cubicBezTo>
                    <a:pt x="727" y="5053"/>
                    <a:pt x="359" y="5289"/>
                    <a:pt x="277" y="5340"/>
                  </a:cubicBezTo>
                  <a:cubicBezTo>
                    <a:pt x="277" y="5192"/>
                    <a:pt x="255" y="5038"/>
                    <a:pt x="245" y="4893"/>
                  </a:cubicBezTo>
                  <a:cubicBezTo>
                    <a:pt x="233" y="4720"/>
                    <a:pt x="223" y="4544"/>
                    <a:pt x="217" y="4371"/>
                  </a:cubicBezTo>
                  <a:cubicBezTo>
                    <a:pt x="205" y="4019"/>
                    <a:pt x="192" y="3669"/>
                    <a:pt x="192" y="3323"/>
                  </a:cubicBezTo>
                  <a:cubicBezTo>
                    <a:pt x="192" y="2619"/>
                    <a:pt x="217" y="1911"/>
                    <a:pt x="261" y="1210"/>
                  </a:cubicBezTo>
                  <a:lnTo>
                    <a:pt x="296" y="619"/>
                  </a:lnTo>
                  <a:cubicBezTo>
                    <a:pt x="308" y="424"/>
                    <a:pt x="327" y="213"/>
                    <a:pt x="343" y="8"/>
                  </a:cubicBezTo>
                  <a:cubicBezTo>
                    <a:pt x="343" y="4"/>
                    <a:pt x="338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3" name="Google Shape;3103;p49"/>
            <p:cNvSpPr/>
            <p:nvPr/>
          </p:nvSpPr>
          <p:spPr>
            <a:xfrm>
              <a:off x="2962912" y="2697938"/>
              <a:ext cx="1697600" cy="1267806"/>
            </a:xfrm>
            <a:custGeom>
              <a:avLst/>
              <a:gdLst/>
              <a:ahLst/>
              <a:cxnLst/>
              <a:rect l="l" t="t" r="r" b="b"/>
              <a:pathLst>
                <a:path w="13453" h="10047" extrusionOk="0">
                  <a:moveTo>
                    <a:pt x="0" y="1"/>
                  </a:moveTo>
                  <a:lnTo>
                    <a:pt x="0" y="10047"/>
                  </a:lnTo>
                  <a:lnTo>
                    <a:pt x="13452" y="10047"/>
                  </a:lnTo>
                  <a:lnTo>
                    <a:pt x="13452" y="1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4" name="Google Shape;3104;p49"/>
            <p:cNvSpPr/>
            <p:nvPr/>
          </p:nvSpPr>
          <p:spPr>
            <a:xfrm>
              <a:off x="2962912" y="2697938"/>
              <a:ext cx="1697600" cy="1267806"/>
            </a:xfrm>
            <a:custGeom>
              <a:avLst/>
              <a:gdLst/>
              <a:ahLst/>
              <a:cxnLst/>
              <a:rect l="l" t="t" r="r" b="b"/>
              <a:pathLst>
                <a:path w="13453" h="10047" extrusionOk="0">
                  <a:moveTo>
                    <a:pt x="0" y="1"/>
                  </a:moveTo>
                  <a:lnTo>
                    <a:pt x="0" y="10047"/>
                  </a:lnTo>
                  <a:lnTo>
                    <a:pt x="13452" y="10047"/>
                  </a:lnTo>
                  <a:lnTo>
                    <a:pt x="1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5" name="Google Shape;3105;p49"/>
            <p:cNvSpPr/>
            <p:nvPr/>
          </p:nvSpPr>
          <p:spPr>
            <a:xfrm>
              <a:off x="2964805" y="2704752"/>
              <a:ext cx="1689398" cy="1262632"/>
            </a:xfrm>
            <a:custGeom>
              <a:avLst/>
              <a:gdLst/>
              <a:ahLst/>
              <a:cxnLst/>
              <a:rect l="l" t="t" r="r" b="b"/>
              <a:pathLst>
                <a:path w="13388" h="10006" extrusionOk="0">
                  <a:moveTo>
                    <a:pt x="1" y="0"/>
                  </a:moveTo>
                  <a:lnTo>
                    <a:pt x="1" y="0"/>
                  </a:lnTo>
                  <a:cubicBezTo>
                    <a:pt x="1102" y="862"/>
                    <a:pt x="2209" y="1705"/>
                    <a:pt x="3319" y="2551"/>
                  </a:cubicBezTo>
                  <a:lnTo>
                    <a:pt x="6656" y="5064"/>
                  </a:lnTo>
                  <a:lnTo>
                    <a:pt x="10012" y="7552"/>
                  </a:lnTo>
                  <a:lnTo>
                    <a:pt x="11698" y="8788"/>
                  </a:lnTo>
                  <a:lnTo>
                    <a:pt x="13387" y="10005"/>
                  </a:lnTo>
                  <a:lnTo>
                    <a:pt x="13387" y="10005"/>
                  </a:lnTo>
                  <a:lnTo>
                    <a:pt x="11733" y="8725"/>
                  </a:lnTo>
                  <a:lnTo>
                    <a:pt x="10069" y="7458"/>
                  </a:lnTo>
                  <a:lnTo>
                    <a:pt x="6732" y="4945"/>
                  </a:lnTo>
                  <a:lnTo>
                    <a:pt x="3373" y="2457"/>
                  </a:lnTo>
                  <a:cubicBezTo>
                    <a:pt x="2253" y="1633"/>
                    <a:pt x="1127" y="80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6" name="Google Shape;3106;p49"/>
            <p:cNvSpPr/>
            <p:nvPr/>
          </p:nvSpPr>
          <p:spPr>
            <a:xfrm>
              <a:off x="2964805" y="2704752"/>
              <a:ext cx="1689777" cy="1263011"/>
            </a:xfrm>
            <a:custGeom>
              <a:avLst/>
              <a:gdLst/>
              <a:ahLst/>
              <a:cxnLst/>
              <a:rect l="l" t="t" r="r" b="b"/>
              <a:pathLst>
                <a:path w="13391" h="10009" extrusionOk="0">
                  <a:moveTo>
                    <a:pt x="13390" y="0"/>
                  </a:moveTo>
                  <a:lnTo>
                    <a:pt x="13390" y="0"/>
                  </a:lnTo>
                  <a:cubicBezTo>
                    <a:pt x="12258" y="809"/>
                    <a:pt x="11138" y="1636"/>
                    <a:pt x="10015" y="2460"/>
                  </a:cubicBezTo>
                  <a:lnTo>
                    <a:pt x="6656" y="4948"/>
                  </a:lnTo>
                  <a:lnTo>
                    <a:pt x="3319" y="7461"/>
                  </a:lnTo>
                  <a:lnTo>
                    <a:pt x="1655" y="8728"/>
                  </a:lnTo>
                  <a:lnTo>
                    <a:pt x="1" y="10008"/>
                  </a:lnTo>
                  <a:lnTo>
                    <a:pt x="1690" y="8785"/>
                  </a:lnTo>
                  <a:lnTo>
                    <a:pt x="3379" y="7549"/>
                  </a:lnTo>
                  <a:lnTo>
                    <a:pt x="6735" y="5058"/>
                  </a:lnTo>
                  <a:lnTo>
                    <a:pt x="10072" y="2548"/>
                  </a:lnTo>
                  <a:cubicBezTo>
                    <a:pt x="11182" y="1705"/>
                    <a:pt x="12289" y="856"/>
                    <a:pt x="13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7" name="Google Shape;3107;p49"/>
            <p:cNvSpPr/>
            <p:nvPr/>
          </p:nvSpPr>
          <p:spPr>
            <a:xfrm>
              <a:off x="1764253" y="3782522"/>
              <a:ext cx="1124078" cy="1152470"/>
            </a:xfrm>
            <a:custGeom>
              <a:avLst/>
              <a:gdLst/>
              <a:ahLst/>
              <a:cxnLst/>
              <a:rect l="l" t="t" r="r" b="b"/>
              <a:pathLst>
                <a:path w="8908" h="9133" extrusionOk="0">
                  <a:moveTo>
                    <a:pt x="5700" y="1"/>
                  </a:moveTo>
                  <a:cubicBezTo>
                    <a:pt x="5657" y="1"/>
                    <a:pt x="5619" y="14"/>
                    <a:pt x="5587" y="43"/>
                  </a:cubicBezTo>
                  <a:cubicBezTo>
                    <a:pt x="4810" y="725"/>
                    <a:pt x="1932" y="3540"/>
                    <a:pt x="1746" y="3773"/>
                  </a:cubicBezTo>
                  <a:cubicBezTo>
                    <a:pt x="193" y="5739"/>
                    <a:pt x="1" y="9132"/>
                    <a:pt x="951" y="9132"/>
                  </a:cubicBezTo>
                  <a:cubicBezTo>
                    <a:pt x="2356" y="9126"/>
                    <a:pt x="4395" y="8821"/>
                    <a:pt x="8386" y="4949"/>
                  </a:cubicBezTo>
                  <a:cubicBezTo>
                    <a:pt x="8907" y="4436"/>
                    <a:pt x="6480" y="1"/>
                    <a:pt x="5700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8" name="Google Shape;3108;p49"/>
            <p:cNvSpPr/>
            <p:nvPr/>
          </p:nvSpPr>
          <p:spPr>
            <a:xfrm>
              <a:off x="2311530" y="3183256"/>
              <a:ext cx="1291781" cy="1315126"/>
            </a:xfrm>
            <a:custGeom>
              <a:avLst/>
              <a:gdLst/>
              <a:ahLst/>
              <a:cxnLst/>
              <a:rect l="l" t="t" r="r" b="b"/>
              <a:pathLst>
                <a:path w="10237" h="10422" extrusionOk="0">
                  <a:moveTo>
                    <a:pt x="7987" y="1"/>
                  </a:moveTo>
                  <a:cubicBezTo>
                    <a:pt x="6823" y="1"/>
                    <a:pt x="5391" y="271"/>
                    <a:pt x="4662" y="580"/>
                  </a:cubicBezTo>
                  <a:cubicBezTo>
                    <a:pt x="4046" y="844"/>
                    <a:pt x="2615" y="1555"/>
                    <a:pt x="1580" y="2873"/>
                  </a:cubicBezTo>
                  <a:cubicBezTo>
                    <a:pt x="806" y="3854"/>
                    <a:pt x="1" y="5977"/>
                    <a:pt x="1" y="5977"/>
                  </a:cubicBezTo>
                  <a:cubicBezTo>
                    <a:pt x="1" y="5977"/>
                    <a:pt x="2942" y="10421"/>
                    <a:pt x="3236" y="10421"/>
                  </a:cubicBezTo>
                  <a:cubicBezTo>
                    <a:pt x="3240" y="10421"/>
                    <a:pt x="3244" y="10420"/>
                    <a:pt x="3247" y="10418"/>
                  </a:cubicBezTo>
                  <a:cubicBezTo>
                    <a:pt x="4153" y="9833"/>
                    <a:pt x="5307" y="8874"/>
                    <a:pt x="5703" y="6515"/>
                  </a:cubicBezTo>
                  <a:cubicBezTo>
                    <a:pt x="5703" y="6515"/>
                    <a:pt x="9194" y="6043"/>
                    <a:pt x="9194" y="5018"/>
                  </a:cubicBezTo>
                  <a:cubicBezTo>
                    <a:pt x="9194" y="4639"/>
                    <a:pt x="8658" y="4527"/>
                    <a:pt x="8022" y="4527"/>
                  </a:cubicBezTo>
                  <a:cubicBezTo>
                    <a:pt x="7939" y="4527"/>
                    <a:pt x="7853" y="4529"/>
                    <a:pt x="7767" y="4533"/>
                  </a:cubicBezTo>
                  <a:lnTo>
                    <a:pt x="7767" y="4533"/>
                  </a:lnTo>
                  <a:cubicBezTo>
                    <a:pt x="8756" y="4353"/>
                    <a:pt x="9788" y="4055"/>
                    <a:pt x="9808" y="3590"/>
                  </a:cubicBezTo>
                  <a:cubicBezTo>
                    <a:pt x="9828" y="3151"/>
                    <a:pt x="9327" y="2985"/>
                    <a:pt x="8688" y="2950"/>
                  </a:cubicBezTo>
                  <a:lnTo>
                    <a:pt x="8688" y="2950"/>
                  </a:lnTo>
                  <a:cubicBezTo>
                    <a:pt x="9528" y="2777"/>
                    <a:pt x="10236" y="2489"/>
                    <a:pt x="10182" y="2011"/>
                  </a:cubicBezTo>
                  <a:cubicBezTo>
                    <a:pt x="10131" y="1561"/>
                    <a:pt x="9533" y="1425"/>
                    <a:pt x="8829" y="1425"/>
                  </a:cubicBezTo>
                  <a:cubicBezTo>
                    <a:pt x="8720" y="1425"/>
                    <a:pt x="8608" y="1428"/>
                    <a:pt x="8495" y="1434"/>
                  </a:cubicBezTo>
                  <a:lnTo>
                    <a:pt x="8495" y="1434"/>
                  </a:lnTo>
                  <a:cubicBezTo>
                    <a:pt x="9240" y="1255"/>
                    <a:pt x="9872" y="985"/>
                    <a:pt x="9754" y="593"/>
                  </a:cubicBezTo>
                  <a:cubicBezTo>
                    <a:pt x="9624" y="162"/>
                    <a:pt x="8886" y="1"/>
                    <a:pt x="7987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9" name="Google Shape;3109;p49"/>
            <p:cNvSpPr/>
            <p:nvPr/>
          </p:nvSpPr>
          <p:spPr>
            <a:xfrm>
              <a:off x="2960514" y="3362191"/>
              <a:ext cx="546897" cy="70917"/>
            </a:xfrm>
            <a:custGeom>
              <a:avLst/>
              <a:gdLst/>
              <a:ahLst/>
              <a:cxnLst/>
              <a:rect l="l" t="t" r="r" b="b"/>
              <a:pathLst>
                <a:path w="4334" h="562" extrusionOk="0">
                  <a:moveTo>
                    <a:pt x="3469" y="0"/>
                  </a:moveTo>
                  <a:cubicBezTo>
                    <a:pt x="3220" y="0"/>
                    <a:pt x="2923" y="10"/>
                    <a:pt x="2589" y="40"/>
                  </a:cubicBezTo>
                  <a:cubicBezTo>
                    <a:pt x="2155" y="77"/>
                    <a:pt x="1721" y="143"/>
                    <a:pt x="1290" y="222"/>
                  </a:cubicBezTo>
                  <a:cubicBezTo>
                    <a:pt x="856" y="301"/>
                    <a:pt x="428" y="423"/>
                    <a:pt x="7" y="543"/>
                  </a:cubicBezTo>
                  <a:cubicBezTo>
                    <a:pt x="0" y="546"/>
                    <a:pt x="0" y="562"/>
                    <a:pt x="10" y="562"/>
                  </a:cubicBezTo>
                  <a:cubicBezTo>
                    <a:pt x="441" y="483"/>
                    <a:pt x="872" y="423"/>
                    <a:pt x="1306" y="345"/>
                  </a:cubicBezTo>
                  <a:cubicBezTo>
                    <a:pt x="1701" y="270"/>
                    <a:pt x="3041" y="43"/>
                    <a:pt x="4044" y="43"/>
                  </a:cubicBezTo>
                  <a:cubicBezTo>
                    <a:pt x="4133" y="43"/>
                    <a:pt x="4220" y="45"/>
                    <a:pt x="4303" y="49"/>
                  </a:cubicBezTo>
                  <a:cubicBezTo>
                    <a:pt x="4333" y="49"/>
                    <a:pt x="4017" y="0"/>
                    <a:pt x="3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0" name="Google Shape;3110;p49"/>
            <p:cNvSpPr/>
            <p:nvPr/>
          </p:nvSpPr>
          <p:spPr>
            <a:xfrm>
              <a:off x="2993071" y="3553491"/>
              <a:ext cx="418438" cy="76470"/>
            </a:xfrm>
            <a:custGeom>
              <a:avLst/>
              <a:gdLst/>
              <a:ahLst/>
              <a:cxnLst/>
              <a:rect l="l" t="t" r="r" b="b"/>
              <a:pathLst>
                <a:path w="3316" h="606" extrusionOk="0">
                  <a:moveTo>
                    <a:pt x="3287" y="1"/>
                  </a:moveTo>
                  <a:cubicBezTo>
                    <a:pt x="3283" y="1"/>
                    <a:pt x="3279" y="1"/>
                    <a:pt x="3274" y="2"/>
                  </a:cubicBezTo>
                  <a:cubicBezTo>
                    <a:pt x="2721" y="65"/>
                    <a:pt x="2199" y="112"/>
                    <a:pt x="1645" y="216"/>
                  </a:cubicBezTo>
                  <a:cubicBezTo>
                    <a:pt x="1089" y="323"/>
                    <a:pt x="554" y="464"/>
                    <a:pt x="10" y="590"/>
                  </a:cubicBezTo>
                  <a:cubicBezTo>
                    <a:pt x="0" y="590"/>
                    <a:pt x="3" y="606"/>
                    <a:pt x="10" y="606"/>
                  </a:cubicBezTo>
                  <a:cubicBezTo>
                    <a:pt x="554" y="496"/>
                    <a:pt x="1111" y="426"/>
                    <a:pt x="1661" y="332"/>
                  </a:cubicBezTo>
                  <a:cubicBezTo>
                    <a:pt x="2211" y="238"/>
                    <a:pt x="2715" y="118"/>
                    <a:pt x="3265" y="27"/>
                  </a:cubicBezTo>
                  <a:cubicBezTo>
                    <a:pt x="3301" y="21"/>
                    <a:pt x="3315" y="1"/>
                    <a:pt x="3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1" name="Google Shape;3111;p49"/>
            <p:cNvSpPr/>
            <p:nvPr/>
          </p:nvSpPr>
          <p:spPr>
            <a:xfrm>
              <a:off x="2989159" y="3754130"/>
              <a:ext cx="329097" cy="51737"/>
            </a:xfrm>
            <a:custGeom>
              <a:avLst/>
              <a:gdLst/>
              <a:ahLst/>
              <a:cxnLst/>
              <a:rect l="l" t="t" r="r" b="b"/>
              <a:pathLst>
                <a:path w="2608" h="410" extrusionOk="0">
                  <a:moveTo>
                    <a:pt x="2563" y="0"/>
                  </a:moveTo>
                  <a:cubicBezTo>
                    <a:pt x="1711" y="63"/>
                    <a:pt x="846" y="145"/>
                    <a:pt x="19" y="381"/>
                  </a:cubicBezTo>
                  <a:cubicBezTo>
                    <a:pt x="1" y="387"/>
                    <a:pt x="14" y="409"/>
                    <a:pt x="26" y="409"/>
                  </a:cubicBezTo>
                  <a:cubicBezTo>
                    <a:pt x="27" y="409"/>
                    <a:pt x="27" y="409"/>
                    <a:pt x="28" y="409"/>
                  </a:cubicBezTo>
                  <a:cubicBezTo>
                    <a:pt x="1031" y="224"/>
                    <a:pt x="1695" y="139"/>
                    <a:pt x="2544" y="32"/>
                  </a:cubicBezTo>
                  <a:cubicBezTo>
                    <a:pt x="2588" y="25"/>
                    <a:pt x="2607" y="0"/>
                    <a:pt x="2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2" name="Google Shape;3112;p49"/>
            <p:cNvSpPr/>
            <p:nvPr/>
          </p:nvSpPr>
          <p:spPr>
            <a:xfrm>
              <a:off x="1867475" y="4136857"/>
              <a:ext cx="238242" cy="358625"/>
            </a:xfrm>
            <a:custGeom>
              <a:avLst/>
              <a:gdLst/>
              <a:ahLst/>
              <a:cxnLst/>
              <a:rect l="l" t="t" r="r" b="b"/>
              <a:pathLst>
                <a:path w="1888" h="2842" extrusionOk="0">
                  <a:moveTo>
                    <a:pt x="1872" y="1"/>
                  </a:moveTo>
                  <a:cubicBezTo>
                    <a:pt x="1869" y="1"/>
                    <a:pt x="1866" y="2"/>
                    <a:pt x="1862" y="6"/>
                  </a:cubicBezTo>
                  <a:cubicBezTo>
                    <a:pt x="730" y="826"/>
                    <a:pt x="170" y="2279"/>
                    <a:pt x="4" y="2827"/>
                  </a:cubicBezTo>
                  <a:cubicBezTo>
                    <a:pt x="0" y="2836"/>
                    <a:pt x="5" y="2842"/>
                    <a:pt x="11" y="2842"/>
                  </a:cubicBezTo>
                  <a:cubicBezTo>
                    <a:pt x="17" y="2842"/>
                    <a:pt x="23" y="2838"/>
                    <a:pt x="29" y="2830"/>
                  </a:cubicBezTo>
                  <a:cubicBezTo>
                    <a:pt x="233" y="2314"/>
                    <a:pt x="1051" y="804"/>
                    <a:pt x="1878" y="21"/>
                  </a:cubicBezTo>
                  <a:cubicBezTo>
                    <a:pt x="1887" y="12"/>
                    <a:pt x="1881" y="1"/>
                    <a:pt x="1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3" name="Google Shape;3113;p49"/>
            <p:cNvSpPr/>
            <p:nvPr/>
          </p:nvSpPr>
          <p:spPr>
            <a:xfrm>
              <a:off x="2998623" y="2442787"/>
              <a:ext cx="811764" cy="621221"/>
            </a:xfrm>
            <a:custGeom>
              <a:avLst/>
              <a:gdLst/>
              <a:ahLst/>
              <a:cxnLst/>
              <a:rect l="l" t="t" r="r" b="b"/>
              <a:pathLst>
                <a:path w="6433" h="4923" extrusionOk="0">
                  <a:moveTo>
                    <a:pt x="2369" y="0"/>
                  </a:moveTo>
                  <a:cubicBezTo>
                    <a:pt x="2013" y="0"/>
                    <a:pt x="1815" y="397"/>
                    <a:pt x="1815" y="397"/>
                  </a:cubicBezTo>
                  <a:cubicBezTo>
                    <a:pt x="1815" y="397"/>
                    <a:pt x="1536" y="143"/>
                    <a:pt x="1229" y="143"/>
                  </a:cubicBezTo>
                  <a:cubicBezTo>
                    <a:pt x="1177" y="143"/>
                    <a:pt x="1125" y="150"/>
                    <a:pt x="1073" y="167"/>
                  </a:cubicBezTo>
                  <a:cubicBezTo>
                    <a:pt x="327" y="406"/>
                    <a:pt x="0" y="3444"/>
                    <a:pt x="1067" y="4039"/>
                  </a:cubicBezTo>
                  <a:cubicBezTo>
                    <a:pt x="1144" y="4081"/>
                    <a:pt x="1210" y="4099"/>
                    <a:pt x="1266" y="4099"/>
                  </a:cubicBezTo>
                  <a:cubicBezTo>
                    <a:pt x="1575" y="4099"/>
                    <a:pt x="1604" y="3567"/>
                    <a:pt x="1604" y="3567"/>
                  </a:cubicBezTo>
                  <a:cubicBezTo>
                    <a:pt x="1604" y="3567"/>
                    <a:pt x="1809" y="4655"/>
                    <a:pt x="2428" y="4737"/>
                  </a:cubicBezTo>
                  <a:cubicBezTo>
                    <a:pt x="2454" y="4740"/>
                    <a:pt x="2478" y="4742"/>
                    <a:pt x="2501" y="4742"/>
                  </a:cubicBezTo>
                  <a:cubicBezTo>
                    <a:pt x="3034" y="4742"/>
                    <a:pt x="3048" y="3913"/>
                    <a:pt x="3051" y="3847"/>
                  </a:cubicBezTo>
                  <a:cubicBezTo>
                    <a:pt x="3064" y="3907"/>
                    <a:pt x="3275" y="4898"/>
                    <a:pt x="3913" y="4923"/>
                  </a:cubicBezTo>
                  <a:cubicBezTo>
                    <a:pt x="3920" y="4923"/>
                    <a:pt x="3926" y="4923"/>
                    <a:pt x="3933" y="4923"/>
                  </a:cubicBezTo>
                  <a:cubicBezTo>
                    <a:pt x="4571" y="4923"/>
                    <a:pt x="4435" y="4032"/>
                    <a:pt x="4423" y="3973"/>
                  </a:cubicBezTo>
                  <a:lnTo>
                    <a:pt x="4423" y="3973"/>
                  </a:lnTo>
                  <a:cubicBezTo>
                    <a:pt x="4449" y="4023"/>
                    <a:pt x="4780" y="4608"/>
                    <a:pt x="5221" y="4608"/>
                  </a:cubicBezTo>
                  <a:cubicBezTo>
                    <a:pt x="5252" y="4608"/>
                    <a:pt x="5284" y="4605"/>
                    <a:pt x="5316" y="4599"/>
                  </a:cubicBezTo>
                  <a:cubicBezTo>
                    <a:pt x="6152" y="4438"/>
                    <a:pt x="5237" y="2708"/>
                    <a:pt x="5467" y="2054"/>
                  </a:cubicBezTo>
                  <a:lnTo>
                    <a:pt x="5467" y="2054"/>
                  </a:lnTo>
                  <a:cubicBezTo>
                    <a:pt x="5467" y="2054"/>
                    <a:pt x="6398" y="2095"/>
                    <a:pt x="6432" y="2095"/>
                  </a:cubicBezTo>
                  <a:cubicBezTo>
                    <a:pt x="6432" y="2095"/>
                    <a:pt x="5813" y="655"/>
                    <a:pt x="4916" y="387"/>
                  </a:cubicBezTo>
                  <a:cubicBezTo>
                    <a:pt x="4858" y="370"/>
                    <a:pt x="4799" y="361"/>
                    <a:pt x="4741" y="361"/>
                  </a:cubicBezTo>
                  <a:cubicBezTo>
                    <a:pt x="4532" y="361"/>
                    <a:pt x="4333" y="472"/>
                    <a:pt x="4224" y="664"/>
                  </a:cubicBezTo>
                  <a:cubicBezTo>
                    <a:pt x="4224" y="664"/>
                    <a:pt x="4014" y="98"/>
                    <a:pt x="3514" y="66"/>
                  </a:cubicBezTo>
                  <a:cubicBezTo>
                    <a:pt x="3509" y="66"/>
                    <a:pt x="3504" y="66"/>
                    <a:pt x="3499" y="66"/>
                  </a:cubicBezTo>
                  <a:cubicBezTo>
                    <a:pt x="3249" y="66"/>
                    <a:pt x="3004" y="447"/>
                    <a:pt x="3004" y="447"/>
                  </a:cubicBezTo>
                  <a:cubicBezTo>
                    <a:pt x="3004" y="447"/>
                    <a:pt x="2815" y="0"/>
                    <a:pt x="2369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4" name="Google Shape;3114;p49"/>
            <p:cNvSpPr/>
            <p:nvPr/>
          </p:nvSpPr>
          <p:spPr>
            <a:xfrm>
              <a:off x="3163677" y="2499950"/>
              <a:ext cx="57668" cy="401781"/>
            </a:xfrm>
            <a:custGeom>
              <a:avLst/>
              <a:gdLst/>
              <a:ahLst/>
              <a:cxnLst/>
              <a:rect l="l" t="t" r="r" b="b"/>
              <a:pathLst>
                <a:path w="457" h="3184" extrusionOk="0">
                  <a:moveTo>
                    <a:pt x="450" y="1"/>
                  </a:moveTo>
                  <a:cubicBezTo>
                    <a:pt x="448" y="1"/>
                    <a:pt x="446" y="2"/>
                    <a:pt x="444" y="3"/>
                  </a:cubicBezTo>
                  <a:cubicBezTo>
                    <a:pt x="441" y="3"/>
                    <a:pt x="441" y="7"/>
                    <a:pt x="441" y="7"/>
                  </a:cubicBezTo>
                  <a:cubicBezTo>
                    <a:pt x="86" y="982"/>
                    <a:pt x="1" y="2161"/>
                    <a:pt x="287" y="3161"/>
                  </a:cubicBezTo>
                  <a:cubicBezTo>
                    <a:pt x="293" y="3176"/>
                    <a:pt x="308" y="3184"/>
                    <a:pt x="321" y="3184"/>
                  </a:cubicBezTo>
                  <a:cubicBezTo>
                    <a:pt x="337" y="3184"/>
                    <a:pt x="352" y="3174"/>
                    <a:pt x="350" y="3152"/>
                  </a:cubicBezTo>
                  <a:cubicBezTo>
                    <a:pt x="252" y="2060"/>
                    <a:pt x="252" y="1085"/>
                    <a:pt x="457" y="7"/>
                  </a:cubicBezTo>
                  <a:cubicBezTo>
                    <a:pt x="457" y="4"/>
                    <a:pt x="454" y="1"/>
                    <a:pt x="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5" name="Google Shape;3115;p49"/>
            <p:cNvSpPr/>
            <p:nvPr/>
          </p:nvSpPr>
          <p:spPr>
            <a:xfrm>
              <a:off x="3320907" y="2496543"/>
              <a:ext cx="66375" cy="441151"/>
            </a:xfrm>
            <a:custGeom>
              <a:avLst/>
              <a:gdLst/>
              <a:ahLst/>
              <a:cxnLst/>
              <a:rect l="l" t="t" r="r" b="b"/>
              <a:pathLst>
                <a:path w="526" h="3496" extrusionOk="0">
                  <a:moveTo>
                    <a:pt x="432" y="1"/>
                  </a:moveTo>
                  <a:cubicBezTo>
                    <a:pt x="428" y="1"/>
                    <a:pt x="423" y="4"/>
                    <a:pt x="422" y="12"/>
                  </a:cubicBezTo>
                  <a:cubicBezTo>
                    <a:pt x="63" y="1018"/>
                    <a:pt x="0" y="2342"/>
                    <a:pt x="466" y="3459"/>
                  </a:cubicBezTo>
                  <a:cubicBezTo>
                    <a:pt x="475" y="3481"/>
                    <a:pt x="497" y="3495"/>
                    <a:pt x="511" y="3495"/>
                  </a:cubicBezTo>
                  <a:cubicBezTo>
                    <a:pt x="520" y="3495"/>
                    <a:pt x="526" y="3488"/>
                    <a:pt x="519" y="3471"/>
                  </a:cubicBezTo>
                  <a:cubicBezTo>
                    <a:pt x="264" y="2704"/>
                    <a:pt x="249" y="980"/>
                    <a:pt x="441" y="12"/>
                  </a:cubicBezTo>
                  <a:cubicBezTo>
                    <a:pt x="441" y="5"/>
                    <a:pt x="436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6" name="Google Shape;3116;p49"/>
            <p:cNvSpPr/>
            <p:nvPr/>
          </p:nvSpPr>
          <p:spPr>
            <a:xfrm>
              <a:off x="3495551" y="2530992"/>
              <a:ext cx="69277" cy="425252"/>
            </a:xfrm>
            <a:custGeom>
              <a:avLst/>
              <a:gdLst/>
              <a:ahLst/>
              <a:cxnLst/>
              <a:rect l="l" t="t" r="r" b="b"/>
              <a:pathLst>
                <a:path w="549" h="3370" extrusionOk="0">
                  <a:moveTo>
                    <a:pt x="254" y="0"/>
                  </a:moveTo>
                  <a:cubicBezTo>
                    <a:pt x="249" y="0"/>
                    <a:pt x="242" y="4"/>
                    <a:pt x="239" y="12"/>
                  </a:cubicBezTo>
                  <a:cubicBezTo>
                    <a:pt x="16" y="550"/>
                    <a:pt x="0" y="1286"/>
                    <a:pt x="35" y="1862"/>
                  </a:cubicBezTo>
                  <a:cubicBezTo>
                    <a:pt x="60" y="2396"/>
                    <a:pt x="220" y="2915"/>
                    <a:pt x="507" y="3362"/>
                  </a:cubicBezTo>
                  <a:cubicBezTo>
                    <a:pt x="510" y="3367"/>
                    <a:pt x="515" y="3369"/>
                    <a:pt x="521" y="3369"/>
                  </a:cubicBezTo>
                  <a:cubicBezTo>
                    <a:pt x="534" y="3369"/>
                    <a:pt x="549" y="3359"/>
                    <a:pt x="544" y="3346"/>
                  </a:cubicBezTo>
                  <a:cubicBezTo>
                    <a:pt x="139" y="2261"/>
                    <a:pt x="120" y="1154"/>
                    <a:pt x="264" y="12"/>
                  </a:cubicBezTo>
                  <a:cubicBezTo>
                    <a:pt x="264" y="4"/>
                    <a:pt x="260" y="0"/>
                    <a:pt x="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7" name="Google Shape;3117;p49"/>
            <p:cNvSpPr/>
            <p:nvPr/>
          </p:nvSpPr>
          <p:spPr>
            <a:xfrm>
              <a:off x="3199009" y="2703491"/>
              <a:ext cx="522416" cy="378058"/>
            </a:xfrm>
            <a:custGeom>
              <a:avLst/>
              <a:gdLst/>
              <a:ahLst/>
              <a:cxnLst/>
              <a:rect l="l" t="t" r="r" b="b"/>
              <a:pathLst>
                <a:path w="4140" h="2996" extrusionOk="0">
                  <a:moveTo>
                    <a:pt x="3860" y="1"/>
                  </a:moveTo>
                  <a:cubicBezTo>
                    <a:pt x="3819" y="158"/>
                    <a:pt x="3810" y="325"/>
                    <a:pt x="3835" y="485"/>
                  </a:cubicBezTo>
                  <a:cubicBezTo>
                    <a:pt x="3850" y="646"/>
                    <a:pt x="3872" y="809"/>
                    <a:pt x="3898" y="970"/>
                  </a:cubicBezTo>
                  <a:cubicBezTo>
                    <a:pt x="3951" y="1284"/>
                    <a:pt x="3983" y="1602"/>
                    <a:pt x="3992" y="1926"/>
                  </a:cubicBezTo>
                  <a:cubicBezTo>
                    <a:pt x="3995" y="2070"/>
                    <a:pt x="3961" y="2215"/>
                    <a:pt x="3885" y="2344"/>
                  </a:cubicBezTo>
                  <a:cubicBezTo>
                    <a:pt x="3819" y="2428"/>
                    <a:pt x="3716" y="2475"/>
                    <a:pt x="3611" y="2475"/>
                  </a:cubicBezTo>
                  <a:cubicBezTo>
                    <a:pt x="3586" y="2475"/>
                    <a:pt x="3561" y="2472"/>
                    <a:pt x="3536" y="2467"/>
                  </a:cubicBezTo>
                  <a:cubicBezTo>
                    <a:pt x="3398" y="2432"/>
                    <a:pt x="3272" y="2353"/>
                    <a:pt x="3174" y="2243"/>
                  </a:cubicBezTo>
                  <a:cubicBezTo>
                    <a:pt x="3070" y="2133"/>
                    <a:pt x="2979" y="2007"/>
                    <a:pt x="2907" y="1872"/>
                  </a:cubicBezTo>
                  <a:lnTo>
                    <a:pt x="2640" y="1394"/>
                  </a:lnTo>
                  <a:lnTo>
                    <a:pt x="2737" y="1932"/>
                  </a:lnTo>
                  <a:cubicBezTo>
                    <a:pt x="2740" y="1943"/>
                    <a:pt x="2742" y="1954"/>
                    <a:pt x="2744" y="1965"/>
                  </a:cubicBezTo>
                  <a:lnTo>
                    <a:pt x="2744" y="1965"/>
                  </a:lnTo>
                  <a:lnTo>
                    <a:pt x="2740" y="1967"/>
                  </a:lnTo>
                  <a:cubicBezTo>
                    <a:pt x="2742" y="1970"/>
                    <a:pt x="2744" y="1974"/>
                    <a:pt x="2747" y="1978"/>
                  </a:cubicBezTo>
                  <a:lnTo>
                    <a:pt x="2747" y="1978"/>
                  </a:lnTo>
                  <a:cubicBezTo>
                    <a:pt x="2779" y="2156"/>
                    <a:pt x="2767" y="2344"/>
                    <a:pt x="2712" y="2523"/>
                  </a:cubicBezTo>
                  <a:cubicBezTo>
                    <a:pt x="2662" y="2684"/>
                    <a:pt x="2510" y="2793"/>
                    <a:pt x="2340" y="2793"/>
                  </a:cubicBezTo>
                  <a:cubicBezTo>
                    <a:pt x="2327" y="2793"/>
                    <a:pt x="2313" y="2792"/>
                    <a:pt x="2300" y="2791"/>
                  </a:cubicBezTo>
                  <a:cubicBezTo>
                    <a:pt x="2121" y="2781"/>
                    <a:pt x="1948" y="2659"/>
                    <a:pt x="1822" y="2501"/>
                  </a:cubicBezTo>
                  <a:cubicBezTo>
                    <a:pt x="1696" y="2341"/>
                    <a:pt x="1592" y="2155"/>
                    <a:pt x="1523" y="1963"/>
                  </a:cubicBezTo>
                  <a:lnTo>
                    <a:pt x="1359" y="1523"/>
                  </a:lnTo>
                  <a:lnTo>
                    <a:pt x="1359" y="1992"/>
                  </a:lnTo>
                  <a:cubicBezTo>
                    <a:pt x="1359" y="2003"/>
                    <a:pt x="1359" y="2016"/>
                    <a:pt x="1357" y="2029"/>
                  </a:cubicBezTo>
                  <a:lnTo>
                    <a:pt x="1357" y="2029"/>
                  </a:lnTo>
                  <a:lnTo>
                    <a:pt x="1356" y="2029"/>
                  </a:lnTo>
                  <a:cubicBezTo>
                    <a:pt x="1357" y="2030"/>
                    <a:pt x="1357" y="2031"/>
                    <a:pt x="1357" y="2032"/>
                  </a:cubicBezTo>
                  <a:lnTo>
                    <a:pt x="1357" y="2032"/>
                  </a:lnTo>
                  <a:cubicBezTo>
                    <a:pt x="1337" y="2232"/>
                    <a:pt x="1176" y="2598"/>
                    <a:pt x="897" y="2624"/>
                  </a:cubicBezTo>
                  <a:cubicBezTo>
                    <a:pt x="891" y="2625"/>
                    <a:pt x="884" y="2625"/>
                    <a:pt x="877" y="2625"/>
                  </a:cubicBezTo>
                  <a:cubicBezTo>
                    <a:pt x="512" y="2625"/>
                    <a:pt x="122" y="1696"/>
                    <a:pt x="70" y="1536"/>
                  </a:cubicBezTo>
                  <a:cubicBezTo>
                    <a:pt x="65" y="1524"/>
                    <a:pt x="59" y="1521"/>
                    <a:pt x="52" y="1521"/>
                  </a:cubicBezTo>
                  <a:cubicBezTo>
                    <a:pt x="40" y="1521"/>
                    <a:pt x="26" y="1530"/>
                    <a:pt x="16" y="1530"/>
                  </a:cubicBezTo>
                  <a:cubicBezTo>
                    <a:pt x="9" y="1530"/>
                    <a:pt x="4" y="1527"/>
                    <a:pt x="1" y="1517"/>
                  </a:cubicBezTo>
                  <a:lnTo>
                    <a:pt x="1" y="1517"/>
                  </a:lnTo>
                  <a:cubicBezTo>
                    <a:pt x="38" y="1725"/>
                    <a:pt x="308" y="2832"/>
                    <a:pt x="900" y="2832"/>
                  </a:cubicBezTo>
                  <a:cubicBezTo>
                    <a:pt x="907" y="2832"/>
                    <a:pt x="915" y="2832"/>
                    <a:pt x="922" y="2832"/>
                  </a:cubicBezTo>
                  <a:cubicBezTo>
                    <a:pt x="1228" y="2762"/>
                    <a:pt x="1390" y="2517"/>
                    <a:pt x="1465" y="2293"/>
                  </a:cubicBezTo>
                  <a:lnTo>
                    <a:pt x="1465" y="2293"/>
                  </a:lnTo>
                  <a:cubicBezTo>
                    <a:pt x="1525" y="2413"/>
                    <a:pt x="1595" y="2527"/>
                    <a:pt x="1674" y="2633"/>
                  </a:cubicBezTo>
                  <a:cubicBezTo>
                    <a:pt x="1815" y="2810"/>
                    <a:pt x="2023" y="2979"/>
                    <a:pt x="2284" y="2995"/>
                  </a:cubicBezTo>
                  <a:cubicBezTo>
                    <a:pt x="2295" y="2996"/>
                    <a:pt x="2306" y="2996"/>
                    <a:pt x="2316" y="2996"/>
                  </a:cubicBezTo>
                  <a:cubicBezTo>
                    <a:pt x="2435" y="2996"/>
                    <a:pt x="2551" y="2964"/>
                    <a:pt x="2652" y="2904"/>
                  </a:cubicBezTo>
                  <a:cubicBezTo>
                    <a:pt x="2765" y="2838"/>
                    <a:pt x="2847" y="2731"/>
                    <a:pt x="2888" y="2605"/>
                  </a:cubicBezTo>
                  <a:cubicBezTo>
                    <a:pt x="2922" y="2493"/>
                    <a:pt x="2941" y="2379"/>
                    <a:pt x="2946" y="2265"/>
                  </a:cubicBezTo>
                  <a:lnTo>
                    <a:pt x="2946" y="2265"/>
                  </a:lnTo>
                  <a:cubicBezTo>
                    <a:pt x="2977" y="2302"/>
                    <a:pt x="3009" y="2337"/>
                    <a:pt x="3042" y="2372"/>
                  </a:cubicBezTo>
                  <a:cubicBezTo>
                    <a:pt x="3165" y="2508"/>
                    <a:pt x="3325" y="2596"/>
                    <a:pt x="3504" y="2640"/>
                  </a:cubicBezTo>
                  <a:cubicBezTo>
                    <a:pt x="3539" y="2647"/>
                    <a:pt x="3573" y="2650"/>
                    <a:pt x="3607" y="2650"/>
                  </a:cubicBezTo>
                  <a:cubicBezTo>
                    <a:pt x="3767" y="2650"/>
                    <a:pt x="3921" y="2573"/>
                    <a:pt x="4014" y="2438"/>
                  </a:cubicBezTo>
                  <a:cubicBezTo>
                    <a:pt x="4102" y="2281"/>
                    <a:pt x="4140" y="2105"/>
                    <a:pt x="4124" y="1929"/>
                  </a:cubicBezTo>
                  <a:cubicBezTo>
                    <a:pt x="4105" y="1602"/>
                    <a:pt x="4055" y="1275"/>
                    <a:pt x="3976" y="957"/>
                  </a:cubicBezTo>
                  <a:cubicBezTo>
                    <a:pt x="3939" y="800"/>
                    <a:pt x="3904" y="639"/>
                    <a:pt x="3876" y="482"/>
                  </a:cubicBezTo>
                  <a:cubicBezTo>
                    <a:pt x="3841" y="325"/>
                    <a:pt x="3838" y="164"/>
                    <a:pt x="38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8" name="Google Shape;3118;p49"/>
            <p:cNvSpPr/>
            <p:nvPr/>
          </p:nvSpPr>
          <p:spPr>
            <a:xfrm>
              <a:off x="3085945" y="2893277"/>
              <a:ext cx="119121" cy="77479"/>
            </a:xfrm>
            <a:custGeom>
              <a:avLst/>
              <a:gdLst/>
              <a:ahLst/>
              <a:cxnLst/>
              <a:rect l="l" t="t" r="r" b="b"/>
              <a:pathLst>
                <a:path w="944" h="614" extrusionOk="0">
                  <a:moveTo>
                    <a:pt x="912" y="0"/>
                  </a:moveTo>
                  <a:lnTo>
                    <a:pt x="912" y="0"/>
                  </a:lnTo>
                  <a:cubicBezTo>
                    <a:pt x="884" y="113"/>
                    <a:pt x="837" y="224"/>
                    <a:pt x="777" y="321"/>
                  </a:cubicBezTo>
                  <a:cubicBezTo>
                    <a:pt x="730" y="406"/>
                    <a:pt x="642" y="456"/>
                    <a:pt x="541" y="456"/>
                  </a:cubicBezTo>
                  <a:cubicBezTo>
                    <a:pt x="441" y="441"/>
                    <a:pt x="343" y="393"/>
                    <a:pt x="268" y="321"/>
                  </a:cubicBezTo>
                  <a:cubicBezTo>
                    <a:pt x="176" y="252"/>
                    <a:pt x="85" y="170"/>
                    <a:pt x="0" y="82"/>
                  </a:cubicBezTo>
                  <a:lnTo>
                    <a:pt x="0" y="82"/>
                  </a:lnTo>
                  <a:cubicBezTo>
                    <a:pt x="35" y="205"/>
                    <a:pt x="98" y="315"/>
                    <a:pt x="180" y="412"/>
                  </a:cubicBezTo>
                  <a:cubicBezTo>
                    <a:pt x="268" y="525"/>
                    <a:pt x="397" y="598"/>
                    <a:pt x="538" y="614"/>
                  </a:cubicBezTo>
                  <a:cubicBezTo>
                    <a:pt x="617" y="614"/>
                    <a:pt x="692" y="595"/>
                    <a:pt x="755" y="551"/>
                  </a:cubicBezTo>
                  <a:cubicBezTo>
                    <a:pt x="815" y="507"/>
                    <a:pt x="862" y="447"/>
                    <a:pt x="887" y="381"/>
                  </a:cubicBezTo>
                  <a:cubicBezTo>
                    <a:pt x="934" y="258"/>
                    <a:pt x="944" y="126"/>
                    <a:pt x="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19" name="Google Shape;3119;p49"/>
          <p:cNvGrpSpPr/>
          <p:nvPr/>
        </p:nvGrpSpPr>
        <p:grpSpPr>
          <a:xfrm>
            <a:off x="5065861" y="2784458"/>
            <a:ext cx="1550519" cy="1525004"/>
            <a:chOff x="2773300" y="234225"/>
            <a:chExt cx="4753278" cy="4675058"/>
          </a:xfrm>
        </p:grpSpPr>
        <p:sp>
          <p:nvSpPr>
            <p:cNvPr id="3120" name="Google Shape;3120;p49"/>
            <p:cNvSpPr/>
            <p:nvPr/>
          </p:nvSpPr>
          <p:spPr>
            <a:xfrm>
              <a:off x="4736287" y="1034404"/>
              <a:ext cx="426869" cy="192194"/>
            </a:xfrm>
            <a:custGeom>
              <a:avLst/>
              <a:gdLst/>
              <a:ahLst/>
              <a:cxnLst/>
              <a:rect l="l" t="t" r="r" b="b"/>
              <a:pathLst>
                <a:path w="3316" h="1493" extrusionOk="0">
                  <a:moveTo>
                    <a:pt x="3278" y="1416"/>
                  </a:moveTo>
                  <a:lnTo>
                    <a:pt x="2198" y="1439"/>
                  </a:lnTo>
                  <a:lnTo>
                    <a:pt x="2198" y="1439"/>
                  </a:lnTo>
                  <a:lnTo>
                    <a:pt x="3280" y="1459"/>
                  </a:lnTo>
                  <a:lnTo>
                    <a:pt x="3278" y="1416"/>
                  </a:lnTo>
                  <a:close/>
                  <a:moveTo>
                    <a:pt x="44" y="0"/>
                  </a:moveTo>
                  <a:lnTo>
                    <a:pt x="44" y="87"/>
                  </a:lnTo>
                  <a:lnTo>
                    <a:pt x="1" y="1439"/>
                  </a:lnTo>
                  <a:lnTo>
                    <a:pt x="1" y="1492"/>
                  </a:lnTo>
                  <a:lnTo>
                    <a:pt x="903" y="1492"/>
                  </a:lnTo>
                  <a:lnTo>
                    <a:pt x="1718" y="1449"/>
                  </a:lnTo>
                  <a:lnTo>
                    <a:pt x="2198" y="1439"/>
                  </a:lnTo>
                  <a:lnTo>
                    <a:pt x="2198" y="1439"/>
                  </a:lnTo>
                  <a:lnTo>
                    <a:pt x="1675" y="1429"/>
                  </a:lnTo>
                  <a:lnTo>
                    <a:pt x="889" y="1416"/>
                  </a:lnTo>
                  <a:cubicBezTo>
                    <a:pt x="645" y="1410"/>
                    <a:pt x="401" y="1409"/>
                    <a:pt x="160" y="1409"/>
                  </a:cubicBezTo>
                  <a:lnTo>
                    <a:pt x="160" y="140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692" y="169"/>
                  </a:lnTo>
                  <a:cubicBezTo>
                    <a:pt x="2211" y="169"/>
                    <a:pt x="2728" y="150"/>
                    <a:pt x="3247" y="150"/>
                  </a:cubicBezTo>
                  <a:lnTo>
                    <a:pt x="3247" y="150"/>
                  </a:lnTo>
                  <a:cubicBezTo>
                    <a:pt x="3251" y="357"/>
                    <a:pt x="3263" y="565"/>
                    <a:pt x="3263" y="779"/>
                  </a:cubicBezTo>
                  <a:lnTo>
                    <a:pt x="3278" y="1416"/>
                  </a:lnTo>
                  <a:lnTo>
                    <a:pt x="3278" y="1416"/>
                  </a:lnTo>
                  <a:lnTo>
                    <a:pt x="3283" y="1416"/>
                  </a:lnTo>
                  <a:lnTo>
                    <a:pt x="3299" y="750"/>
                  </a:lnTo>
                  <a:cubicBezTo>
                    <a:pt x="3303" y="524"/>
                    <a:pt x="3316" y="302"/>
                    <a:pt x="3316" y="73"/>
                  </a:cubicBezTo>
                  <a:lnTo>
                    <a:pt x="3316" y="40"/>
                  </a:lnTo>
                  <a:lnTo>
                    <a:pt x="3293" y="40"/>
                  </a:lnTo>
                  <a:cubicBezTo>
                    <a:pt x="3293" y="40"/>
                    <a:pt x="2229" y="34"/>
                    <a:pt x="169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1" name="Google Shape;3121;p49"/>
            <p:cNvSpPr/>
            <p:nvPr/>
          </p:nvSpPr>
          <p:spPr>
            <a:xfrm>
              <a:off x="4506764" y="1258393"/>
              <a:ext cx="426869" cy="192194"/>
            </a:xfrm>
            <a:custGeom>
              <a:avLst/>
              <a:gdLst/>
              <a:ahLst/>
              <a:cxnLst/>
              <a:rect l="l" t="t" r="r" b="b"/>
              <a:pathLst>
                <a:path w="3316" h="1493" extrusionOk="0">
                  <a:moveTo>
                    <a:pt x="3250" y="107"/>
                  </a:moveTo>
                  <a:lnTo>
                    <a:pt x="3250" y="107"/>
                  </a:lnTo>
                  <a:cubicBezTo>
                    <a:pt x="3253" y="318"/>
                    <a:pt x="3259" y="526"/>
                    <a:pt x="3266" y="737"/>
                  </a:cubicBezTo>
                  <a:lnTo>
                    <a:pt x="3282" y="1416"/>
                  </a:lnTo>
                  <a:lnTo>
                    <a:pt x="1678" y="1390"/>
                  </a:lnTo>
                  <a:lnTo>
                    <a:pt x="889" y="1377"/>
                  </a:lnTo>
                  <a:cubicBezTo>
                    <a:pt x="645" y="1367"/>
                    <a:pt x="403" y="1367"/>
                    <a:pt x="160" y="1367"/>
                  </a:cubicBezTo>
                  <a:lnTo>
                    <a:pt x="160" y="1367"/>
                  </a:lnTo>
                  <a:lnTo>
                    <a:pt x="166" y="136"/>
                  </a:lnTo>
                  <a:lnTo>
                    <a:pt x="166" y="136"/>
                  </a:lnTo>
                  <a:lnTo>
                    <a:pt x="1694" y="130"/>
                  </a:lnTo>
                  <a:cubicBezTo>
                    <a:pt x="2214" y="130"/>
                    <a:pt x="2730" y="114"/>
                    <a:pt x="3250" y="107"/>
                  </a:cubicBezTo>
                  <a:close/>
                  <a:moveTo>
                    <a:pt x="40" y="1"/>
                  </a:moveTo>
                  <a:lnTo>
                    <a:pt x="40" y="57"/>
                  </a:lnTo>
                  <a:lnTo>
                    <a:pt x="0" y="1410"/>
                  </a:lnTo>
                  <a:lnTo>
                    <a:pt x="0" y="1493"/>
                  </a:lnTo>
                  <a:lnTo>
                    <a:pt x="87" y="1493"/>
                  </a:lnTo>
                  <a:cubicBezTo>
                    <a:pt x="355" y="1459"/>
                    <a:pt x="895" y="1449"/>
                    <a:pt x="895" y="1449"/>
                  </a:cubicBezTo>
                  <a:lnTo>
                    <a:pt x="1711" y="1449"/>
                  </a:lnTo>
                  <a:lnTo>
                    <a:pt x="3286" y="1416"/>
                  </a:lnTo>
                  <a:lnTo>
                    <a:pt x="3299" y="753"/>
                  </a:lnTo>
                  <a:cubicBezTo>
                    <a:pt x="3306" y="528"/>
                    <a:pt x="3315" y="302"/>
                    <a:pt x="3315" y="74"/>
                  </a:cubicBezTo>
                  <a:lnTo>
                    <a:pt x="3315" y="41"/>
                  </a:lnTo>
                  <a:lnTo>
                    <a:pt x="3282" y="41"/>
                  </a:lnTo>
                  <a:cubicBezTo>
                    <a:pt x="3282" y="41"/>
                    <a:pt x="2215" y="4"/>
                    <a:pt x="168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2" name="Google Shape;3122;p49"/>
            <p:cNvSpPr/>
            <p:nvPr/>
          </p:nvSpPr>
          <p:spPr>
            <a:xfrm>
              <a:off x="4965940" y="1258393"/>
              <a:ext cx="426869" cy="192194"/>
            </a:xfrm>
            <a:custGeom>
              <a:avLst/>
              <a:gdLst/>
              <a:ahLst/>
              <a:cxnLst/>
              <a:rect l="l" t="t" r="r" b="b"/>
              <a:pathLst>
                <a:path w="3316" h="1493" extrusionOk="0">
                  <a:moveTo>
                    <a:pt x="40" y="1"/>
                  </a:moveTo>
                  <a:lnTo>
                    <a:pt x="40" y="57"/>
                  </a:lnTo>
                  <a:lnTo>
                    <a:pt x="0" y="1410"/>
                  </a:lnTo>
                  <a:lnTo>
                    <a:pt x="0" y="1493"/>
                  </a:lnTo>
                  <a:lnTo>
                    <a:pt x="90" y="1493"/>
                  </a:lnTo>
                  <a:cubicBezTo>
                    <a:pt x="362" y="1459"/>
                    <a:pt x="899" y="1449"/>
                    <a:pt x="899" y="1449"/>
                  </a:cubicBezTo>
                  <a:lnTo>
                    <a:pt x="1704" y="1449"/>
                  </a:lnTo>
                  <a:lnTo>
                    <a:pt x="3279" y="1416"/>
                  </a:lnTo>
                  <a:lnTo>
                    <a:pt x="1675" y="1390"/>
                  </a:lnTo>
                  <a:lnTo>
                    <a:pt x="886" y="1377"/>
                  </a:lnTo>
                  <a:cubicBezTo>
                    <a:pt x="641" y="1367"/>
                    <a:pt x="400" y="1367"/>
                    <a:pt x="156" y="1367"/>
                  </a:cubicBezTo>
                  <a:lnTo>
                    <a:pt x="156" y="1367"/>
                  </a:lnTo>
                  <a:lnTo>
                    <a:pt x="163" y="136"/>
                  </a:lnTo>
                  <a:lnTo>
                    <a:pt x="163" y="136"/>
                  </a:lnTo>
                  <a:lnTo>
                    <a:pt x="1691" y="130"/>
                  </a:lnTo>
                  <a:cubicBezTo>
                    <a:pt x="2211" y="130"/>
                    <a:pt x="2727" y="114"/>
                    <a:pt x="3246" y="107"/>
                  </a:cubicBezTo>
                  <a:lnTo>
                    <a:pt x="3246" y="107"/>
                  </a:lnTo>
                  <a:cubicBezTo>
                    <a:pt x="3250" y="318"/>
                    <a:pt x="3262" y="526"/>
                    <a:pt x="3262" y="737"/>
                  </a:cubicBezTo>
                  <a:lnTo>
                    <a:pt x="3279" y="1416"/>
                  </a:lnTo>
                  <a:lnTo>
                    <a:pt x="3299" y="753"/>
                  </a:lnTo>
                  <a:cubicBezTo>
                    <a:pt x="3302" y="528"/>
                    <a:pt x="3315" y="302"/>
                    <a:pt x="3315" y="74"/>
                  </a:cubicBezTo>
                  <a:lnTo>
                    <a:pt x="3315" y="41"/>
                  </a:lnTo>
                  <a:lnTo>
                    <a:pt x="3289" y="41"/>
                  </a:lnTo>
                  <a:cubicBezTo>
                    <a:pt x="3289" y="41"/>
                    <a:pt x="2225" y="4"/>
                    <a:pt x="169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3" name="Google Shape;3123;p49"/>
            <p:cNvSpPr/>
            <p:nvPr/>
          </p:nvSpPr>
          <p:spPr>
            <a:xfrm>
              <a:off x="2778835" y="239374"/>
              <a:ext cx="4747743" cy="4000928"/>
            </a:xfrm>
            <a:custGeom>
              <a:avLst/>
              <a:gdLst/>
              <a:ahLst/>
              <a:cxnLst/>
              <a:rect l="l" t="t" r="r" b="b"/>
              <a:pathLst>
                <a:path w="49104" h="31080" extrusionOk="0">
                  <a:moveTo>
                    <a:pt x="1" y="0"/>
                  </a:moveTo>
                  <a:lnTo>
                    <a:pt x="1" y="31079"/>
                  </a:lnTo>
                  <a:lnTo>
                    <a:pt x="49104" y="31079"/>
                  </a:lnTo>
                  <a:lnTo>
                    <a:pt x="491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4" name="Google Shape;3124;p49"/>
            <p:cNvSpPr/>
            <p:nvPr/>
          </p:nvSpPr>
          <p:spPr>
            <a:xfrm>
              <a:off x="2773300" y="388700"/>
              <a:ext cx="4663631" cy="1008600"/>
            </a:xfrm>
            <a:custGeom>
              <a:avLst/>
              <a:gdLst/>
              <a:ahLst/>
              <a:cxnLst/>
              <a:rect l="l" t="t" r="r" b="b"/>
              <a:pathLst>
                <a:path w="48279" h="7835" extrusionOk="0">
                  <a:moveTo>
                    <a:pt x="1" y="1"/>
                  </a:moveTo>
                  <a:lnTo>
                    <a:pt x="1" y="7834"/>
                  </a:lnTo>
                  <a:lnTo>
                    <a:pt x="48278" y="7834"/>
                  </a:lnTo>
                  <a:lnTo>
                    <a:pt x="482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5" name="Google Shape;3125;p49"/>
            <p:cNvSpPr/>
            <p:nvPr/>
          </p:nvSpPr>
          <p:spPr>
            <a:xfrm>
              <a:off x="2773300" y="234225"/>
              <a:ext cx="4747477" cy="154605"/>
            </a:xfrm>
            <a:custGeom>
              <a:avLst/>
              <a:gdLst/>
              <a:ahLst/>
              <a:cxnLst/>
              <a:rect l="l" t="t" r="r" b="b"/>
              <a:pathLst>
                <a:path w="49147" h="1201" extrusionOk="0">
                  <a:moveTo>
                    <a:pt x="1" y="1"/>
                  </a:moveTo>
                  <a:lnTo>
                    <a:pt x="1" y="1201"/>
                  </a:lnTo>
                  <a:lnTo>
                    <a:pt x="49147" y="1201"/>
                  </a:lnTo>
                  <a:lnTo>
                    <a:pt x="491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6" name="Google Shape;3126;p49"/>
            <p:cNvSpPr/>
            <p:nvPr/>
          </p:nvSpPr>
          <p:spPr>
            <a:xfrm>
              <a:off x="2818999" y="276963"/>
              <a:ext cx="77367" cy="76852"/>
            </a:xfrm>
            <a:custGeom>
              <a:avLst/>
              <a:gdLst/>
              <a:ahLst/>
              <a:cxnLst/>
              <a:rect l="l" t="t" r="r" b="b"/>
              <a:pathLst>
                <a:path w="601" h="597" extrusionOk="0">
                  <a:moveTo>
                    <a:pt x="302" y="0"/>
                  </a:moveTo>
                  <a:cubicBezTo>
                    <a:pt x="136" y="0"/>
                    <a:pt x="0" y="136"/>
                    <a:pt x="4" y="302"/>
                  </a:cubicBezTo>
                  <a:cubicBezTo>
                    <a:pt x="7" y="461"/>
                    <a:pt x="139" y="590"/>
                    <a:pt x="299" y="597"/>
                  </a:cubicBezTo>
                  <a:cubicBezTo>
                    <a:pt x="464" y="597"/>
                    <a:pt x="600" y="464"/>
                    <a:pt x="600" y="298"/>
                  </a:cubicBezTo>
                  <a:cubicBezTo>
                    <a:pt x="600" y="133"/>
                    <a:pt x="468" y="3"/>
                    <a:pt x="3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7" name="Google Shape;3127;p49"/>
            <p:cNvSpPr/>
            <p:nvPr/>
          </p:nvSpPr>
          <p:spPr>
            <a:xfrm>
              <a:off x="2973473" y="276963"/>
              <a:ext cx="77367" cy="76852"/>
            </a:xfrm>
            <a:custGeom>
              <a:avLst/>
              <a:gdLst/>
              <a:ahLst/>
              <a:cxnLst/>
              <a:rect l="l" t="t" r="r" b="b"/>
              <a:pathLst>
                <a:path w="601" h="597" extrusionOk="0">
                  <a:moveTo>
                    <a:pt x="302" y="0"/>
                  </a:moveTo>
                  <a:cubicBezTo>
                    <a:pt x="136" y="0"/>
                    <a:pt x="0" y="136"/>
                    <a:pt x="4" y="302"/>
                  </a:cubicBezTo>
                  <a:cubicBezTo>
                    <a:pt x="10" y="461"/>
                    <a:pt x="143" y="590"/>
                    <a:pt x="299" y="597"/>
                  </a:cubicBezTo>
                  <a:cubicBezTo>
                    <a:pt x="464" y="597"/>
                    <a:pt x="600" y="464"/>
                    <a:pt x="600" y="298"/>
                  </a:cubicBezTo>
                  <a:cubicBezTo>
                    <a:pt x="600" y="133"/>
                    <a:pt x="468" y="3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8" name="Google Shape;3128;p49"/>
            <p:cNvSpPr/>
            <p:nvPr/>
          </p:nvSpPr>
          <p:spPr>
            <a:xfrm>
              <a:off x="3133484" y="276963"/>
              <a:ext cx="77367" cy="76852"/>
            </a:xfrm>
            <a:custGeom>
              <a:avLst/>
              <a:gdLst/>
              <a:ahLst/>
              <a:cxnLst/>
              <a:rect l="l" t="t" r="r" b="b"/>
              <a:pathLst>
                <a:path w="601" h="597" extrusionOk="0">
                  <a:moveTo>
                    <a:pt x="302" y="0"/>
                  </a:moveTo>
                  <a:cubicBezTo>
                    <a:pt x="136" y="0"/>
                    <a:pt x="0" y="136"/>
                    <a:pt x="4" y="302"/>
                  </a:cubicBezTo>
                  <a:cubicBezTo>
                    <a:pt x="10" y="461"/>
                    <a:pt x="143" y="590"/>
                    <a:pt x="299" y="597"/>
                  </a:cubicBezTo>
                  <a:cubicBezTo>
                    <a:pt x="465" y="597"/>
                    <a:pt x="600" y="464"/>
                    <a:pt x="600" y="298"/>
                  </a:cubicBezTo>
                  <a:cubicBezTo>
                    <a:pt x="600" y="133"/>
                    <a:pt x="468" y="3"/>
                    <a:pt x="3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9" name="Google Shape;3129;p49"/>
            <p:cNvSpPr/>
            <p:nvPr/>
          </p:nvSpPr>
          <p:spPr>
            <a:xfrm>
              <a:off x="7407412" y="388700"/>
              <a:ext cx="111866" cy="3846452"/>
            </a:xfrm>
            <a:custGeom>
              <a:avLst/>
              <a:gdLst/>
              <a:ahLst/>
              <a:cxnLst/>
              <a:rect l="l" t="t" r="r" b="b"/>
              <a:pathLst>
                <a:path w="869" h="29880" extrusionOk="0">
                  <a:moveTo>
                    <a:pt x="0" y="1"/>
                  </a:moveTo>
                  <a:lnTo>
                    <a:pt x="0" y="29880"/>
                  </a:lnTo>
                  <a:lnTo>
                    <a:pt x="869" y="29880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0" name="Google Shape;3130;p49"/>
            <p:cNvSpPr/>
            <p:nvPr/>
          </p:nvSpPr>
          <p:spPr>
            <a:xfrm>
              <a:off x="7433416" y="405306"/>
              <a:ext cx="58958" cy="1326949"/>
            </a:xfrm>
            <a:custGeom>
              <a:avLst/>
              <a:gdLst/>
              <a:ahLst/>
              <a:cxnLst/>
              <a:rect l="l" t="t" r="r" b="b"/>
              <a:pathLst>
                <a:path w="458" h="10308" extrusionOk="0">
                  <a:moveTo>
                    <a:pt x="229" y="1"/>
                  </a:moveTo>
                  <a:cubicBezTo>
                    <a:pt x="103" y="1"/>
                    <a:pt x="0" y="104"/>
                    <a:pt x="0" y="230"/>
                  </a:cubicBezTo>
                  <a:lnTo>
                    <a:pt x="0" y="10079"/>
                  </a:lnTo>
                  <a:cubicBezTo>
                    <a:pt x="0" y="10201"/>
                    <a:pt x="103" y="10308"/>
                    <a:pt x="229" y="10308"/>
                  </a:cubicBezTo>
                  <a:cubicBezTo>
                    <a:pt x="358" y="10308"/>
                    <a:pt x="458" y="10208"/>
                    <a:pt x="458" y="10082"/>
                  </a:cubicBezTo>
                  <a:lnTo>
                    <a:pt x="458" y="230"/>
                  </a:lnTo>
                  <a:cubicBezTo>
                    <a:pt x="458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1" name="Google Shape;3131;p49"/>
            <p:cNvSpPr/>
            <p:nvPr/>
          </p:nvSpPr>
          <p:spPr>
            <a:xfrm>
              <a:off x="3600383" y="575614"/>
              <a:ext cx="3478156" cy="202878"/>
            </a:xfrm>
            <a:custGeom>
              <a:avLst/>
              <a:gdLst/>
              <a:ahLst/>
              <a:cxnLst/>
              <a:rect l="l" t="t" r="r" b="b"/>
              <a:pathLst>
                <a:path w="27019" h="1576" extrusionOk="0">
                  <a:moveTo>
                    <a:pt x="0" y="1"/>
                  </a:moveTo>
                  <a:lnTo>
                    <a:pt x="0" y="1575"/>
                  </a:lnTo>
                  <a:lnTo>
                    <a:pt x="27018" y="1575"/>
                  </a:lnTo>
                  <a:lnTo>
                    <a:pt x="270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2" name="Google Shape;3132;p49"/>
            <p:cNvSpPr/>
            <p:nvPr/>
          </p:nvSpPr>
          <p:spPr>
            <a:xfrm>
              <a:off x="3594848" y="575614"/>
              <a:ext cx="3483691" cy="208028"/>
            </a:xfrm>
            <a:custGeom>
              <a:avLst/>
              <a:gdLst/>
              <a:ahLst/>
              <a:cxnLst/>
              <a:rect l="l" t="t" r="r" b="b"/>
              <a:pathLst>
                <a:path w="27062" h="1616" extrusionOk="0">
                  <a:moveTo>
                    <a:pt x="27018" y="40"/>
                  </a:moveTo>
                  <a:lnTo>
                    <a:pt x="27018" y="1575"/>
                  </a:lnTo>
                  <a:lnTo>
                    <a:pt x="43" y="1575"/>
                  </a:lnTo>
                  <a:lnTo>
                    <a:pt x="43" y="40"/>
                  </a:lnTo>
                  <a:close/>
                  <a:moveTo>
                    <a:pt x="0" y="1"/>
                  </a:moveTo>
                  <a:lnTo>
                    <a:pt x="0" y="1615"/>
                  </a:lnTo>
                  <a:lnTo>
                    <a:pt x="27061" y="1615"/>
                  </a:lnTo>
                  <a:lnTo>
                    <a:pt x="2706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3" name="Google Shape;3133;p49"/>
            <p:cNvSpPr/>
            <p:nvPr/>
          </p:nvSpPr>
          <p:spPr>
            <a:xfrm>
              <a:off x="3642993" y="618352"/>
              <a:ext cx="10813" cy="122551"/>
            </a:xfrm>
            <a:custGeom>
              <a:avLst/>
              <a:gdLst/>
              <a:ahLst/>
              <a:cxnLst/>
              <a:rect l="l" t="t" r="r" b="b"/>
              <a:pathLst>
                <a:path w="84" h="952" extrusionOk="0">
                  <a:moveTo>
                    <a:pt x="1" y="0"/>
                  </a:moveTo>
                  <a:lnTo>
                    <a:pt x="1" y="952"/>
                  </a:lnTo>
                  <a:lnTo>
                    <a:pt x="84" y="95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4" name="Google Shape;3134;p49"/>
            <p:cNvSpPr/>
            <p:nvPr/>
          </p:nvSpPr>
          <p:spPr>
            <a:xfrm>
              <a:off x="3144554" y="610242"/>
              <a:ext cx="85091" cy="137870"/>
            </a:xfrm>
            <a:custGeom>
              <a:avLst/>
              <a:gdLst/>
              <a:ahLst/>
              <a:cxnLst/>
              <a:rect l="l" t="t" r="r" b="b"/>
              <a:pathLst>
                <a:path w="661" h="1071" extrusionOk="0">
                  <a:moveTo>
                    <a:pt x="574" y="0"/>
                  </a:moveTo>
                  <a:lnTo>
                    <a:pt x="1" y="544"/>
                  </a:lnTo>
                  <a:lnTo>
                    <a:pt x="574" y="1071"/>
                  </a:lnTo>
                  <a:lnTo>
                    <a:pt x="660" y="975"/>
                  </a:lnTo>
                  <a:lnTo>
                    <a:pt x="190" y="544"/>
                  </a:lnTo>
                  <a:lnTo>
                    <a:pt x="660" y="93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5" name="Google Shape;3135;p49"/>
            <p:cNvSpPr/>
            <p:nvPr/>
          </p:nvSpPr>
          <p:spPr>
            <a:xfrm>
              <a:off x="3384376" y="609727"/>
              <a:ext cx="84704" cy="138385"/>
            </a:xfrm>
            <a:custGeom>
              <a:avLst/>
              <a:gdLst/>
              <a:ahLst/>
              <a:cxnLst/>
              <a:rect l="l" t="t" r="r" b="b"/>
              <a:pathLst>
                <a:path w="658" h="1075" extrusionOk="0">
                  <a:moveTo>
                    <a:pt x="87" y="1"/>
                  </a:moveTo>
                  <a:lnTo>
                    <a:pt x="1" y="97"/>
                  </a:lnTo>
                  <a:lnTo>
                    <a:pt x="471" y="528"/>
                  </a:lnTo>
                  <a:lnTo>
                    <a:pt x="1" y="982"/>
                  </a:lnTo>
                  <a:lnTo>
                    <a:pt x="87" y="1075"/>
                  </a:lnTo>
                  <a:lnTo>
                    <a:pt x="657" y="528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6" name="Google Shape;3136;p49"/>
            <p:cNvSpPr/>
            <p:nvPr/>
          </p:nvSpPr>
          <p:spPr>
            <a:xfrm>
              <a:off x="5141783" y="1621151"/>
              <a:ext cx="1600371" cy="1227054"/>
            </a:xfrm>
            <a:custGeom>
              <a:avLst/>
              <a:gdLst/>
              <a:ahLst/>
              <a:cxnLst/>
              <a:rect l="l" t="t" r="r" b="b"/>
              <a:pathLst>
                <a:path w="12432" h="9532" extrusionOk="0">
                  <a:moveTo>
                    <a:pt x="0" y="1"/>
                  </a:moveTo>
                  <a:lnTo>
                    <a:pt x="0" y="9531"/>
                  </a:lnTo>
                  <a:lnTo>
                    <a:pt x="12432" y="9531"/>
                  </a:lnTo>
                  <a:lnTo>
                    <a:pt x="124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7" name="Google Shape;3137;p49"/>
            <p:cNvSpPr/>
            <p:nvPr/>
          </p:nvSpPr>
          <p:spPr>
            <a:xfrm>
              <a:off x="5284672" y="1774467"/>
              <a:ext cx="316805" cy="291187"/>
            </a:xfrm>
            <a:custGeom>
              <a:avLst/>
              <a:gdLst/>
              <a:ahLst/>
              <a:cxnLst/>
              <a:rect l="l" t="t" r="r" b="b"/>
              <a:pathLst>
                <a:path w="2461" h="2262" extrusionOk="0">
                  <a:moveTo>
                    <a:pt x="1231" y="1"/>
                  </a:moveTo>
                  <a:cubicBezTo>
                    <a:pt x="1156" y="1"/>
                    <a:pt x="1081" y="8"/>
                    <a:pt x="1009" y="23"/>
                  </a:cubicBezTo>
                  <a:cubicBezTo>
                    <a:pt x="561" y="109"/>
                    <a:pt x="210" y="464"/>
                    <a:pt x="123" y="911"/>
                  </a:cubicBezTo>
                  <a:cubicBezTo>
                    <a:pt x="1" y="1525"/>
                    <a:pt x="399" y="2115"/>
                    <a:pt x="1009" y="2241"/>
                  </a:cubicBezTo>
                  <a:cubicBezTo>
                    <a:pt x="1082" y="2255"/>
                    <a:pt x="1155" y="2262"/>
                    <a:pt x="1227" y="2262"/>
                  </a:cubicBezTo>
                  <a:cubicBezTo>
                    <a:pt x="1757" y="2262"/>
                    <a:pt x="2230" y="1889"/>
                    <a:pt x="2338" y="1352"/>
                  </a:cubicBezTo>
                  <a:cubicBezTo>
                    <a:pt x="2461" y="739"/>
                    <a:pt x="2063" y="149"/>
                    <a:pt x="1453" y="23"/>
                  </a:cubicBezTo>
                  <a:cubicBezTo>
                    <a:pt x="1380" y="8"/>
                    <a:pt x="1305" y="1"/>
                    <a:pt x="1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8" name="Google Shape;3138;p49"/>
            <p:cNvSpPr/>
            <p:nvPr/>
          </p:nvSpPr>
          <p:spPr>
            <a:xfrm>
              <a:off x="5668800" y="1924951"/>
              <a:ext cx="1074252" cy="661672"/>
            </a:xfrm>
            <a:custGeom>
              <a:avLst/>
              <a:gdLst/>
              <a:ahLst/>
              <a:cxnLst/>
              <a:rect l="l" t="t" r="r" b="b"/>
              <a:pathLst>
                <a:path w="8345" h="5140" extrusionOk="0">
                  <a:moveTo>
                    <a:pt x="4174" y="1"/>
                  </a:moveTo>
                  <a:lnTo>
                    <a:pt x="0" y="5139"/>
                  </a:lnTo>
                  <a:lnTo>
                    <a:pt x="8344" y="5139"/>
                  </a:lnTo>
                  <a:lnTo>
                    <a:pt x="4174" y="1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9" name="Google Shape;3139;p49"/>
            <p:cNvSpPr/>
            <p:nvPr/>
          </p:nvSpPr>
          <p:spPr>
            <a:xfrm>
              <a:off x="5668800" y="1924951"/>
              <a:ext cx="1074252" cy="661672"/>
            </a:xfrm>
            <a:custGeom>
              <a:avLst/>
              <a:gdLst/>
              <a:ahLst/>
              <a:cxnLst/>
              <a:rect l="l" t="t" r="r" b="b"/>
              <a:pathLst>
                <a:path w="8345" h="5140" extrusionOk="0">
                  <a:moveTo>
                    <a:pt x="4174" y="1"/>
                  </a:moveTo>
                  <a:lnTo>
                    <a:pt x="0" y="5139"/>
                  </a:lnTo>
                  <a:lnTo>
                    <a:pt x="8344" y="5139"/>
                  </a:lnTo>
                  <a:lnTo>
                    <a:pt x="41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0" name="Google Shape;3140;p49"/>
            <p:cNvSpPr/>
            <p:nvPr/>
          </p:nvSpPr>
          <p:spPr>
            <a:xfrm>
              <a:off x="5140882" y="2156277"/>
              <a:ext cx="951830" cy="430344"/>
            </a:xfrm>
            <a:custGeom>
              <a:avLst/>
              <a:gdLst/>
              <a:ahLst/>
              <a:cxnLst/>
              <a:rect l="l" t="t" r="r" b="b"/>
              <a:pathLst>
                <a:path w="7394" h="3343" extrusionOk="0">
                  <a:moveTo>
                    <a:pt x="3697" y="1"/>
                  </a:moveTo>
                  <a:lnTo>
                    <a:pt x="1" y="3342"/>
                  </a:lnTo>
                  <a:lnTo>
                    <a:pt x="7393" y="3342"/>
                  </a:lnTo>
                  <a:lnTo>
                    <a:pt x="3697" y="1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1" name="Google Shape;3141;p49"/>
            <p:cNvSpPr/>
            <p:nvPr/>
          </p:nvSpPr>
          <p:spPr>
            <a:xfrm>
              <a:off x="5140882" y="2156277"/>
              <a:ext cx="951830" cy="430344"/>
            </a:xfrm>
            <a:custGeom>
              <a:avLst/>
              <a:gdLst/>
              <a:ahLst/>
              <a:cxnLst/>
              <a:rect l="l" t="t" r="r" b="b"/>
              <a:pathLst>
                <a:path w="7394" h="3343" extrusionOk="0">
                  <a:moveTo>
                    <a:pt x="3697" y="1"/>
                  </a:moveTo>
                  <a:lnTo>
                    <a:pt x="1" y="3342"/>
                  </a:lnTo>
                  <a:lnTo>
                    <a:pt x="7393" y="3342"/>
                  </a:lnTo>
                  <a:lnTo>
                    <a:pt x="36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2" name="Google Shape;3142;p49"/>
            <p:cNvSpPr/>
            <p:nvPr/>
          </p:nvSpPr>
          <p:spPr>
            <a:xfrm>
              <a:off x="5141783" y="2586489"/>
              <a:ext cx="1600371" cy="266857"/>
            </a:xfrm>
            <a:custGeom>
              <a:avLst/>
              <a:gdLst/>
              <a:ahLst/>
              <a:cxnLst/>
              <a:rect l="l" t="t" r="r" b="b"/>
              <a:pathLst>
                <a:path w="12432" h="2073" extrusionOk="0">
                  <a:moveTo>
                    <a:pt x="0" y="0"/>
                  </a:moveTo>
                  <a:lnTo>
                    <a:pt x="0" y="2072"/>
                  </a:lnTo>
                  <a:lnTo>
                    <a:pt x="12432" y="2072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3" name="Google Shape;3143;p49"/>
            <p:cNvSpPr/>
            <p:nvPr/>
          </p:nvSpPr>
          <p:spPr>
            <a:xfrm>
              <a:off x="5141783" y="2586489"/>
              <a:ext cx="1600371" cy="266857"/>
            </a:xfrm>
            <a:custGeom>
              <a:avLst/>
              <a:gdLst/>
              <a:ahLst/>
              <a:cxnLst/>
              <a:rect l="l" t="t" r="r" b="b"/>
              <a:pathLst>
                <a:path w="12432" h="2073" extrusionOk="0">
                  <a:moveTo>
                    <a:pt x="0" y="0"/>
                  </a:moveTo>
                  <a:lnTo>
                    <a:pt x="0" y="2072"/>
                  </a:lnTo>
                  <a:lnTo>
                    <a:pt x="12432" y="2072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4" name="Google Shape;3144;p49"/>
            <p:cNvSpPr/>
            <p:nvPr/>
          </p:nvSpPr>
          <p:spPr>
            <a:xfrm>
              <a:off x="3114689" y="3023911"/>
              <a:ext cx="848459" cy="69643"/>
            </a:xfrm>
            <a:custGeom>
              <a:avLst/>
              <a:gdLst/>
              <a:ahLst/>
              <a:cxnLst/>
              <a:rect l="l" t="t" r="r" b="b"/>
              <a:pathLst>
                <a:path w="6591" h="541" extrusionOk="0">
                  <a:moveTo>
                    <a:pt x="1" y="0"/>
                  </a:moveTo>
                  <a:lnTo>
                    <a:pt x="1" y="541"/>
                  </a:lnTo>
                  <a:lnTo>
                    <a:pt x="6591" y="541"/>
                  </a:lnTo>
                  <a:lnTo>
                    <a:pt x="65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5" name="Google Shape;3145;p49"/>
            <p:cNvSpPr/>
            <p:nvPr/>
          </p:nvSpPr>
          <p:spPr>
            <a:xfrm>
              <a:off x="3120224" y="3189456"/>
              <a:ext cx="3600578" cy="69257"/>
            </a:xfrm>
            <a:custGeom>
              <a:avLst/>
              <a:gdLst/>
              <a:ahLst/>
              <a:cxnLst/>
              <a:rect l="l" t="t" r="r" b="b"/>
              <a:pathLst>
                <a:path w="27970" h="538" extrusionOk="0">
                  <a:moveTo>
                    <a:pt x="1" y="1"/>
                  </a:moveTo>
                  <a:lnTo>
                    <a:pt x="1" y="538"/>
                  </a:lnTo>
                  <a:lnTo>
                    <a:pt x="27970" y="538"/>
                  </a:lnTo>
                  <a:lnTo>
                    <a:pt x="27970" y="1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6" name="Google Shape;3146;p49"/>
            <p:cNvSpPr/>
            <p:nvPr/>
          </p:nvSpPr>
          <p:spPr>
            <a:xfrm>
              <a:off x="3120224" y="3343931"/>
              <a:ext cx="3600578" cy="69643"/>
            </a:xfrm>
            <a:custGeom>
              <a:avLst/>
              <a:gdLst/>
              <a:ahLst/>
              <a:cxnLst/>
              <a:rect l="l" t="t" r="r" b="b"/>
              <a:pathLst>
                <a:path w="27970" h="541" extrusionOk="0">
                  <a:moveTo>
                    <a:pt x="1" y="1"/>
                  </a:moveTo>
                  <a:lnTo>
                    <a:pt x="1" y="541"/>
                  </a:lnTo>
                  <a:lnTo>
                    <a:pt x="27970" y="541"/>
                  </a:lnTo>
                  <a:lnTo>
                    <a:pt x="27970" y="1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7" name="Google Shape;3147;p49"/>
            <p:cNvSpPr/>
            <p:nvPr/>
          </p:nvSpPr>
          <p:spPr>
            <a:xfrm>
              <a:off x="3120224" y="3503941"/>
              <a:ext cx="3600578" cy="69772"/>
            </a:xfrm>
            <a:custGeom>
              <a:avLst/>
              <a:gdLst/>
              <a:ahLst/>
              <a:cxnLst/>
              <a:rect l="l" t="t" r="r" b="b"/>
              <a:pathLst>
                <a:path w="27970" h="542" extrusionOk="0">
                  <a:moveTo>
                    <a:pt x="1" y="1"/>
                  </a:moveTo>
                  <a:lnTo>
                    <a:pt x="1" y="541"/>
                  </a:lnTo>
                  <a:lnTo>
                    <a:pt x="27970" y="541"/>
                  </a:lnTo>
                  <a:lnTo>
                    <a:pt x="27970" y="1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8" name="Google Shape;3148;p49"/>
            <p:cNvSpPr/>
            <p:nvPr/>
          </p:nvSpPr>
          <p:spPr>
            <a:xfrm>
              <a:off x="3120224" y="3658931"/>
              <a:ext cx="3600578" cy="69257"/>
            </a:xfrm>
            <a:custGeom>
              <a:avLst/>
              <a:gdLst/>
              <a:ahLst/>
              <a:cxnLst/>
              <a:rect l="l" t="t" r="r" b="b"/>
              <a:pathLst>
                <a:path w="27970" h="538" extrusionOk="0">
                  <a:moveTo>
                    <a:pt x="1" y="0"/>
                  </a:moveTo>
                  <a:lnTo>
                    <a:pt x="1" y="537"/>
                  </a:lnTo>
                  <a:lnTo>
                    <a:pt x="27970" y="537"/>
                  </a:lnTo>
                  <a:lnTo>
                    <a:pt x="27970" y="0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9" name="Google Shape;3149;p49"/>
            <p:cNvSpPr/>
            <p:nvPr/>
          </p:nvSpPr>
          <p:spPr>
            <a:xfrm>
              <a:off x="3120224" y="3813405"/>
              <a:ext cx="3600578" cy="69643"/>
            </a:xfrm>
            <a:custGeom>
              <a:avLst/>
              <a:gdLst/>
              <a:ahLst/>
              <a:cxnLst/>
              <a:rect l="l" t="t" r="r" b="b"/>
              <a:pathLst>
                <a:path w="27970" h="541" extrusionOk="0">
                  <a:moveTo>
                    <a:pt x="1" y="0"/>
                  </a:moveTo>
                  <a:lnTo>
                    <a:pt x="1" y="541"/>
                  </a:lnTo>
                  <a:lnTo>
                    <a:pt x="27970" y="541"/>
                  </a:lnTo>
                  <a:lnTo>
                    <a:pt x="27970" y="0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0" name="Google Shape;3150;p49"/>
            <p:cNvSpPr/>
            <p:nvPr/>
          </p:nvSpPr>
          <p:spPr>
            <a:xfrm>
              <a:off x="3114689" y="1621151"/>
              <a:ext cx="848459" cy="192194"/>
            </a:xfrm>
            <a:custGeom>
              <a:avLst/>
              <a:gdLst/>
              <a:ahLst/>
              <a:cxnLst/>
              <a:rect l="l" t="t" r="r" b="b"/>
              <a:pathLst>
                <a:path w="6591" h="1493" extrusionOk="0">
                  <a:moveTo>
                    <a:pt x="1" y="1"/>
                  </a:moveTo>
                  <a:lnTo>
                    <a:pt x="1" y="1492"/>
                  </a:lnTo>
                  <a:lnTo>
                    <a:pt x="6591" y="1492"/>
                  </a:lnTo>
                  <a:lnTo>
                    <a:pt x="65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1" name="Google Shape;3151;p49"/>
            <p:cNvSpPr/>
            <p:nvPr/>
          </p:nvSpPr>
          <p:spPr>
            <a:xfrm>
              <a:off x="3120224" y="1946320"/>
              <a:ext cx="1797586" cy="69772"/>
            </a:xfrm>
            <a:custGeom>
              <a:avLst/>
              <a:gdLst/>
              <a:ahLst/>
              <a:cxnLst/>
              <a:rect l="l" t="t" r="r" b="b"/>
              <a:pathLst>
                <a:path w="13964" h="542" extrusionOk="0">
                  <a:moveTo>
                    <a:pt x="1" y="1"/>
                  </a:moveTo>
                  <a:lnTo>
                    <a:pt x="1" y="541"/>
                  </a:lnTo>
                  <a:lnTo>
                    <a:pt x="13964" y="541"/>
                  </a:lnTo>
                  <a:lnTo>
                    <a:pt x="13964" y="1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2" name="Google Shape;3152;p49"/>
            <p:cNvSpPr/>
            <p:nvPr/>
          </p:nvSpPr>
          <p:spPr>
            <a:xfrm>
              <a:off x="3120224" y="2101310"/>
              <a:ext cx="1797586" cy="69257"/>
            </a:xfrm>
            <a:custGeom>
              <a:avLst/>
              <a:gdLst/>
              <a:ahLst/>
              <a:cxnLst/>
              <a:rect l="l" t="t" r="r" b="b"/>
              <a:pathLst>
                <a:path w="13964" h="538" extrusionOk="0">
                  <a:moveTo>
                    <a:pt x="1" y="0"/>
                  </a:moveTo>
                  <a:lnTo>
                    <a:pt x="1" y="537"/>
                  </a:lnTo>
                  <a:lnTo>
                    <a:pt x="13964" y="537"/>
                  </a:lnTo>
                  <a:lnTo>
                    <a:pt x="13964" y="0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3" name="Google Shape;3153;p49"/>
            <p:cNvSpPr/>
            <p:nvPr/>
          </p:nvSpPr>
          <p:spPr>
            <a:xfrm>
              <a:off x="3120224" y="2261320"/>
              <a:ext cx="1797586" cy="69257"/>
            </a:xfrm>
            <a:custGeom>
              <a:avLst/>
              <a:gdLst/>
              <a:ahLst/>
              <a:cxnLst/>
              <a:rect l="l" t="t" r="r" b="b"/>
              <a:pathLst>
                <a:path w="13964" h="538" extrusionOk="0">
                  <a:moveTo>
                    <a:pt x="1" y="0"/>
                  </a:moveTo>
                  <a:lnTo>
                    <a:pt x="1" y="537"/>
                  </a:lnTo>
                  <a:lnTo>
                    <a:pt x="13964" y="537"/>
                  </a:lnTo>
                  <a:lnTo>
                    <a:pt x="13964" y="0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4" name="Google Shape;3154;p49"/>
            <p:cNvSpPr/>
            <p:nvPr/>
          </p:nvSpPr>
          <p:spPr>
            <a:xfrm>
              <a:off x="3120224" y="2415795"/>
              <a:ext cx="1797586" cy="69643"/>
            </a:xfrm>
            <a:custGeom>
              <a:avLst/>
              <a:gdLst/>
              <a:ahLst/>
              <a:cxnLst/>
              <a:rect l="l" t="t" r="r" b="b"/>
              <a:pathLst>
                <a:path w="13964" h="541" extrusionOk="0">
                  <a:moveTo>
                    <a:pt x="1" y="0"/>
                  </a:moveTo>
                  <a:lnTo>
                    <a:pt x="1" y="541"/>
                  </a:lnTo>
                  <a:lnTo>
                    <a:pt x="13964" y="541"/>
                  </a:lnTo>
                  <a:lnTo>
                    <a:pt x="13964" y="0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5" name="Google Shape;3155;p49"/>
            <p:cNvSpPr/>
            <p:nvPr/>
          </p:nvSpPr>
          <p:spPr>
            <a:xfrm>
              <a:off x="3120224" y="2624078"/>
              <a:ext cx="1797586" cy="69257"/>
            </a:xfrm>
            <a:custGeom>
              <a:avLst/>
              <a:gdLst/>
              <a:ahLst/>
              <a:cxnLst/>
              <a:rect l="l" t="t" r="r" b="b"/>
              <a:pathLst>
                <a:path w="13964" h="538" extrusionOk="0">
                  <a:moveTo>
                    <a:pt x="1" y="0"/>
                  </a:moveTo>
                  <a:lnTo>
                    <a:pt x="1" y="537"/>
                  </a:lnTo>
                  <a:lnTo>
                    <a:pt x="13964" y="537"/>
                  </a:lnTo>
                  <a:lnTo>
                    <a:pt x="13964" y="0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6" name="Google Shape;3156;p49"/>
            <p:cNvSpPr/>
            <p:nvPr/>
          </p:nvSpPr>
          <p:spPr>
            <a:xfrm>
              <a:off x="3120224" y="2784088"/>
              <a:ext cx="1797586" cy="69257"/>
            </a:xfrm>
            <a:custGeom>
              <a:avLst/>
              <a:gdLst/>
              <a:ahLst/>
              <a:cxnLst/>
              <a:rect l="l" t="t" r="r" b="b"/>
              <a:pathLst>
                <a:path w="13964" h="538" extrusionOk="0">
                  <a:moveTo>
                    <a:pt x="1" y="0"/>
                  </a:moveTo>
                  <a:lnTo>
                    <a:pt x="1" y="537"/>
                  </a:lnTo>
                  <a:lnTo>
                    <a:pt x="13964" y="537"/>
                  </a:lnTo>
                  <a:lnTo>
                    <a:pt x="13964" y="0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7" name="Google Shape;3157;p49"/>
            <p:cNvSpPr/>
            <p:nvPr/>
          </p:nvSpPr>
          <p:spPr>
            <a:xfrm>
              <a:off x="3476160" y="2452611"/>
              <a:ext cx="860045" cy="1237481"/>
            </a:xfrm>
            <a:custGeom>
              <a:avLst/>
              <a:gdLst/>
              <a:ahLst/>
              <a:cxnLst/>
              <a:rect l="l" t="t" r="r" b="b"/>
              <a:pathLst>
                <a:path w="6681" h="9613" extrusionOk="0">
                  <a:moveTo>
                    <a:pt x="3802" y="1"/>
                  </a:moveTo>
                  <a:cubicBezTo>
                    <a:pt x="2810" y="1"/>
                    <a:pt x="1780" y="619"/>
                    <a:pt x="1559" y="2091"/>
                  </a:cubicBezTo>
                  <a:cubicBezTo>
                    <a:pt x="1061" y="5350"/>
                    <a:pt x="0" y="6732"/>
                    <a:pt x="421" y="7962"/>
                  </a:cubicBezTo>
                  <a:cubicBezTo>
                    <a:pt x="809" y="9112"/>
                    <a:pt x="1885" y="9612"/>
                    <a:pt x="2990" y="9612"/>
                  </a:cubicBezTo>
                  <a:cubicBezTo>
                    <a:pt x="4162" y="9612"/>
                    <a:pt x="5366" y="9049"/>
                    <a:pt x="5812" y="8101"/>
                  </a:cubicBezTo>
                  <a:cubicBezTo>
                    <a:pt x="6680" y="6262"/>
                    <a:pt x="6137" y="1551"/>
                    <a:pt x="5454" y="719"/>
                  </a:cubicBezTo>
                  <a:cubicBezTo>
                    <a:pt x="5075" y="262"/>
                    <a:pt x="4447" y="1"/>
                    <a:pt x="3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8" name="Google Shape;3158;p49"/>
            <p:cNvSpPr/>
            <p:nvPr/>
          </p:nvSpPr>
          <p:spPr>
            <a:xfrm>
              <a:off x="4123538" y="2547742"/>
              <a:ext cx="190907" cy="1037049"/>
            </a:xfrm>
            <a:custGeom>
              <a:avLst/>
              <a:gdLst/>
              <a:ahLst/>
              <a:cxnLst/>
              <a:rect l="l" t="t" r="r" b="b"/>
              <a:pathLst>
                <a:path w="1483" h="8056" extrusionOk="0">
                  <a:moveTo>
                    <a:pt x="435" y="0"/>
                  </a:moveTo>
                  <a:cubicBezTo>
                    <a:pt x="433" y="0"/>
                    <a:pt x="431" y="3"/>
                    <a:pt x="431" y="3"/>
                  </a:cubicBezTo>
                  <a:cubicBezTo>
                    <a:pt x="975" y="1369"/>
                    <a:pt x="1290" y="2804"/>
                    <a:pt x="1366" y="4270"/>
                  </a:cubicBezTo>
                  <a:cubicBezTo>
                    <a:pt x="1406" y="4999"/>
                    <a:pt x="1436" y="5781"/>
                    <a:pt x="1237" y="6491"/>
                  </a:cubicBezTo>
                  <a:cubicBezTo>
                    <a:pt x="1048" y="7154"/>
                    <a:pt x="607" y="7711"/>
                    <a:pt x="4" y="8042"/>
                  </a:cubicBezTo>
                  <a:cubicBezTo>
                    <a:pt x="1" y="8042"/>
                    <a:pt x="3" y="8056"/>
                    <a:pt x="6" y="8056"/>
                  </a:cubicBezTo>
                  <a:cubicBezTo>
                    <a:pt x="6" y="8056"/>
                    <a:pt x="7" y="8056"/>
                    <a:pt x="7" y="8055"/>
                  </a:cubicBezTo>
                  <a:cubicBezTo>
                    <a:pt x="544" y="7774"/>
                    <a:pt x="965" y="7313"/>
                    <a:pt x="1197" y="6759"/>
                  </a:cubicBezTo>
                  <a:cubicBezTo>
                    <a:pt x="1482" y="6066"/>
                    <a:pt x="1462" y="5251"/>
                    <a:pt x="1439" y="4512"/>
                  </a:cubicBezTo>
                  <a:cubicBezTo>
                    <a:pt x="1389" y="2963"/>
                    <a:pt x="1048" y="1435"/>
                    <a:pt x="438" y="3"/>
                  </a:cubicBezTo>
                  <a:cubicBezTo>
                    <a:pt x="437" y="1"/>
                    <a:pt x="436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9" name="Google Shape;3159;p49"/>
            <p:cNvSpPr/>
            <p:nvPr/>
          </p:nvSpPr>
          <p:spPr>
            <a:xfrm>
              <a:off x="3469723" y="2525858"/>
              <a:ext cx="314230" cy="1104375"/>
            </a:xfrm>
            <a:custGeom>
              <a:avLst/>
              <a:gdLst/>
              <a:ahLst/>
              <a:cxnLst/>
              <a:rect l="l" t="t" r="r" b="b"/>
              <a:pathLst>
                <a:path w="2441" h="8579" extrusionOk="0">
                  <a:moveTo>
                    <a:pt x="2441" y="1"/>
                  </a:moveTo>
                  <a:cubicBezTo>
                    <a:pt x="1834" y="461"/>
                    <a:pt x="1579" y="1184"/>
                    <a:pt x="1430" y="1910"/>
                  </a:cubicBezTo>
                  <a:cubicBezTo>
                    <a:pt x="1333" y="2378"/>
                    <a:pt x="1270" y="2838"/>
                    <a:pt x="1128" y="3316"/>
                  </a:cubicBezTo>
                  <a:cubicBezTo>
                    <a:pt x="982" y="3786"/>
                    <a:pt x="733" y="4214"/>
                    <a:pt x="521" y="4662"/>
                  </a:cubicBezTo>
                  <a:cubicBezTo>
                    <a:pt x="166" y="5421"/>
                    <a:pt x="1" y="6279"/>
                    <a:pt x="253" y="7098"/>
                  </a:cubicBezTo>
                  <a:cubicBezTo>
                    <a:pt x="455" y="7761"/>
                    <a:pt x="932" y="8302"/>
                    <a:pt x="1565" y="8577"/>
                  </a:cubicBezTo>
                  <a:cubicBezTo>
                    <a:pt x="1568" y="8578"/>
                    <a:pt x="1570" y="8578"/>
                    <a:pt x="1571" y="8578"/>
                  </a:cubicBezTo>
                  <a:cubicBezTo>
                    <a:pt x="1588" y="8578"/>
                    <a:pt x="1600" y="8543"/>
                    <a:pt x="1582" y="8537"/>
                  </a:cubicBezTo>
                  <a:cubicBezTo>
                    <a:pt x="883" y="8212"/>
                    <a:pt x="382" y="7576"/>
                    <a:pt x="236" y="6816"/>
                  </a:cubicBezTo>
                  <a:cubicBezTo>
                    <a:pt x="54" y="5905"/>
                    <a:pt x="369" y="5079"/>
                    <a:pt x="770" y="4280"/>
                  </a:cubicBezTo>
                  <a:cubicBezTo>
                    <a:pt x="949" y="3949"/>
                    <a:pt x="1095" y="3601"/>
                    <a:pt x="1204" y="3239"/>
                  </a:cubicBezTo>
                  <a:cubicBezTo>
                    <a:pt x="1320" y="2838"/>
                    <a:pt x="1383" y="2427"/>
                    <a:pt x="1463" y="2019"/>
                  </a:cubicBezTo>
                  <a:cubicBezTo>
                    <a:pt x="1609" y="1274"/>
                    <a:pt x="1817" y="498"/>
                    <a:pt x="24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0" name="Google Shape;3160;p49"/>
            <p:cNvSpPr/>
            <p:nvPr/>
          </p:nvSpPr>
          <p:spPr>
            <a:xfrm>
              <a:off x="3481695" y="2535255"/>
              <a:ext cx="291573" cy="1098196"/>
            </a:xfrm>
            <a:custGeom>
              <a:avLst/>
              <a:gdLst/>
              <a:ahLst/>
              <a:cxnLst/>
              <a:rect l="l" t="t" r="r" b="b"/>
              <a:pathLst>
                <a:path w="2265" h="8531" extrusionOk="0">
                  <a:moveTo>
                    <a:pt x="2248" y="1"/>
                  </a:moveTo>
                  <a:cubicBezTo>
                    <a:pt x="1665" y="514"/>
                    <a:pt x="1433" y="1277"/>
                    <a:pt x="1310" y="2016"/>
                  </a:cubicBezTo>
                  <a:cubicBezTo>
                    <a:pt x="1237" y="2450"/>
                    <a:pt x="1201" y="2885"/>
                    <a:pt x="1118" y="3316"/>
                  </a:cubicBezTo>
                  <a:cubicBezTo>
                    <a:pt x="1025" y="3770"/>
                    <a:pt x="886" y="4207"/>
                    <a:pt x="697" y="4625"/>
                  </a:cubicBezTo>
                  <a:cubicBezTo>
                    <a:pt x="378" y="5368"/>
                    <a:pt x="1" y="6173"/>
                    <a:pt x="183" y="6992"/>
                  </a:cubicBezTo>
                  <a:cubicBezTo>
                    <a:pt x="332" y="7658"/>
                    <a:pt x="843" y="8195"/>
                    <a:pt x="1433" y="8530"/>
                  </a:cubicBezTo>
                  <a:cubicBezTo>
                    <a:pt x="1439" y="8530"/>
                    <a:pt x="1443" y="8530"/>
                    <a:pt x="1449" y="8527"/>
                  </a:cubicBezTo>
                  <a:cubicBezTo>
                    <a:pt x="1453" y="8520"/>
                    <a:pt x="1453" y="8510"/>
                    <a:pt x="1449" y="8504"/>
                  </a:cubicBezTo>
                  <a:cubicBezTo>
                    <a:pt x="786" y="8096"/>
                    <a:pt x="243" y="7489"/>
                    <a:pt x="199" y="6674"/>
                  </a:cubicBezTo>
                  <a:cubicBezTo>
                    <a:pt x="160" y="5858"/>
                    <a:pt x="571" y="5116"/>
                    <a:pt x="862" y="4376"/>
                  </a:cubicBezTo>
                  <a:cubicBezTo>
                    <a:pt x="1167" y="3621"/>
                    <a:pt x="1234" y="2832"/>
                    <a:pt x="1360" y="2033"/>
                  </a:cubicBezTo>
                  <a:cubicBezTo>
                    <a:pt x="1482" y="1290"/>
                    <a:pt x="1708" y="557"/>
                    <a:pt x="2261" y="14"/>
                  </a:cubicBezTo>
                  <a:cubicBezTo>
                    <a:pt x="2265" y="1"/>
                    <a:pt x="2255" y="1"/>
                    <a:pt x="2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1" name="Google Shape;3161;p49"/>
            <p:cNvSpPr/>
            <p:nvPr/>
          </p:nvSpPr>
          <p:spPr>
            <a:xfrm>
              <a:off x="5606881" y="3818554"/>
              <a:ext cx="1748540" cy="1081203"/>
            </a:xfrm>
            <a:custGeom>
              <a:avLst/>
              <a:gdLst/>
              <a:ahLst/>
              <a:cxnLst/>
              <a:rect l="l" t="t" r="r" b="b"/>
              <a:pathLst>
                <a:path w="13583" h="8399" extrusionOk="0">
                  <a:moveTo>
                    <a:pt x="4154" y="0"/>
                  </a:moveTo>
                  <a:lnTo>
                    <a:pt x="1" y="3604"/>
                  </a:lnTo>
                  <a:cubicBezTo>
                    <a:pt x="1" y="3604"/>
                    <a:pt x="2616" y="5573"/>
                    <a:pt x="3727" y="6504"/>
                  </a:cubicBezTo>
                  <a:cubicBezTo>
                    <a:pt x="4025" y="6753"/>
                    <a:pt x="4217" y="6929"/>
                    <a:pt x="4221" y="6972"/>
                  </a:cubicBezTo>
                  <a:cubicBezTo>
                    <a:pt x="4343" y="7920"/>
                    <a:pt x="4337" y="8291"/>
                    <a:pt x="4370" y="8311"/>
                  </a:cubicBezTo>
                  <a:cubicBezTo>
                    <a:pt x="4480" y="8375"/>
                    <a:pt x="5532" y="8399"/>
                    <a:pt x="6877" y="8399"/>
                  </a:cubicBezTo>
                  <a:cubicBezTo>
                    <a:pt x="9453" y="8399"/>
                    <a:pt x="13107" y="8310"/>
                    <a:pt x="13294" y="8238"/>
                  </a:cubicBezTo>
                  <a:cubicBezTo>
                    <a:pt x="13583" y="8129"/>
                    <a:pt x="13291" y="7300"/>
                    <a:pt x="12949" y="7055"/>
                  </a:cubicBezTo>
                  <a:cubicBezTo>
                    <a:pt x="12615" y="6816"/>
                    <a:pt x="9217" y="4979"/>
                    <a:pt x="9217" y="4979"/>
                  </a:cubicBezTo>
                  <a:lnTo>
                    <a:pt x="8172" y="3952"/>
                  </a:lnTo>
                  <a:lnTo>
                    <a:pt x="4154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2" name="Google Shape;3162;p49"/>
            <p:cNvSpPr/>
            <p:nvPr/>
          </p:nvSpPr>
          <p:spPr>
            <a:xfrm>
              <a:off x="6150117" y="4552953"/>
              <a:ext cx="1205299" cy="346799"/>
            </a:xfrm>
            <a:custGeom>
              <a:avLst/>
              <a:gdLst/>
              <a:ahLst/>
              <a:cxnLst/>
              <a:rect l="l" t="t" r="r" b="b"/>
              <a:pathLst>
                <a:path w="9363" h="2694" extrusionOk="0">
                  <a:moveTo>
                    <a:pt x="6333" y="0"/>
                  </a:moveTo>
                  <a:cubicBezTo>
                    <a:pt x="6833" y="282"/>
                    <a:pt x="8063" y="1025"/>
                    <a:pt x="7745" y="1296"/>
                  </a:cubicBezTo>
                  <a:cubicBezTo>
                    <a:pt x="7539" y="1474"/>
                    <a:pt x="6256" y="1544"/>
                    <a:pt x="4783" y="1544"/>
                  </a:cubicBezTo>
                  <a:cubicBezTo>
                    <a:pt x="2845" y="1544"/>
                    <a:pt x="579" y="1423"/>
                    <a:pt x="1" y="1267"/>
                  </a:cubicBezTo>
                  <a:lnTo>
                    <a:pt x="1" y="1267"/>
                  </a:lnTo>
                  <a:cubicBezTo>
                    <a:pt x="123" y="2215"/>
                    <a:pt x="113" y="2586"/>
                    <a:pt x="150" y="2606"/>
                  </a:cubicBezTo>
                  <a:cubicBezTo>
                    <a:pt x="260" y="2670"/>
                    <a:pt x="1312" y="2694"/>
                    <a:pt x="2657" y="2694"/>
                  </a:cubicBezTo>
                  <a:cubicBezTo>
                    <a:pt x="5233" y="2694"/>
                    <a:pt x="8887" y="2605"/>
                    <a:pt x="9074" y="2533"/>
                  </a:cubicBezTo>
                  <a:cubicBezTo>
                    <a:pt x="9363" y="2424"/>
                    <a:pt x="9067" y="1598"/>
                    <a:pt x="8736" y="1356"/>
                  </a:cubicBezTo>
                  <a:cubicBezTo>
                    <a:pt x="8540" y="1214"/>
                    <a:pt x="7327" y="544"/>
                    <a:pt x="63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3" name="Google Shape;3163;p49"/>
            <p:cNvSpPr/>
            <p:nvPr/>
          </p:nvSpPr>
          <p:spPr>
            <a:xfrm>
              <a:off x="3293107" y="3315095"/>
              <a:ext cx="3373498" cy="1326305"/>
            </a:xfrm>
            <a:custGeom>
              <a:avLst/>
              <a:gdLst/>
              <a:ahLst/>
              <a:cxnLst/>
              <a:rect l="l" t="t" r="r" b="b"/>
              <a:pathLst>
                <a:path w="26206" h="10303" extrusionOk="0">
                  <a:moveTo>
                    <a:pt x="15832" y="0"/>
                  </a:moveTo>
                  <a:cubicBezTo>
                    <a:pt x="13149" y="0"/>
                    <a:pt x="9235" y="3272"/>
                    <a:pt x="5470" y="5128"/>
                  </a:cubicBezTo>
                  <a:lnTo>
                    <a:pt x="0" y="6384"/>
                  </a:lnTo>
                  <a:cubicBezTo>
                    <a:pt x="0" y="6384"/>
                    <a:pt x="192" y="10296"/>
                    <a:pt x="3918" y="10296"/>
                  </a:cubicBezTo>
                  <a:cubicBezTo>
                    <a:pt x="3926" y="10296"/>
                    <a:pt x="3934" y="10296"/>
                    <a:pt x="3942" y="10296"/>
                  </a:cubicBezTo>
                  <a:cubicBezTo>
                    <a:pt x="7547" y="10276"/>
                    <a:pt x="14694" y="5429"/>
                    <a:pt x="15233" y="5429"/>
                  </a:cubicBezTo>
                  <a:cubicBezTo>
                    <a:pt x="15236" y="5429"/>
                    <a:pt x="15238" y="5429"/>
                    <a:pt x="15240" y="5429"/>
                  </a:cubicBezTo>
                  <a:cubicBezTo>
                    <a:pt x="15730" y="5472"/>
                    <a:pt x="21074" y="10302"/>
                    <a:pt x="21074" y="10302"/>
                  </a:cubicBezTo>
                  <a:lnTo>
                    <a:pt x="26206" y="7647"/>
                  </a:lnTo>
                  <a:cubicBezTo>
                    <a:pt x="26206" y="7647"/>
                    <a:pt x="19125" y="367"/>
                    <a:pt x="16201" y="22"/>
                  </a:cubicBezTo>
                  <a:cubicBezTo>
                    <a:pt x="16081" y="8"/>
                    <a:pt x="15958" y="0"/>
                    <a:pt x="158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4" name="Google Shape;3164;p49"/>
            <p:cNvSpPr/>
            <p:nvPr/>
          </p:nvSpPr>
          <p:spPr>
            <a:xfrm>
              <a:off x="5939774" y="4211821"/>
              <a:ext cx="567699" cy="296465"/>
            </a:xfrm>
            <a:custGeom>
              <a:avLst/>
              <a:gdLst/>
              <a:ahLst/>
              <a:cxnLst/>
              <a:rect l="l" t="t" r="r" b="b"/>
              <a:pathLst>
                <a:path w="4410" h="2303" extrusionOk="0">
                  <a:moveTo>
                    <a:pt x="4397" y="0"/>
                  </a:moveTo>
                  <a:cubicBezTo>
                    <a:pt x="4395" y="0"/>
                    <a:pt x="4392" y="1"/>
                    <a:pt x="4390" y="2"/>
                  </a:cubicBezTo>
                  <a:cubicBezTo>
                    <a:pt x="3524" y="429"/>
                    <a:pt x="3770" y="297"/>
                    <a:pt x="2908" y="734"/>
                  </a:cubicBezTo>
                  <a:cubicBezTo>
                    <a:pt x="2483" y="950"/>
                    <a:pt x="372" y="2020"/>
                    <a:pt x="7" y="2286"/>
                  </a:cubicBezTo>
                  <a:cubicBezTo>
                    <a:pt x="0" y="2289"/>
                    <a:pt x="0" y="2292"/>
                    <a:pt x="7" y="2299"/>
                  </a:cubicBezTo>
                  <a:cubicBezTo>
                    <a:pt x="10" y="2302"/>
                    <a:pt x="14" y="2302"/>
                    <a:pt x="14" y="2302"/>
                  </a:cubicBezTo>
                  <a:cubicBezTo>
                    <a:pt x="435" y="2160"/>
                    <a:pt x="2536" y="1046"/>
                    <a:pt x="2951" y="824"/>
                  </a:cubicBezTo>
                  <a:cubicBezTo>
                    <a:pt x="3806" y="369"/>
                    <a:pt x="3557" y="492"/>
                    <a:pt x="4403" y="28"/>
                  </a:cubicBezTo>
                  <a:cubicBezTo>
                    <a:pt x="4409" y="21"/>
                    <a:pt x="4409" y="15"/>
                    <a:pt x="4406" y="5"/>
                  </a:cubicBezTo>
                  <a:cubicBezTo>
                    <a:pt x="4406" y="2"/>
                    <a:pt x="4403" y="0"/>
                    <a:pt x="4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5" name="Google Shape;3165;p49"/>
            <p:cNvSpPr/>
            <p:nvPr/>
          </p:nvSpPr>
          <p:spPr>
            <a:xfrm>
              <a:off x="3704525" y="3949858"/>
              <a:ext cx="2185707" cy="607091"/>
            </a:xfrm>
            <a:custGeom>
              <a:avLst/>
              <a:gdLst/>
              <a:ahLst/>
              <a:cxnLst/>
              <a:rect l="l" t="t" r="r" b="b"/>
              <a:pathLst>
                <a:path w="16979" h="4716" extrusionOk="0">
                  <a:moveTo>
                    <a:pt x="12073" y="1"/>
                  </a:moveTo>
                  <a:cubicBezTo>
                    <a:pt x="12010" y="1"/>
                    <a:pt x="11947" y="18"/>
                    <a:pt x="11891" y="51"/>
                  </a:cubicBezTo>
                  <a:cubicBezTo>
                    <a:pt x="11742" y="124"/>
                    <a:pt x="11590" y="200"/>
                    <a:pt x="11440" y="276"/>
                  </a:cubicBezTo>
                  <a:lnTo>
                    <a:pt x="10549" y="710"/>
                  </a:lnTo>
                  <a:cubicBezTo>
                    <a:pt x="9402" y="1271"/>
                    <a:pt x="8255" y="1848"/>
                    <a:pt x="7098" y="2388"/>
                  </a:cubicBezTo>
                  <a:cubicBezTo>
                    <a:pt x="5984" y="2912"/>
                    <a:pt x="5188" y="3399"/>
                    <a:pt x="4028" y="3803"/>
                  </a:cubicBezTo>
                  <a:cubicBezTo>
                    <a:pt x="2871" y="4208"/>
                    <a:pt x="1674" y="4490"/>
                    <a:pt x="458" y="4649"/>
                  </a:cubicBezTo>
                  <a:cubicBezTo>
                    <a:pt x="308" y="4665"/>
                    <a:pt x="156" y="4682"/>
                    <a:pt x="7" y="4699"/>
                  </a:cubicBezTo>
                  <a:cubicBezTo>
                    <a:pt x="3" y="4699"/>
                    <a:pt x="0" y="4702"/>
                    <a:pt x="0" y="4705"/>
                  </a:cubicBezTo>
                  <a:cubicBezTo>
                    <a:pt x="0" y="4708"/>
                    <a:pt x="3" y="4715"/>
                    <a:pt x="7" y="4715"/>
                  </a:cubicBezTo>
                  <a:cubicBezTo>
                    <a:pt x="1200" y="4642"/>
                    <a:pt x="2380" y="4423"/>
                    <a:pt x="3521" y="4059"/>
                  </a:cubicBezTo>
                  <a:cubicBezTo>
                    <a:pt x="4674" y="3707"/>
                    <a:pt x="5453" y="3247"/>
                    <a:pt x="6551" y="2743"/>
                  </a:cubicBezTo>
                  <a:cubicBezTo>
                    <a:pt x="7684" y="2219"/>
                    <a:pt x="8805" y="1659"/>
                    <a:pt x="9919" y="1105"/>
                  </a:cubicBezTo>
                  <a:cubicBezTo>
                    <a:pt x="10512" y="810"/>
                    <a:pt x="11099" y="515"/>
                    <a:pt x="11692" y="226"/>
                  </a:cubicBezTo>
                  <a:cubicBezTo>
                    <a:pt x="11799" y="173"/>
                    <a:pt x="11944" y="70"/>
                    <a:pt x="12080" y="70"/>
                  </a:cubicBezTo>
                  <a:cubicBezTo>
                    <a:pt x="12113" y="70"/>
                    <a:pt x="12145" y="76"/>
                    <a:pt x="12176" y="91"/>
                  </a:cubicBezTo>
                  <a:cubicBezTo>
                    <a:pt x="12243" y="124"/>
                    <a:pt x="12302" y="167"/>
                    <a:pt x="12355" y="217"/>
                  </a:cubicBezTo>
                  <a:lnTo>
                    <a:pt x="12554" y="379"/>
                  </a:lnTo>
                  <a:cubicBezTo>
                    <a:pt x="12813" y="591"/>
                    <a:pt x="16834" y="4059"/>
                    <a:pt x="16967" y="4158"/>
                  </a:cubicBezTo>
                  <a:cubicBezTo>
                    <a:pt x="16967" y="4162"/>
                    <a:pt x="16968" y="4163"/>
                    <a:pt x="16969" y="4163"/>
                  </a:cubicBezTo>
                  <a:cubicBezTo>
                    <a:pt x="16972" y="4163"/>
                    <a:pt x="16978" y="4154"/>
                    <a:pt x="16973" y="4152"/>
                  </a:cubicBezTo>
                  <a:cubicBezTo>
                    <a:pt x="15969" y="3266"/>
                    <a:pt x="12684" y="389"/>
                    <a:pt x="12551" y="283"/>
                  </a:cubicBezTo>
                  <a:cubicBezTo>
                    <a:pt x="12448" y="183"/>
                    <a:pt x="12332" y="97"/>
                    <a:pt x="12206" y="28"/>
                  </a:cubicBezTo>
                  <a:cubicBezTo>
                    <a:pt x="12163" y="10"/>
                    <a:pt x="12118" y="1"/>
                    <a:pt x="12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6" name="Google Shape;3166;p49"/>
            <p:cNvSpPr/>
            <p:nvPr/>
          </p:nvSpPr>
          <p:spPr>
            <a:xfrm>
              <a:off x="3213682" y="3968266"/>
              <a:ext cx="2644758" cy="941016"/>
            </a:xfrm>
            <a:custGeom>
              <a:avLst/>
              <a:gdLst/>
              <a:ahLst/>
              <a:cxnLst/>
              <a:rect l="l" t="t" r="r" b="b"/>
              <a:pathLst>
                <a:path w="20545" h="7310" extrusionOk="0">
                  <a:moveTo>
                    <a:pt x="6190" y="1"/>
                  </a:moveTo>
                  <a:lnTo>
                    <a:pt x="614" y="1307"/>
                  </a:lnTo>
                  <a:cubicBezTo>
                    <a:pt x="614" y="1307"/>
                    <a:pt x="1" y="4851"/>
                    <a:pt x="1774" y="6246"/>
                  </a:cubicBezTo>
                  <a:cubicBezTo>
                    <a:pt x="2756" y="7017"/>
                    <a:pt x="7170" y="7310"/>
                    <a:pt x="11253" y="7310"/>
                  </a:cubicBezTo>
                  <a:cubicBezTo>
                    <a:pt x="14549" y="7310"/>
                    <a:pt x="17628" y="7119"/>
                    <a:pt x="18509" y="6833"/>
                  </a:cubicBezTo>
                  <a:cubicBezTo>
                    <a:pt x="20481" y="6196"/>
                    <a:pt x="20544" y="3017"/>
                    <a:pt x="18389" y="2278"/>
                  </a:cubicBezTo>
                  <a:cubicBezTo>
                    <a:pt x="16334" y="1579"/>
                    <a:pt x="7619" y="1240"/>
                    <a:pt x="7403" y="1151"/>
                  </a:cubicBezTo>
                  <a:cubicBezTo>
                    <a:pt x="7350" y="1131"/>
                    <a:pt x="8179" y="634"/>
                    <a:pt x="8176" y="604"/>
                  </a:cubicBezTo>
                  <a:lnTo>
                    <a:pt x="61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7" name="Google Shape;3167;p49"/>
            <p:cNvSpPr/>
            <p:nvPr/>
          </p:nvSpPr>
          <p:spPr>
            <a:xfrm>
              <a:off x="3430976" y="4122998"/>
              <a:ext cx="216910" cy="251925"/>
            </a:xfrm>
            <a:custGeom>
              <a:avLst/>
              <a:gdLst/>
              <a:ahLst/>
              <a:cxnLst/>
              <a:rect l="l" t="t" r="r" b="b"/>
              <a:pathLst>
                <a:path w="1685" h="1957" extrusionOk="0">
                  <a:moveTo>
                    <a:pt x="1607" y="1"/>
                  </a:moveTo>
                  <a:cubicBezTo>
                    <a:pt x="1601" y="1"/>
                    <a:pt x="1595" y="5"/>
                    <a:pt x="1595" y="12"/>
                  </a:cubicBezTo>
                  <a:cubicBezTo>
                    <a:pt x="1595" y="423"/>
                    <a:pt x="1449" y="824"/>
                    <a:pt x="1184" y="1139"/>
                  </a:cubicBezTo>
                  <a:cubicBezTo>
                    <a:pt x="882" y="1487"/>
                    <a:pt x="438" y="1683"/>
                    <a:pt x="37" y="1885"/>
                  </a:cubicBezTo>
                  <a:cubicBezTo>
                    <a:pt x="0" y="1903"/>
                    <a:pt x="22" y="1956"/>
                    <a:pt x="53" y="1956"/>
                  </a:cubicBezTo>
                  <a:cubicBezTo>
                    <a:pt x="56" y="1956"/>
                    <a:pt x="60" y="1956"/>
                    <a:pt x="63" y="1955"/>
                  </a:cubicBezTo>
                  <a:cubicBezTo>
                    <a:pt x="312" y="1882"/>
                    <a:pt x="554" y="1779"/>
                    <a:pt x="776" y="1650"/>
                  </a:cubicBezTo>
                  <a:cubicBezTo>
                    <a:pt x="985" y="1540"/>
                    <a:pt x="1167" y="1388"/>
                    <a:pt x="1313" y="1205"/>
                  </a:cubicBezTo>
                  <a:cubicBezTo>
                    <a:pt x="1571" y="867"/>
                    <a:pt x="1684" y="436"/>
                    <a:pt x="1618" y="12"/>
                  </a:cubicBezTo>
                  <a:cubicBezTo>
                    <a:pt x="1618" y="4"/>
                    <a:pt x="1613" y="1"/>
                    <a:pt x="1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8" name="Google Shape;3168;p49"/>
            <p:cNvSpPr/>
            <p:nvPr/>
          </p:nvSpPr>
          <p:spPr>
            <a:xfrm>
              <a:off x="3948724" y="3922825"/>
              <a:ext cx="212919" cy="205839"/>
            </a:xfrm>
            <a:custGeom>
              <a:avLst/>
              <a:gdLst/>
              <a:ahLst/>
              <a:cxnLst/>
              <a:rect l="l" t="t" r="r" b="b"/>
              <a:pathLst>
                <a:path w="1654" h="1599" extrusionOk="0">
                  <a:moveTo>
                    <a:pt x="571" y="1"/>
                  </a:moveTo>
                  <a:cubicBezTo>
                    <a:pt x="549" y="1"/>
                    <a:pt x="528" y="25"/>
                    <a:pt x="543" y="45"/>
                  </a:cubicBezTo>
                  <a:cubicBezTo>
                    <a:pt x="699" y="254"/>
                    <a:pt x="864" y="450"/>
                    <a:pt x="1027" y="652"/>
                  </a:cubicBezTo>
                  <a:cubicBezTo>
                    <a:pt x="1110" y="755"/>
                    <a:pt x="1196" y="854"/>
                    <a:pt x="1279" y="957"/>
                  </a:cubicBezTo>
                  <a:cubicBezTo>
                    <a:pt x="1365" y="1050"/>
                    <a:pt x="1445" y="1149"/>
                    <a:pt x="1514" y="1255"/>
                  </a:cubicBezTo>
                  <a:cubicBezTo>
                    <a:pt x="1577" y="1368"/>
                    <a:pt x="1494" y="1467"/>
                    <a:pt x="1378" y="1481"/>
                  </a:cubicBezTo>
                  <a:cubicBezTo>
                    <a:pt x="1374" y="1481"/>
                    <a:pt x="1370" y="1481"/>
                    <a:pt x="1365" y="1481"/>
                  </a:cubicBezTo>
                  <a:cubicBezTo>
                    <a:pt x="1267" y="1481"/>
                    <a:pt x="1170" y="1445"/>
                    <a:pt x="1097" y="1378"/>
                  </a:cubicBezTo>
                  <a:cubicBezTo>
                    <a:pt x="918" y="1219"/>
                    <a:pt x="758" y="1050"/>
                    <a:pt x="613" y="864"/>
                  </a:cubicBezTo>
                  <a:cubicBezTo>
                    <a:pt x="520" y="758"/>
                    <a:pt x="427" y="652"/>
                    <a:pt x="331" y="549"/>
                  </a:cubicBezTo>
                  <a:cubicBezTo>
                    <a:pt x="235" y="443"/>
                    <a:pt x="122" y="334"/>
                    <a:pt x="19" y="221"/>
                  </a:cubicBezTo>
                  <a:cubicBezTo>
                    <a:pt x="18" y="220"/>
                    <a:pt x="16" y="220"/>
                    <a:pt x="14" y="220"/>
                  </a:cubicBezTo>
                  <a:cubicBezTo>
                    <a:pt x="7" y="220"/>
                    <a:pt x="1" y="224"/>
                    <a:pt x="6" y="234"/>
                  </a:cubicBezTo>
                  <a:cubicBezTo>
                    <a:pt x="95" y="354"/>
                    <a:pt x="178" y="473"/>
                    <a:pt x="264" y="592"/>
                  </a:cubicBezTo>
                  <a:cubicBezTo>
                    <a:pt x="351" y="715"/>
                    <a:pt x="443" y="834"/>
                    <a:pt x="533" y="954"/>
                  </a:cubicBezTo>
                  <a:cubicBezTo>
                    <a:pt x="626" y="1073"/>
                    <a:pt x="709" y="1179"/>
                    <a:pt x="798" y="1285"/>
                  </a:cubicBezTo>
                  <a:cubicBezTo>
                    <a:pt x="874" y="1381"/>
                    <a:pt x="967" y="1464"/>
                    <a:pt x="1067" y="1527"/>
                  </a:cubicBezTo>
                  <a:cubicBezTo>
                    <a:pt x="1142" y="1571"/>
                    <a:pt x="1240" y="1599"/>
                    <a:pt x="1334" y="1599"/>
                  </a:cubicBezTo>
                  <a:cubicBezTo>
                    <a:pt x="1454" y="1599"/>
                    <a:pt x="1568" y="1552"/>
                    <a:pt x="1620" y="1431"/>
                  </a:cubicBezTo>
                  <a:cubicBezTo>
                    <a:pt x="1653" y="1318"/>
                    <a:pt x="1624" y="1206"/>
                    <a:pt x="1551" y="1129"/>
                  </a:cubicBezTo>
                  <a:cubicBezTo>
                    <a:pt x="1458" y="1013"/>
                    <a:pt x="1362" y="904"/>
                    <a:pt x="1269" y="791"/>
                  </a:cubicBezTo>
                  <a:cubicBezTo>
                    <a:pt x="1044" y="526"/>
                    <a:pt x="825" y="261"/>
                    <a:pt x="589" y="9"/>
                  </a:cubicBezTo>
                  <a:cubicBezTo>
                    <a:pt x="584" y="3"/>
                    <a:pt x="577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9" name="Google Shape;3169;p49"/>
            <p:cNvSpPr/>
            <p:nvPr/>
          </p:nvSpPr>
          <p:spPr>
            <a:xfrm>
              <a:off x="3346916" y="4156468"/>
              <a:ext cx="2215315" cy="708401"/>
            </a:xfrm>
            <a:custGeom>
              <a:avLst/>
              <a:gdLst/>
              <a:ahLst/>
              <a:cxnLst/>
              <a:rect l="l" t="t" r="r" b="b"/>
              <a:pathLst>
                <a:path w="17209" h="5503" extrusionOk="0">
                  <a:moveTo>
                    <a:pt x="13" y="1"/>
                  </a:moveTo>
                  <a:cubicBezTo>
                    <a:pt x="10" y="1"/>
                    <a:pt x="3" y="1"/>
                    <a:pt x="0" y="4"/>
                  </a:cubicBezTo>
                  <a:lnTo>
                    <a:pt x="0" y="14"/>
                  </a:lnTo>
                  <a:cubicBezTo>
                    <a:pt x="80" y="1240"/>
                    <a:pt x="269" y="2517"/>
                    <a:pt x="1041" y="3501"/>
                  </a:cubicBezTo>
                  <a:cubicBezTo>
                    <a:pt x="1362" y="3932"/>
                    <a:pt x="1800" y="4270"/>
                    <a:pt x="2297" y="4479"/>
                  </a:cubicBezTo>
                  <a:cubicBezTo>
                    <a:pt x="2901" y="4721"/>
                    <a:pt x="3577" y="4778"/>
                    <a:pt x="4213" y="4864"/>
                  </a:cubicBezTo>
                  <a:cubicBezTo>
                    <a:pt x="5573" y="5053"/>
                    <a:pt x="7048" y="5192"/>
                    <a:pt x="8420" y="5301"/>
                  </a:cubicBezTo>
                  <a:cubicBezTo>
                    <a:pt x="9789" y="5407"/>
                    <a:pt x="11175" y="5474"/>
                    <a:pt x="12558" y="5494"/>
                  </a:cubicBezTo>
                  <a:cubicBezTo>
                    <a:pt x="12909" y="5500"/>
                    <a:pt x="13260" y="5502"/>
                    <a:pt x="13611" y="5502"/>
                  </a:cubicBezTo>
                  <a:cubicBezTo>
                    <a:pt x="14640" y="5502"/>
                    <a:pt x="15669" y="5478"/>
                    <a:pt x="16695" y="5431"/>
                  </a:cubicBezTo>
                  <a:cubicBezTo>
                    <a:pt x="16860" y="5421"/>
                    <a:pt x="17033" y="5411"/>
                    <a:pt x="17202" y="5398"/>
                  </a:cubicBezTo>
                  <a:cubicBezTo>
                    <a:pt x="17205" y="5398"/>
                    <a:pt x="17209" y="5388"/>
                    <a:pt x="17205" y="5384"/>
                  </a:cubicBezTo>
                  <a:lnTo>
                    <a:pt x="17202" y="5378"/>
                  </a:lnTo>
                  <a:cubicBezTo>
                    <a:pt x="16522" y="5391"/>
                    <a:pt x="15846" y="5434"/>
                    <a:pt x="15166" y="5444"/>
                  </a:cubicBezTo>
                  <a:cubicBezTo>
                    <a:pt x="14647" y="5454"/>
                    <a:pt x="14136" y="5458"/>
                    <a:pt x="13622" y="5458"/>
                  </a:cubicBezTo>
                  <a:cubicBezTo>
                    <a:pt x="13463" y="5458"/>
                    <a:pt x="13304" y="5458"/>
                    <a:pt x="13144" y="5457"/>
                  </a:cubicBezTo>
                  <a:cubicBezTo>
                    <a:pt x="11795" y="5444"/>
                    <a:pt x="10442" y="5391"/>
                    <a:pt x="9093" y="5301"/>
                  </a:cubicBezTo>
                  <a:cubicBezTo>
                    <a:pt x="7727" y="5205"/>
                    <a:pt x="6259" y="5069"/>
                    <a:pt x="4903" y="4880"/>
                  </a:cubicBezTo>
                  <a:cubicBezTo>
                    <a:pt x="4257" y="4791"/>
                    <a:pt x="3597" y="4715"/>
                    <a:pt x="2954" y="4579"/>
                  </a:cubicBezTo>
                  <a:cubicBezTo>
                    <a:pt x="2380" y="4473"/>
                    <a:pt x="1850" y="4197"/>
                    <a:pt x="1422" y="3796"/>
                  </a:cubicBezTo>
                  <a:cubicBezTo>
                    <a:pt x="544" y="2948"/>
                    <a:pt x="202" y="1695"/>
                    <a:pt x="63" y="498"/>
                  </a:cubicBezTo>
                  <a:cubicBezTo>
                    <a:pt x="46" y="335"/>
                    <a:pt x="30" y="176"/>
                    <a:pt x="17" y="14"/>
                  </a:cubicBezTo>
                  <a:cubicBezTo>
                    <a:pt x="17" y="10"/>
                    <a:pt x="17" y="4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0" name="Google Shape;3170;p49"/>
            <p:cNvSpPr/>
            <p:nvPr/>
          </p:nvSpPr>
          <p:spPr>
            <a:xfrm>
              <a:off x="4153403" y="4114631"/>
              <a:ext cx="861590" cy="71445"/>
            </a:xfrm>
            <a:custGeom>
              <a:avLst/>
              <a:gdLst/>
              <a:ahLst/>
              <a:cxnLst/>
              <a:rect l="l" t="t" r="r" b="b"/>
              <a:pathLst>
                <a:path w="6693" h="555" extrusionOk="0">
                  <a:moveTo>
                    <a:pt x="507" y="0"/>
                  </a:moveTo>
                  <a:cubicBezTo>
                    <a:pt x="344" y="0"/>
                    <a:pt x="181" y="2"/>
                    <a:pt x="17" y="4"/>
                  </a:cubicBezTo>
                  <a:cubicBezTo>
                    <a:pt x="0" y="4"/>
                    <a:pt x="4" y="27"/>
                    <a:pt x="17" y="27"/>
                  </a:cubicBezTo>
                  <a:cubicBezTo>
                    <a:pt x="879" y="107"/>
                    <a:pt x="1741" y="160"/>
                    <a:pt x="2603" y="216"/>
                  </a:cubicBezTo>
                  <a:cubicBezTo>
                    <a:pt x="3465" y="276"/>
                    <a:pt x="4323" y="349"/>
                    <a:pt x="5185" y="432"/>
                  </a:cubicBezTo>
                  <a:cubicBezTo>
                    <a:pt x="5669" y="478"/>
                    <a:pt x="6163" y="515"/>
                    <a:pt x="6647" y="554"/>
                  </a:cubicBezTo>
                  <a:cubicBezTo>
                    <a:pt x="6648" y="554"/>
                    <a:pt x="6649" y="554"/>
                    <a:pt x="6650" y="554"/>
                  </a:cubicBezTo>
                  <a:cubicBezTo>
                    <a:pt x="6684" y="554"/>
                    <a:pt x="6693" y="501"/>
                    <a:pt x="6657" y="491"/>
                  </a:cubicBezTo>
                  <a:cubicBezTo>
                    <a:pt x="6230" y="428"/>
                    <a:pt x="5802" y="372"/>
                    <a:pt x="5371" y="322"/>
                  </a:cubicBezTo>
                  <a:cubicBezTo>
                    <a:pt x="4940" y="273"/>
                    <a:pt x="4502" y="239"/>
                    <a:pt x="4065" y="203"/>
                  </a:cubicBezTo>
                  <a:cubicBezTo>
                    <a:pt x="3209" y="127"/>
                    <a:pt x="2348" y="60"/>
                    <a:pt x="1486" y="24"/>
                  </a:cubicBezTo>
                  <a:cubicBezTo>
                    <a:pt x="1159" y="6"/>
                    <a:pt x="833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1" name="Google Shape;3171;p49"/>
            <p:cNvSpPr/>
            <p:nvPr/>
          </p:nvSpPr>
          <p:spPr>
            <a:xfrm>
              <a:off x="4032011" y="4039453"/>
              <a:ext cx="251538" cy="152674"/>
            </a:xfrm>
            <a:custGeom>
              <a:avLst/>
              <a:gdLst/>
              <a:ahLst/>
              <a:cxnLst/>
              <a:rect l="l" t="t" r="r" b="b"/>
              <a:pathLst>
                <a:path w="1954" h="1186" extrusionOk="0">
                  <a:moveTo>
                    <a:pt x="1921" y="0"/>
                  </a:moveTo>
                  <a:cubicBezTo>
                    <a:pt x="1919" y="0"/>
                    <a:pt x="1917" y="1"/>
                    <a:pt x="1915" y="1"/>
                  </a:cubicBezTo>
                  <a:cubicBezTo>
                    <a:pt x="1570" y="150"/>
                    <a:pt x="1239" y="329"/>
                    <a:pt x="924" y="532"/>
                  </a:cubicBezTo>
                  <a:cubicBezTo>
                    <a:pt x="605" y="724"/>
                    <a:pt x="297" y="939"/>
                    <a:pt x="9" y="1171"/>
                  </a:cubicBezTo>
                  <a:cubicBezTo>
                    <a:pt x="0" y="1177"/>
                    <a:pt x="6" y="1185"/>
                    <a:pt x="15" y="1185"/>
                  </a:cubicBezTo>
                  <a:cubicBezTo>
                    <a:pt x="16" y="1185"/>
                    <a:pt x="17" y="1185"/>
                    <a:pt x="19" y="1185"/>
                  </a:cubicBezTo>
                  <a:cubicBezTo>
                    <a:pt x="357" y="1026"/>
                    <a:pt x="678" y="837"/>
                    <a:pt x="997" y="648"/>
                  </a:cubicBezTo>
                  <a:cubicBezTo>
                    <a:pt x="1321" y="465"/>
                    <a:pt x="1636" y="263"/>
                    <a:pt x="1935" y="44"/>
                  </a:cubicBezTo>
                  <a:cubicBezTo>
                    <a:pt x="1953" y="35"/>
                    <a:pt x="1943" y="0"/>
                    <a:pt x="1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2" name="Google Shape;3172;p49"/>
            <p:cNvSpPr/>
            <p:nvPr/>
          </p:nvSpPr>
          <p:spPr>
            <a:xfrm>
              <a:off x="3778158" y="3083898"/>
              <a:ext cx="1101929" cy="993409"/>
            </a:xfrm>
            <a:custGeom>
              <a:avLst/>
              <a:gdLst/>
              <a:ahLst/>
              <a:cxnLst/>
              <a:rect l="l" t="t" r="r" b="b"/>
              <a:pathLst>
                <a:path w="8560" h="7717" extrusionOk="0">
                  <a:moveTo>
                    <a:pt x="410" y="1"/>
                  </a:moveTo>
                  <a:cubicBezTo>
                    <a:pt x="117" y="1"/>
                    <a:pt x="1" y="352"/>
                    <a:pt x="217" y="1089"/>
                  </a:cubicBezTo>
                  <a:cubicBezTo>
                    <a:pt x="877" y="3327"/>
                    <a:pt x="2120" y="5979"/>
                    <a:pt x="2611" y="6393"/>
                  </a:cubicBezTo>
                  <a:cubicBezTo>
                    <a:pt x="3227" y="6917"/>
                    <a:pt x="7139" y="7706"/>
                    <a:pt x="7334" y="7716"/>
                  </a:cubicBezTo>
                  <a:cubicBezTo>
                    <a:pt x="7336" y="7716"/>
                    <a:pt x="7337" y="7716"/>
                    <a:pt x="7339" y="7716"/>
                  </a:cubicBezTo>
                  <a:cubicBezTo>
                    <a:pt x="7823" y="7716"/>
                    <a:pt x="8560" y="4252"/>
                    <a:pt x="8047" y="4215"/>
                  </a:cubicBezTo>
                  <a:cubicBezTo>
                    <a:pt x="7265" y="4152"/>
                    <a:pt x="4454" y="4169"/>
                    <a:pt x="4275" y="4006"/>
                  </a:cubicBezTo>
                  <a:cubicBezTo>
                    <a:pt x="4096" y="3844"/>
                    <a:pt x="2816" y="2415"/>
                    <a:pt x="1500" y="804"/>
                  </a:cubicBezTo>
                  <a:cubicBezTo>
                    <a:pt x="1069" y="276"/>
                    <a:pt x="670" y="1"/>
                    <a:pt x="410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3" name="Google Shape;3173;p49"/>
            <p:cNvSpPr/>
            <p:nvPr/>
          </p:nvSpPr>
          <p:spPr>
            <a:xfrm>
              <a:off x="4671022" y="3615163"/>
              <a:ext cx="825932" cy="521871"/>
            </a:xfrm>
            <a:custGeom>
              <a:avLst/>
              <a:gdLst/>
              <a:ahLst/>
              <a:cxnLst/>
              <a:rect l="l" t="t" r="r" b="b"/>
              <a:pathLst>
                <a:path w="6416" h="4054" extrusionOk="0">
                  <a:moveTo>
                    <a:pt x="1965" y="0"/>
                  </a:moveTo>
                  <a:cubicBezTo>
                    <a:pt x="1547" y="0"/>
                    <a:pt x="1129" y="19"/>
                    <a:pt x="713" y="55"/>
                  </a:cubicBezTo>
                  <a:cubicBezTo>
                    <a:pt x="100" y="619"/>
                    <a:pt x="1" y="3423"/>
                    <a:pt x="1" y="3423"/>
                  </a:cubicBezTo>
                  <a:cubicBezTo>
                    <a:pt x="452" y="3622"/>
                    <a:pt x="919" y="3788"/>
                    <a:pt x="1393" y="3920"/>
                  </a:cubicBezTo>
                  <a:cubicBezTo>
                    <a:pt x="1600" y="3966"/>
                    <a:pt x="2025" y="4053"/>
                    <a:pt x="2388" y="4053"/>
                  </a:cubicBezTo>
                  <a:cubicBezTo>
                    <a:pt x="2684" y="4053"/>
                    <a:pt x="2938" y="3996"/>
                    <a:pt x="3001" y="3811"/>
                  </a:cubicBezTo>
                  <a:cubicBezTo>
                    <a:pt x="3090" y="3536"/>
                    <a:pt x="2464" y="3327"/>
                    <a:pt x="2023" y="3178"/>
                  </a:cubicBezTo>
                  <a:cubicBezTo>
                    <a:pt x="1791" y="3095"/>
                    <a:pt x="1496" y="2876"/>
                    <a:pt x="1552" y="2727"/>
                  </a:cubicBezTo>
                  <a:cubicBezTo>
                    <a:pt x="1585" y="2641"/>
                    <a:pt x="1672" y="2607"/>
                    <a:pt x="1788" y="2607"/>
                  </a:cubicBezTo>
                  <a:cubicBezTo>
                    <a:pt x="2026" y="2607"/>
                    <a:pt x="2386" y="2749"/>
                    <a:pt x="2653" y="2883"/>
                  </a:cubicBezTo>
                  <a:cubicBezTo>
                    <a:pt x="3258" y="3189"/>
                    <a:pt x="4031" y="3701"/>
                    <a:pt x="4541" y="3701"/>
                  </a:cubicBezTo>
                  <a:cubicBezTo>
                    <a:pt x="4676" y="3701"/>
                    <a:pt x="4793" y="3665"/>
                    <a:pt x="4884" y="3579"/>
                  </a:cubicBezTo>
                  <a:cubicBezTo>
                    <a:pt x="5046" y="3427"/>
                    <a:pt x="4831" y="3181"/>
                    <a:pt x="4526" y="2943"/>
                  </a:cubicBezTo>
                  <a:lnTo>
                    <a:pt x="4526" y="2943"/>
                  </a:lnTo>
                  <a:cubicBezTo>
                    <a:pt x="4896" y="3144"/>
                    <a:pt x="5286" y="3318"/>
                    <a:pt x="5535" y="3318"/>
                  </a:cubicBezTo>
                  <a:cubicBezTo>
                    <a:pt x="5613" y="3318"/>
                    <a:pt x="5678" y="3301"/>
                    <a:pt x="5723" y="3261"/>
                  </a:cubicBezTo>
                  <a:cubicBezTo>
                    <a:pt x="5822" y="3175"/>
                    <a:pt x="5839" y="3025"/>
                    <a:pt x="5756" y="2923"/>
                  </a:cubicBezTo>
                  <a:lnTo>
                    <a:pt x="5756" y="2923"/>
                  </a:lnTo>
                  <a:cubicBezTo>
                    <a:pt x="5795" y="2938"/>
                    <a:pt x="5836" y="2946"/>
                    <a:pt x="5878" y="2946"/>
                  </a:cubicBezTo>
                  <a:cubicBezTo>
                    <a:pt x="5966" y="2946"/>
                    <a:pt x="6054" y="2911"/>
                    <a:pt x="6117" y="2843"/>
                  </a:cubicBezTo>
                  <a:cubicBezTo>
                    <a:pt x="6260" y="2674"/>
                    <a:pt x="6170" y="2442"/>
                    <a:pt x="5988" y="2203"/>
                  </a:cubicBezTo>
                  <a:cubicBezTo>
                    <a:pt x="6044" y="2197"/>
                    <a:pt x="6094" y="2160"/>
                    <a:pt x="6120" y="2104"/>
                  </a:cubicBezTo>
                  <a:cubicBezTo>
                    <a:pt x="6415" y="1590"/>
                    <a:pt x="4701" y="264"/>
                    <a:pt x="4131" y="164"/>
                  </a:cubicBezTo>
                  <a:cubicBezTo>
                    <a:pt x="3414" y="55"/>
                    <a:pt x="2690" y="0"/>
                    <a:pt x="1965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4" name="Google Shape;3174;p49"/>
            <p:cNvSpPr/>
            <p:nvPr/>
          </p:nvSpPr>
          <p:spPr>
            <a:xfrm>
              <a:off x="4972376" y="3840696"/>
              <a:ext cx="288999" cy="160011"/>
            </a:xfrm>
            <a:custGeom>
              <a:avLst/>
              <a:gdLst/>
              <a:ahLst/>
              <a:cxnLst/>
              <a:rect l="l" t="t" r="r" b="b"/>
              <a:pathLst>
                <a:path w="2245" h="1243" extrusionOk="0">
                  <a:moveTo>
                    <a:pt x="3" y="0"/>
                  </a:moveTo>
                  <a:lnTo>
                    <a:pt x="0" y="10"/>
                  </a:lnTo>
                  <a:cubicBezTo>
                    <a:pt x="405" y="63"/>
                    <a:pt x="792" y="209"/>
                    <a:pt x="1131" y="431"/>
                  </a:cubicBezTo>
                  <a:cubicBezTo>
                    <a:pt x="1320" y="551"/>
                    <a:pt x="2049" y="1094"/>
                    <a:pt x="2228" y="1240"/>
                  </a:cubicBezTo>
                  <a:cubicBezTo>
                    <a:pt x="2231" y="1242"/>
                    <a:pt x="2234" y="1243"/>
                    <a:pt x="2236" y="1243"/>
                  </a:cubicBezTo>
                  <a:cubicBezTo>
                    <a:pt x="2238" y="1243"/>
                    <a:pt x="2239" y="1242"/>
                    <a:pt x="2241" y="1240"/>
                  </a:cubicBezTo>
                  <a:cubicBezTo>
                    <a:pt x="2244" y="1237"/>
                    <a:pt x="2244" y="1230"/>
                    <a:pt x="2241" y="1227"/>
                  </a:cubicBezTo>
                  <a:cubicBezTo>
                    <a:pt x="1873" y="922"/>
                    <a:pt x="1575" y="614"/>
                    <a:pt x="1134" y="362"/>
                  </a:cubicBezTo>
                  <a:cubicBezTo>
                    <a:pt x="786" y="163"/>
                    <a:pt x="401" y="37"/>
                    <a:pt x="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5" name="Google Shape;3175;p49"/>
            <p:cNvSpPr/>
            <p:nvPr/>
          </p:nvSpPr>
          <p:spPr>
            <a:xfrm>
              <a:off x="5006361" y="3747754"/>
              <a:ext cx="405886" cy="241111"/>
            </a:xfrm>
            <a:custGeom>
              <a:avLst/>
              <a:gdLst/>
              <a:ahLst/>
              <a:cxnLst/>
              <a:rect l="l" t="t" r="r" b="b"/>
              <a:pathLst>
                <a:path w="3153" h="1873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1"/>
                    <a:pt x="1" y="4"/>
                    <a:pt x="4" y="4"/>
                  </a:cubicBezTo>
                  <a:cubicBezTo>
                    <a:pt x="5" y="4"/>
                    <a:pt x="6" y="4"/>
                    <a:pt x="8" y="3"/>
                  </a:cubicBezTo>
                  <a:cubicBezTo>
                    <a:pt x="6" y="1"/>
                    <a:pt x="5" y="1"/>
                    <a:pt x="4" y="1"/>
                  </a:cubicBezTo>
                  <a:close/>
                  <a:moveTo>
                    <a:pt x="8" y="3"/>
                  </a:moveTo>
                  <a:lnTo>
                    <a:pt x="8" y="3"/>
                  </a:lnTo>
                  <a:cubicBezTo>
                    <a:pt x="270" y="63"/>
                    <a:pt x="528" y="122"/>
                    <a:pt x="784" y="205"/>
                  </a:cubicBezTo>
                  <a:cubicBezTo>
                    <a:pt x="1231" y="344"/>
                    <a:pt x="1646" y="570"/>
                    <a:pt x="2000" y="872"/>
                  </a:cubicBezTo>
                  <a:cubicBezTo>
                    <a:pt x="2388" y="1190"/>
                    <a:pt x="2763" y="1528"/>
                    <a:pt x="3134" y="1869"/>
                  </a:cubicBezTo>
                  <a:cubicBezTo>
                    <a:pt x="3137" y="1872"/>
                    <a:pt x="3140" y="1872"/>
                    <a:pt x="3142" y="1872"/>
                  </a:cubicBezTo>
                  <a:cubicBezTo>
                    <a:pt x="3150" y="1872"/>
                    <a:pt x="3153" y="1861"/>
                    <a:pt x="3147" y="1853"/>
                  </a:cubicBezTo>
                  <a:cubicBezTo>
                    <a:pt x="2939" y="1647"/>
                    <a:pt x="2723" y="1438"/>
                    <a:pt x="2508" y="1240"/>
                  </a:cubicBezTo>
                  <a:cubicBezTo>
                    <a:pt x="2146" y="905"/>
                    <a:pt x="1778" y="560"/>
                    <a:pt x="1324" y="361"/>
                  </a:cubicBezTo>
                  <a:cubicBezTo>
                    <a:pt x="896" y="202"/>
                    <a:pt x="456" y="76"/>
                    <a:pt x="8" y="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6" name="Google Shape;3176;p49"/>
            <p:cNvSpPr/>
            <p:nvPr/>
          </p:nvSpPr>
          <p:spPr>
            <a:xfrm>
              <a:off x="5061971" y="3665110"/>
              <a:ext cx="383487" cy="234804"/>
            </a:xfrm>
            <a:custGeom>
              <a:avLst/>
              <a:gdLst/>
              <a:ahLst/>
              <a:cxnLst/>
              <a:rect l="l" t="t" r="r" b="b"/>
              <a:pathLst>
                <a:path w="2979" h="1824" extrusionOk="0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38" y="7"/>
                    <a:pt x="75" y="13"/>
                    <a:pt x="111" y="18"/>
                  </a:cubicBezTo>
                  <a:lnTo>
                    <a:pt x="111" y="18"/>
                  </a:lnTo>
                  <a:cubicBezTo>
                    <a:pt x="75" y="12"/>
                    <a:pt x="40" y="7"/>
                    <a:pt x="4" y="2"/>
                  </a:cubicBezTo>
                  <a:cubicBezTo>
                    <a:pt x="4" y="2"/>
                    <a:pt x="2" y="0"/>
                    <a:pt x="1" y="0"/>
                  </a:cubicBezTo>
                  <a:close/>
                  <a:moveTo>
                    <a:pt x="111" y="18"/>
                  </a:moveTo>
                  <a:lnTo>
                    <a:pt x="111" y="18"/>
                  </a:lnTo>
                  <a:cubicBezTo>
                    <a:pt x="359" y="59"/>
                    <a:pt x="602" y="119"/>
                    <a:pt x="842" y="197"/>
                  </a:cubicBezTo>
                  <a:cubicBezTo>
                    <a:pt x="1111" y="300"/>
                    <a:pt x="1363" y="446"/>
                    <a:pt x="1592" y="622"/>
                  </a:cubicBezTo>
                  <a:cubicBezTo>
                    <a:pt x="2072" y="993"/>
                    <a:pt x="2526" y="1391"/>
                    <a:pt x="2957" y="1822"/>
                  </a:cubicBezTo>
                  <a:cubicBezTo>
                    <a:pt x="2959" y="1823"/>
                    <a:pt x="2961" y="1824"/>
                    <a:pt x="2963" y="1824"/>
                  </a:cubicBezTo>
                  <a:cubicBezTo>
                    <a:pt x="2972" y="1824"/>
                    <a:pt x="2979" y="1814"/>
                    <a:pt x="2971" y="1809"/>
                  </a:cubicBezTo>
                  <a:cubicBezTo>
                    <a:pt x="2785" y="1613"/>
                    <a:pt x="2593" y="1417"/>
                    <a:pt x="2394" y="1232"/>
                  </a:cubicBezTo>
                  <a:cubicBezTo>
                    <a:pt x="2036" y="877"/>
                    <a:pt x="1628" y="569"/>
                    <a:pt x="1190" y="317"/>
                  </a:cubicBezTo>
                  <a:cubicBezTo>
                    <a:pt x="836" y="132"/>
                    <a:pt x="493" y="75"/>
                    <a:pt x="111" y="1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7" name="Google Shape;3177;p49"/>
            <p:cNvSpPr/>
            <p:nvPr/>
          </p:nvSpPr>
          <p:spPr>
            <a:xfrm>
              <a:off x="3775068" y="3076432"/>
              <a:ext cx="952473" cy="1022631"/>
            </a:xfrm>
            <a:custGeom>
              <a:avLst/>
              <a:gdLst/>
              <a:ahLst/>
              <a:cxnLst/>
              <a:rect l="l" t="t" r="r" b="b"/>
              <a:pathLst>
                <a:path w="7399" h="7944" extrusionOk="0">
                  <a:moveTo>
                    <a:pt x="474" y="1"/>
                  </a:moveTo>
                  <a:cubicBezTo>
                    <a:pt x="154" y="1"/>
                    <a:pt x="1" y="387"/>
                    <a:pt x="234" y="1266"/>
                  </a:cubicBezTo>
                  <a:cubicBezTo>
                    <a:pt x="649" y="2831"/>
                    <a:pt x="1928" y="6034"/>
                    <a:pt x="2555" y="6627"/>
                  </a:cubicBezTo>
                  <a:cubicBezTo>
                    <a:pt x="3181" y="7217"/>
                    <a:pt x="6440" y="7943"/>
                    <a:pt x="6440" y="7943"/>
                  </a:cubicBezTo>
                  <a:lnTo>
                    <a:pt x="7398" y="4117"/>
                  </a:lnTo>
                  <a:cubicBezTo>
                    <a:pt x="7398" y="4117"/>
                    <a:pt x="4401" y="3998"/>
                    <a:pt x="4299" y="3952"/>
                  </a:cubicBezTo>
                  <a:cubicBezTo>
                    <a:pt x="4196" y="3909"/>
                    <a:pt x="2213" y="1595"/>
                    <a:pt x="1418" y="647"/>
                  </a:cubicBezTo>
                  <a:cubicBezTo>
                    <a:pt x="1070" y="233"/>
                    <a:pt x="722" y="1"/>
                    <a:pt x="4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8" name="Google Shape;3178;p49"/>
            <p:cNvSpPr/>
            <p:nvPr/>
          </p:nvSpPr>
          <p:spPr>
            <a:xfrm>
              <a:off x="4500713" y="3610786"/>
              <a:ext cx="116243" cy="450426"/>
            </a:xfrm>
            <a:custGeom>
              <a:avLst/>
              <a:gdLst/>
              <a:ahLst/>
              <a:cxnLst/>
              <a:rect l="l" t="t" r="r" b="b"/>
              <a:pathLst>
                <a:path w="903" h="3499" extrusionOk="0">
                  <a:moveTo>
                    <a:pt x="895" y="1"/>
                  </a:moveTo>
                  <a:cubicBezTo>
                    <a:pt x="891" y="1"/>
                    <a:pt x="888" y="3"/>
                    <a:pt x="886" y="10"/>
                  </a:cubicBezTo>
                  <a:cubicBezTo>
                    <a:pt x="750" y="457"/>
                    <a:pt x="618" y="908"/>
                    <a:pt x="502" y="1359"/>
                  </a:cubicBezTo>
                  <a:cubicBezTo>
                    <a:pt x="386" y="1813"/>
                    <a:pt x="269" y="2264"/>
                    <a:pt x="160" y="2715"/>
                  </a:cubicBezTo>
                  <a:cubicBezTo>
                    <a:pt x="100" y="2973"/>
                    <a:pt x="44" y="3232"/>
                    <a:pt x="1" y="3494"/>
                  </a:cubicBezTo>
                  <a:cubicBezTo>
                    <a:pt x="1" y="3494"/>
                    <a:pt x="4" y="3498"/>
                    <a:pt x="6" y="3498"/>
                  </a:cubicBezTo>
                  <a:cubicBezTo>
                    <a:pt x="7" y="3498"/>
                    <a:pt x="8" y="3497"/>
                    <a:pt x="8" y="3494"/>
                  </a:cubicBezTo>
                  <a:cubicBezTo>
                    <a:pt x="167" y="3049"/>
                    <a:pt x="283" y="2599"/>
                    <a:pt x="399" y="2144"/>
                  </a:cubicBezTo>
                  <a:cubicBezTo>
                    <a:pt x="518" y="1690"/>
                    <a:pt x="637" y="1243"/>
                    <a:pt x="734" y="789"/>
                  </a:cubicBezTo>
                  <a:cubicBezTo>
                    <a:pt x="793" y="527"/>
                    <a:pt x="850" y="271"/>
                    <a:pt x="903" y="10"/>
                  </a:cubicBezTo>
                  <a:cubicBezTo>
                    <a:pt x="903" y="4"/>
                    <a:pt x="899" y="1"/>
                    <a:pt x="8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9" name="Google Shape;3179;p49"/>
            <p:cNvSpPr/>
            <p:nvPr/>
          </p:nvSpPr>
          <p:spPr>
            <a:xfrm>
              <a:off x="4025317" y="3595338"/>
              <a:ext cx="530625" cy="306506"/>
            </a:xfrm>
            <a:custGeom>
              <a:avLst/>
              <a:gdLst/>
              <a:ahLst/>
              <a:cxnLst/>
              <a:rect l="l" t="t" r="r" b="b"/>
              <a:pathLst>
                <a:path w="4122" h="2381" extrusionOk="0">
                  <a:moveTo>
                    <a:pt x="3054" y="0"/>
                  </a:moveTo>
                  <a:lnTo>
                    <a:pt x="3054" y="10"/>
                  </a:lnTo>
                  <a:cubicBezTo>
                    <a:pt x="3067" y="179"/>
                    <a:pt x="3054" y="348"/>
                    <a:pt x="3021" y="514"/>
                  </a:cubicBezTo>
                  <a:cubicBezTo>
                    <a:pt x="2948" y="846"/>
                    <a:pt x="2786" y="1154"/>
                    <a:pt x="2554" y="1406"/>
                  </a:cubicBezTo>
                  <a:cubicBezTo>
                    <a:pt x="2523" y="1440"/>
                    <a:pt x="2489" y="1471"/>
                    <a:pt x="2449" y="1502"/>
                  </a:cubicBezTo>
                  <a:lnTo>
                    <a:pt x="2491" y="1502"/>
                  </a:lnTo>
                  <a:cubicBezTo>
                    <a:pt x="2491" y="1502"/>
                    <a:pt x="2491" y="1502"/>
                    <a:pt x="2491" y="1502"/>
                  </a:cubicBezTo>
                  <a:lnTo>
                    <a:pt x="2491" y="1502"/>
                  </a:lnTo>
                  <a:cubicBezTo>
                    <a:pt x="2489" y="1504"/>
                    <a:pt x="2486" y="1506"/>
                    <a:pt x="2484" y="1509"/>
                  </a:cubicBezTo>
                  <a:cubicBezTo>
                    <a:pt x="2474" y="1519"/>
                    <a:pt x="2461" y="1525"/>
                    <a:pt x="2454" y="1528"/>
                  </a:cubicBezTo>
                  <a:cubicBezTo>
                    <a:pt x="2450" y="1532"/>
                    <a:pt x="2446" y="1535"/>
                    <a:pt x="2442" y="1538"/>
                  </a:cubicBezTo>
                  <a:lnTo>
                    <a:pt x="2448" y="1538"/>
                  </a:lnTo>
                  <a:cubicBezTo>
                    <a:pt x="2466" y="1539"/>
                    <a:pt x="2485" y="1539"/>
                    <a:pt x="2504" y="1539"/>
                  </a:cubicBezTo>
                  <a:cubicBezTo>
                    <a:pt x="2633" y="1539"/>
                    <a:pt x="2758" y="1529"/>
                    <a:pt x="2885" y="1512"/>
                  </a:cubicBezTo>
                  <a:cubicBezTo>
                    <a:pt x="3061" y="1492"/>
                    <a:pt x="3227" y="1442"/>
                    <a:pt x="3382" y="1366"/>
                  </a:cubicBezTo>
                  <a:cubicBezTo>
                    <a:pt x="3538" y="1290"/>
                    <a:pt x="3677" y="1177"/>
                    <a:pt x="3783" y="1041"/>
                  </a:cubicBezTo>
                  <a:cubicBezTo>
                    <a:pt x="3893" y="905"/>
                    <a:pt x="3976" y="749"/>
                    <a:pt x="4032" y="584"/>
                  </a:cubicBezTo>
                  <a:cubicBezTo>
                    <a:pt x="4062" y="501"/>
                    <a:pt x="4082" y="418"/>
                    <a:pt x="4095" y="332"/>
                  </a:cubicBezTo>
                  <a:cubicBezTo>
                    <a:pt x="4108" y="246"/>
                    <a:pt x="4112" y="159"/>
                    <a:pt x="4112" y="70"/>
                  </a:cubicBezTo>
                  <a:cubicBezTo>
                    <a:pt x="4112" y="63"/>
                    <a:pt x="4115" y="50"/>
                    <a:pt x="4122" y="50"/>
                  </a:cubicBezTo>
                  <a:lnTo>
                    <a:pt x="4082" y="50"/>
                  </a:lnTo>
                  <a:lnTo>
                    <a:pt x="4082" y="83"/>
                  </a:lnTo>
                  <a:cubicBezTo>
                    <a:pt x="4088" y="252"/>
                    <a:pt x="4062" y="418"/>
                    <a:pt x="4009" y="580"/>
                  </a:cubicBezTo>
                  <a:cubicBezTo>
                    <a:pt x="3953" y="739"/>
                    <a:pt x="3870" y="885"/>
                    <a:pt x="3767" y="1021"/>
                  </a:cubicBezTo>
                  <a:cubicBezTo>
                    <a:pt x="3664" y="1154"/>
                    <a:pt x="3528" y="1260"/>
                    <a:pt x="3372" y="1336"/>
                  </a:cubicBezTo>
                  <a:cubicBezTo>
                    <a:pt x="3220" y="1409"/>
                    <a:pt x="3061" y="1456"/>
                    <a:pt x="2895" y="1475"/>
                  </a:cubicBezTo>
                  <a:cubicBezTo>
                    <a:pt x="2763" y="1492"/>
                    <a:pt x="2624" y="1502"/>
                    <a:pt x="2491" y="1502"/>
                  </a:cubicBezTo>
                  <a:lnTo>
                    <a:pt x="2491" y="1502"/>
                  </a:lnTo>
                  <a:cubicBezTo>
                    <a:pt x="2522" y="1474"/>
                    <a:pt x="2552" y="1446"/>
                    <a:pt x="2580" y="1416"/>
                  </a:cubicBezTo>
                  <a:cubicBezTo>
                    <a:pt x="2699" y="1293"/>
                    <a:pt x="2799" y="1151"/>
                    <a:pt x="2875" y="998"/>
                  </a:cubicBezTo>
                  <a:cubicBezTo>
                    <a:pt x="2958" y="846"/>
                    <a:pt x="3018" y="683"/>
                    <a:pt x="3054" y="514"/>
                  </a:cubicBezTo>
                  <a:cubicBezTo>
                    <a:pt x="3081" y="348"/>
                    <a:pt x="3094" y="176"/>
                    <a:pt x="3081" y="4"/>
                  </a:cubicBezTo>
                  <a:lnTo>
                    <a:pt x="3081" y="0"/>
                  </a:lnTo>
                  <a:close/>
                  <a:moveTo>
                    <a:pt x="846" y="1402"/>
                  </a:moveTo>
                  <a:cubicBezTo>
                    <a:pt x="677" y="1402"/>
                    <a:pt x="508" y="1426"/>
                    <a:pt x="342" y="1472"/>
                  </a:cubicBezTo>
                  <a:cubicBezTo>
                    <a:pt x="216" y="1505"/>
                    <a:pt x="100" y="1568"/>
                    <a:pt x="1" y="1644"/>
                  </a:cubicBezTo>
                  <a:lnTo>
                    <a:pt x="11" y="1658"/>
                  </a:lnTo>
                  <a:cubicBezTo>
                    <a:pt x="110" y="1578"/>
                    <a:pt x="220" y="1519"/>
                    <a:pt x="346" y="1485"/>
                  </a:cubicBezTo>
                  <a:cubicBezTo>
                    <a:pt x="508" y="1439"/>
                    <a:pt x="677" y="1419"/>
                    <a:pt x="846" y="1419"/>
                  </a:cubicBezTo>
                  <a:cubicBezTo>
                    <a:pt x="1188" y="1422"/>
                    <a:pt x="1526" y="1442"/>
                    <a:pt x="1867" y="1485"/>
                  </a:cubicBezTo>
                  <a:cubicBezTo>
                    <a:pt x="2036" y="1502"/>
                    <a:pt x="2375" y="1538"/>
                    <a:pt x="2375" y="1538"/>
                  </a:cubicBezTo>
                  <a:lnTo>
                    <a:pt x="2406" y="1538"/>
                  </a:lnTo>
                  <a:cubicBezTo>
                    <a:pt x="2410" y="1535"/>
                    <a:pt x="2414" y="1532"/>
                    <a:pt x="2418" y="1528"/>
                  </a:cubicBezTo>
                  <a:cubicBezTo>
                    <a:pt x="2424" y="1525"/>
                    <a:pt x="2434" y="1519"/>
                    <a:pt x="2441" y="1509"/>
                  </a:cubicBezTo>
                  <a:cubicBezTo>
                    <a:pt x="2444" y="1506"/>
                    <a:pt x="2447" y="1504"/>
                    <a:pt x="2449" y="1502"/>
                  </a:cubicBezTo>
                  <a:lnTo>
                    <a:pt x="2381" y="1502"/>
                  </a:lnTo>
                  <a:cubicBezTo>
                    <a:pt x="2381" y="1502"/>
                    <a:pt x="2040" y="1479"/>
                    <a:pt x="1871" y="1469"/>
                  </a:cubicBezTo>
                  <a:cubicBezTo>
                    <a:pt x="1529" y="1426"/>
                    <a:pt x="1188" y="1406"/>
                    <a:pt x="846" y="1402"/>
                  </a:cubicBezTo>
                  <a:close/>
                  <a:moveTo>
                    <a:pt x="2406" y="1538"/>
                  </a:moveTo>
                  <a:cubicBezTo>
                    <a:pt x="2326" y="1607"/>
                    <a:pt x="2238" y="1660"/>
                    <a:pt x="2149" y="1707"/>
                  </a:cubicBezTo>
                  <a:cubicBezTo>
                    <a:pt x="1993" y="1787"/>
                    <a:pt x="1838" y="1850"/>
                    <a:pt x="1672" y="1893"/>
                  </a:cubicBezTo>
                  <a:cubicBezTo>
                    <a:pt x="1340" y="1969"/>
                    <a:pt x="1012" y="2072"/>
                    <a:pt x="694" y="2198"/>
                  </a:cubicBezTo>
                  <a:cubicBezTo>
                    <a:pt x="591" y="2241"/>
                    <a:pt x="492" y="2301"/>
                    <a:pt x="399" y="2367"/>
                  </a:cubicBezTo>
                  <a:cubicBezTo>
                    <a:pt x="402" y="2371"/>
                    <a:pt x="402" y="2374"/>
                    <a:pt x="409" y="2380"/>
                  </a:cubicBezTo>
                  <a:cubicBezTo>
                    <a:pt x="498" y="2314"/>
                    <a:pt x="598" y="2258"/>
                    <a:pt x="700" y="2208"/>
                  </a:cubicBezTo>
                  <a:cubicBezTo>
                    <a:pt x="1022" y="2085"/>
                    <a:pt x="1344" y="1986"/>
                    <a:pt x="1678" y="1910"/>
                  </a:cubicBezTo>
                  <a:cubicBezTo>
                    <a:pt x="1844" y="1863"/>
                    <a:pt x="2007" y="1804"/>
                    <a:pt x="2166" y="1724"/>
                  </a:cubicBezTo>
                  <a:cubicBezTo>
                    <a:pt x="2264" y="1673"/>
                    <a:pt x="2356" y="1610"/>
                    <a:pt x="2442" y="15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0" name="Google Shape;3180;p49"/>
            <p:cNvSpPr/>
            <p:nvPr/>
          </p:nvSpPr>
          <p:spPr>
            <a:xfrm>
              <a:off x="3775712" y="3075788"/>
              <a:ext cx="841251" cy="1022760"/>
            </a:xfrm>
            <a:custGeom>
              <a:avLst/>
              <a:gdLst/>
              <a:ahLst/>
              <a:cxnLst/>
              <a:rect l="l" t="t" r="r" b="b"/>
              <a:pathLst>
                <a:path w="6535" h="7945" extrusionOk="0">
                  <a:moveTo>
                    <a:pt x="472" y="0"/>
                  </a:moveTo>
                  <a:cubicBezTo>
                    <a:pt x="153" y="0"/>
                    <a:pt x="0" y="388"/>
                    <a:pt x="233" y="1268"/>
                  </a:cubicBezTo>
                  <a:cubicBezTo>
                    <a:pt x="647" y="2830"/>
                    <a:pt x="1927" y="6035"/>
                    <a:pt x="2553" y="6625"/>
                  </a:cubicBezTo>
                  <a:cubicBezTo>
                    <a:pt x="3180" y="7219"/>
                    <a:pt x="6442" y="7945"/>
                    <a:pt x="6442" y="7945"/>
                  </a:cubicBezTo>
                  <a:lnTo>
                    <a:pt x="6535" y="7563"/>
                  </a:lnTo>
                  <a:cubicBezTo>
                    <a:pt x="4970" y="5445"/>
                    <a:pt x="2242" y="1948"/>
                    <a:pt x="796" y="101"/>
                  </a:cubicBezTo>
                  <a:cubicBezTo>
                    <a:pt x="677" y="35"/>
                    <a:pt x="567" y="0"/>
                    <a:pt x="472" y="0"/>
                  </a:cubicBezTo>
                  <a:close/>
                </a:path>
              </a:pathLst>
            </a:custGeom>
            <a:solidFill>
              <a:srgbClr val="423542">
                <a:alpha val="3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1" name="Google Shape;3181;p49"/>
            <p:cNvSpPr/>
            <p:nvPr/>
          </p:nvSpPr>
          <p:spPr>
            <a:xfrm>
              <a:off x="3255519" y="3046181"/>
              <a:ext cx="946294" cy="1138617"/>
            </a:xfrm>
            <a:custGeom>
              <a:avLst/>
              <a:gdLst/>
              <a:ahLst/>
              <a:cxnLst/>
              <a:rect l="l" t="t" r="r" b="b"/>
              <a:pathLst>
                <a:path w="7351" h="8845" extrusionOk="0">
                  <a:moveTo>
                    <a:pt x="3797" y="0"/>
                  </a:moveTo>
                  <a:cubicBezTo>
                    <a:pt x="3608" y="0"/>
                    <a:pt x="3422" y="45"/>
                    <a:pt x="3239" y="132"/>
                  </a:cubicBezTo>
                  <a:cubicBezTo>
                    <a:pt x="1158" y="1104"/>
                    <a:pt x="1" y="8841"/>
                    <a:pt x="1" y="8841"/>
                  </a:cubicBezTo>
                  <a:cubicBezTo>
                    <a:pt x="7" y="8844"/>
                    <a:pt x="19" y="8845"/>
                    <a:pt x="35" y="8845"/>
                  </a:cubicBezTo>
                  <a:cubicBezTo>
                    <a:pt x="622" y="8845"/>
                    <a:pt x="7350" y="7263"/>
                    <a:pt x="7350" y="7263"/>
                  </a:cubicBezTo>
                  <a:lnTo>
                    <a:pt x="6644" y="4790"/>
                  </a:lnTo>
                  <a:cubicBezTo>
                    <a:pt x="6644" y="4790"/>
                    <a:pt x="7092" y="4028"/>
                    <a:pt x="6939" y="3265"/>
                  </a:cubicBezTo>
                  <a:cubicBezTo>
                    <a:pt x="6737" y="2247"/>
                    <a:pt x="4963" y="500"/>
                    <a:pt x="4821" y="398"/>
                  </a:cubicBezTo>
                  <a:cubicBezTo>
                    <a:pt x="4462" y="131"/>
                    <a:pt x="4124" y="0"/>
                    <a:pt x="37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2" name="Google Shape;3182;p49"/>
            <p:cNvSpPr/>
            <p:nvPr/>
          </p:nvSpPr>
          <p:spPr>
            <a:xfrm>
              <a:off x="3390813" y="3309431"/>
              <a:ext cx="739683" cy="392112"/>
            </a:xfrm>
            <a:custGeom>
              <a:avLst/>
              <a:gdLst/>
              <a:ahLst/>
              <a:cxnLst/>
              <a:rect l="l" t="t" r="r" b="b"/>
              <a:pathLst>
                <a:path w="5746" h="3046" extrusionOk="0">
                  <a:moveTo>
                    <a:pt x="5351" y="375"/>
                  </a:moveTo>
                  <a:lnTo>
                    <a:pt x="5351" y="375"/>
                  </a:lnTo>
                  <a:cubicBezTo>
                    <a:pt x="5423" y="434"/>
                    <a:pt x="5494" y="496"/>
                    <a:pt x="5560" y="560"/>
                  </a:cubicBezTo>
                  <a:lnTo>
                    <a:pt x="5580" y="580"/>
                  </a:lnTo>
                  <a:lnTo>
                    <a:pt x="5592" y="591"/>
                  </a:lnTo>
                  <a:lnTo>
                    <a:pt x="5592" y="591"/>
                  </a:lnTo>
                  <a:lnTo>
                    <a:pt x="5573" y="570"/>
                  </a:lnTo>
                  <a:lnTo>
                    <a:pt x="5553" y="550"/>
                  </a:lnTo>
                  <a:cubicBezTo>
                    <a:pt x="5489" y="491"/>
                    <a:pt x="5422" y="431"/>
                    <a:pt x="5351" y="375"/>
                  </a:cubicBezTo>
                  <a:close/>
                  <a:moveTo>
                    <a:pt x="5592" y="591"/>
                  </a:moveTo>
                  <a:lnTo>
                    <a:pt x="5598" y="597"/>
                  </a:lnTo>
                  <a:lnTo>
                    <a:pt x="5599" y="596"/>
                  </a:lnTo>
                  <a:lnTo>
                    <a:pt x="5599" y="596"/>
                  </a:lnTo>
                  <a:lnTo>
                    <a:pt x="5592" y="591"/>
                  </a:lnTo>
                  <a:close/>
                  <a:moveTo>
                    <a:pt x="5598" y="597"/>
                  </a:moveTo>
                  <a:lnTo>
                    <a:pt x="5593" y="600"/>
                  </a:lnTo>
                  <a:lnTo>
                    <a:pt x="5601" y="600"/>
                  </a:lnTo>
                  <a:lnTo>
                    <a:pt x="5598" y="597"/>
                  </a:lnTo>
                  <a:close/>
                  <a:moveTo>
                    <a:pt x="5623" y="577"/>
                  </a:moveTo>
                  <a:lnTo>
                    <a:pt x="5599" y="596"/>
                  </a:lnTo>
                  <a:lnTo>
                    <a:pt x="5599" y="596"/>
                  </a:lnTo>
                  <a:lnTo>
                    <a:pt x="5604" y="600"/>
                  </a:lnTo>
                  <a:lnTo>
                    <a:pt x="5636" y="600"/>
                  </a:lnTo>
                  <a:lnTo>
                    <a:pt x="5623" y="577"/>
                  </a:lnTo>
                  <a:close/>
                  <a:moveTo>
                    <a:pt x="5466" y="595"/>
                  </a:moveTo>
                  <a:cubicBezTo>
                    <a:pt x="5445" y="595"/>
                    <a:pt x="5425" y="595"/>
                    <a:pt x="5404" y="597"/>
                  </a:cubicBezTo>
                  <a:cubicBezTo>
                    <a:pt x="5298" y="605"/>
                    <a:pt x="5195" y="621"/>
                    <a:pt x="5094" y="645"/>
                  </a:cubicBezTo>
                  <a:lnTo>
                    <a:pt x="5094" y="645"/>
                  </a:lnTo>
                  <a:cubicBezTo>
                    <a:pt x="5195" y="624"/>
                    <a:pt x="5297" y="613"/>
                    <a:pt x="5400" y="613"/>
                  </a:cubicBezTo>
                  <a:cubicBezTo>
                    <a:pt x="5404" y="613"/>
                    <a:pt x="5409" y="613"/>
                    <a:pt x="5414" y="613"/>
                  </a:cubicBezTo>
                  <a:lnTo>
                    <a:pt x="5576" y="613"/>
                  </a:lnTo>
                  <a:lnTo>
                    <a:pt x="5593" y="600"/>
                  </a:lnTo>
                  <a:lnTo>
                    <a:pt x="5553" y="600"/>
                  </a:lnTo>
                  <a:cubicBezTo>
                    <a:pt x="5524" y="596"/>
                    <a:pt x="5495" y="595"/>
                    <a:pt x="5466" y="595"/>
                  </a:cubicBezTo>
                  <a:close/>
                  <a:moveTo>
                    <a:pt x="5601" y="600"/>
                  </a:moveTo>
                  <a:lnTo>
                    <a:pt x="5626" y="627"/>
                  </a:lnTo>
                  <a:cubicBezTo>
                    <a:pt x="5669" y="663"/>
                    <a:pt x="5706" y="703"/>
                    <a:pt x="5745" y="746"/>
                  </a:cubicBezTo>
                  <a:cubicBezTo>
                    <a:pt x="5739" y="726"/>
                    <a:pt x="5726" y="703"/>
                    <a:pt x="5719" y="683"/>
                  </a:cubicBezTo>
                  <a:lnTo>
                    <a:pt x="5689" y="683"/>
                  </a:lnTo>
                  <a:lnTo>
                    <a:pt x="5620" y="613"/>
                  </a:lnTo>
                  <a:lnTo>
                    <a:pt x="5604" y="600"/>
                  </a:lnTo>
                  <a:close/>
                  <a:moveTo>
                    <a:pt x="176" y="1528"/>
                  </a:moveTo>
                  <a:cubicBezTo>
                    <a:pt x="176" y="1538"/>
                    <a:pt x="176" y="1542"/>
                    <a:pt x="173" y="1552"/>
                  </a:cubicBezTo>
                  <a:cubicBezTo>
                    <a:pt x="329" y="1717"/>
                    <a:pt x="481" y="1890"/>
                    <a:pt x="634" y="2059"/>
                  </a:cubicBezTo>
                  <a:cubicBezTo>
                    <a:pt x="743" y="2191"/>
                    <a:pt x="866" y="2314"/>
                    <a:pt x="985" y="2433"/>
                  </a:cubicBezTo>
                  <a:lnTo>
                    <a:pt x="990" y="2438"/>
                  </a:lnTo>
                  <a:lnTo>
                    <a:pt x="990" y="2438"/>
                  </a:lnTo>
                  <a:cubicBezTo>
                    <a:pt x="893" y="2430"/>
                    <a:pt x="794" y="2414"/>
                    <a:pt x="700" y="2387"/>
                  </a:cubicBezTo>
                  <a:cubicBezTo>
                    <a:pt x="537" y="2341"/>
                    <a:pt x="375" y="2274"/>
                    <a:pt x="226" y="2201"/>
                  </a:cubicBezTo>
                  <a:cubicBezTo>
                    <a:pt x="153" y="2165"/>
                    <a:pt x="73" y="2122"/>
                    <a:pt x="0" y="2082"/>
                  </a:cubicBezTo>
                  <a:lnTo>
                    <a:pt x="0" y="2095"/>
                  </a:lnTo>
                  <a:cubicBezTo>
                    <a:pt x="73" y="2138"/>
                    <a:pt x="150" y="2178"/>
                    <a:pt x="223" y="2218"/>
                  </a:cubicBezTo>
                  <a:cubicBezTo>
                    <a:pt x="375" y="2294"/>
                    <a:pt x="534" y="2360"/>
                    <a:pt x="700" y="2407"/>
                  </a:cubicBezTo>
                  <a:cubicBezTo>
                    <a:pt x="801" y="2434"/>
                    <a:pt x="906" y="2453"/>
                    <a:pt x="1013" y="2458"/>
                  </a:cubicBezTo>
                  <a:lnTo>
                    <a:pt x="1013" y="2458"/>
                  </a:lnTo>
                  <a:lnTo>
                    <a:pt x="990" y="2438"/>
                  </a:lnTo>
                  <a:lnTo>
                    <a:pt x="990" y="2438"/>
                  </a:lnTo>
                  <a:cubicBezTo>
                    <a:pt x="1000" y="2439"/>
                    <a:pt x="1009" y="2439"/>
                    <a:pt x="1018" y="2440"/>
                  </a:cubicBezTo>
                  <a:lnTo>
                    <a:pt x="1020" y="2440"/>
                  </a:lnTo>
                  <a:lnTo>
                    <a:pt x="998" y="2420"/>
                  </a:lnTo>
                  <a:cubicBezTo>
                    <a:pt x="872" y="2301"/>
                    <a:pt x="756" y="2175"/>
                    <a:pt x="647" y="2049"/>
                  </a:cubicBezTo>
                  <a:cubicBezTo>
                    <a:pt x="491" y="1873"/>
                    <a:pt x="339" y="1701"/>
                    <a:pt x="176" y="1528"/>
                  </a:cubicBezTo>
                  <a:close/>
                  <a:moveTo>
                    <a:pt x="4445" y="1"/>
                  </a:moveTo>
                  <a:cubicBezTo>
                    <a:pt x="4383" y="1"/>
                    <a:pt x="4322" y="6"/>
                    <a:pt x="4260" y="17"/>
                  </a:cubicBezTo>
                  <a:cubicBezTo>
                    <a:pt x="4088" y="43"/>
                    <a:pt x="3929" y="96"/>
                    <a:pt x="3773" y="176"/>
                  </a:cubicBezTo>
                  <a:cubicBezTo>
                    <a:pt x="3700" y="216"/>
                    <a:pt x="3624" y="262"/>
                    <a:pt x="3558" y="315"/>
                  </a:cubicBezTo>
                  <a:cubicBezTo>
                    <a:pt x="3491" y="368"/>
                    <a:pt x="3432" y="428"/>
                    <a:pt x="3372" y="494"/>
                  </a:cubicBezTo>
                  <a:cubicBezTo>
                    <a:pt x="3259" y="620"/>
                    <a:pt x="3156" y="763"/>
                    <a:pt x="3070" y="908"/>
                  </a:cubicBezTo>
                  <a:cubicBezTo>
                    <a:pt x="2977" y="1051"/>
                    <a:pt x="2895" y="1200"/>
                    <a:pt x="2808" y="1346"/>
                  </a:cubicBezTo>
                  <a:cubicBezTo>
                    <a:pt x="2722" y="1492"/>
                    <a:pt x="2626" y="1631"/>
                    <a:pt x="2520" y="1764"/>
                  </a:cubicBezTo>
                  <a:cubicBezTo>
                    <a:pt x="2411" y="1900"/>
                    <a:pt x="2288" y="2012"/>
                    <a:pt x="2149" y="2112"/>
                  </a:cubicBezTo>
                  <a:cubicBezTo>
                    <a:pt x="2009" y="2208"/>
                    <a:pt x="1860" y="2288"/>
                    <a:pt x="1698" y="2341"/>
                  </a:cubicBezTo>
                  <a:cubicBezTo>
                    <a:pt x="1535" y="2400"/>
                    <a:pt x="1370" y="2433"/>
                    <a:pt x="1201" y="2440"/>
                  </a:cubicBezTo>
                  <a:cubicBezTo>
                    <a:pt x="1176" y="2442"/>
                    <a:pt x="1151" y="2442"/>
                    <a:pt x="1126" y="2442"/>
                  </a:cubicBezTo>
                  <a:cubicBezTo>
                    <a:pt x="1101" y="2442"/>
                    <a:pt x="1076" y="2442"/>
                    <a:pt x="1051" y="2440"/>
                  </a:cubicBezTo>
                  <a:lnTo>
                    <a:pt x="1020" y="2440"/>
                  </a:lnTo>
                  <a:lnTo>
                    <a:pt x="1040" y="2460"/>
                  </a:lnTo>
                  <a:lnTo>
                    <a:pt x="1040" y="2460"/>
                  </a:lnTo>
                  <a:cubicBezTo>
                    <a:pt x="1031" y="2459"/>
                    <a:pt x="1022" y="2459"/>
                    <a:pt x="1013" y="2458"/>
                  </a:cubicBezTo>
                  <a:lnTo>
                    <a:pt x="1013" y="2458"/>
                  </a:lnTo>
                  <a:lnTo>
                    <a:pt x="1021" y="2467"/>
                  </a:lnTo>
                  <a:lnTo>
                    <a:pt x="1045" y="2486"/>
                  </a:lnTo>
                  <a:cubicBezTo>
                    <a:pt x="1147" y="2586"/>
                    <a:pt x="1257" y="2682"/>
                    <a:pt x="1376" y="2765"/>
                  </a:cubicBezTo>
                  <a:cubicBezTo>
                    <a:pt x="1512" y="2868"/>
                    <a:pt x="1665" y="2944"/>
                    <a:pt x="1830" y="2997"/>
                  </a:cubicBezTo>
                  <a:cubicBezTo>
                    <a:pt x="1937" y="3029"/>
                    <a:pt x="2049" y="3046"/>
                    <a:pt x="2161" y="3046"/>
                  </a:cubicBezTo>
                  <a:cubicBezTo>
                    <a:pt x="2223" y="3046"/>
                    <a:pt x="2284" y="3041"/>
                    <a:pt x="2344" y="3030"/>
                  </a:cubicBezTo>
                  <a:cubicBezTo>
                    <a:pt x="2513" y="3000"/>
                    <a:pt x="2679" y="2947"/>
                    <a:pt x="2828" y="2868"/>
                  </a:cubicBezTo>
                  <a:cubicBezTo>
                    <a:pt x="2904" y="2828"/>
                    <a:pt x="2977" y="2781"/>
                    <a:pt x="3044" y="2728"/>
                  </a:cubicBezTo>
                  <a:cubicBezTo>
                    <a:pt x="3110" y="2672"/>
                    <a:pt x="3173" y="2612"/>
                    <a:pt x="3229" y="2549"/>
                  </a:cubicBezTo>
                  <a:cubicBezTo>
                    <a:pt x="3342" y="2420"/>
                    <a:pt x="3448" y="2284"/>
                    <a:pt x="3534" y="2135"/>
                  </a:cubicBezTo>
                  <a:cubicBezTo>
                    <a:pt x="3624" y="1989"/>
                    <a:pt x="3707" y="1840"/>
                    <a:pt x="3796" y="1694"/>
                  </a:cubicBezTo>
                  <a:cubicBezTo>
                    <a:pt x="3882" y="1552"/>
                    <a:pt x="3979" y="1409"/>
                    <a:pt x="4085" y="1276"/>
                  </a:cubicBezTo>
                  <a:cubicBezTo>
                    <a:pt x="4187" y="1144"/>
                    <a:pt x="4317" y="1028"/>
                    <a:pt x="4453" y="928"/>
                  </a:cubicBezTo>
                  <a:cubicBezTo>
                    <a:pt x="4592" y="832"/>
                    <a:pt x="4744" y="756"/>
                    <a:pt x="4907" y="700"/>
                  </a:cubicBezTo>
                  <a:cubicBezTo>
                    <a:pt x="4968" y="678"/>
                    <a:pt x="5031" y="660"/>
                    <a:pt x="5094" y="645"/>
                  </a:cubicBezTo>
                  <a:lnTo>
                    <a:pt x="5094" y="645"/>
                  </a:lnTo>
                  <a:cubicBezTo>
                    <a:pt x="4865" y="691"/>
                    <a:pt x="4645" y="788"/>
                    <a:pt x="4449" y="922"/>
                  </a:cubicBezTo>
                  <a:cubicBezTo>
                    <a:pt x="4313" y="1021"/>
                    <a:pt x="4184" y="1140"/>
                    <a:pt x="4078" y="1273"/>
                  </a:cubicBezTo>
                  <a:cubicBezTo>
                    <a:pt x="3969" y="1406"/>
                    <a:pt x="3869" y="1542"/>
                    <a:pt x="3783" y="1691"/>
                  </a:cubicBezTo>
                  <a:cubicBezTo>
                    <a:pt x="3697" y="1837"/>
                    <a:pt x="3614" y="1986"/>
                    <a:pt x="3521" y="2132"/>
                  </a:cubicBezTo>
                  <a:cubicBezTo>
                    <a:pt x="3435" y="2274"/>
                    <a:pt x="3329" y="2413"/>
                    <a:pt x="3219" y="2539"/>
                  </a:cubicBezTo>
                  <a:cubicBezTo>
                    <a:pt x="3103" y="2665"/>
                    <a:pt x="2971" y="2768"/>
                    <a:pt x="2822" y="2851"/>
                  </a:cubicBezTo>
                  <a:cubicBezTo>
                    <a:pt x="2669" y="2931"/>
                    <a:pt x="2507" y="2984"/>
                    <a:pt x="2338" y="3010"/>
                  </a:cubicBezTo>
                  <a:cubicBezTo>
                    <a:pt x="2276" y="3019"/>
                    <a:pt x="2214" y="3023"/>
                    <a:pt x="2153" y="3023"/>
                  </a:cubicBezTo>
                  <a:cubicBezTo>
                    <a:pt x="2044" y="3023"/>
                    <a:pt x="1938" y="3009"/>
                    <a:pt x="1834" y="2977"/>
                  </a:cubicBezTo>
                  <a:cubicBezTo>
                    <a:pt x="1675" y="2927"/>
                    <a:pt x="1519" y="2848"/>
                    <a:pt x="1383" y="2748"/>
                  </a:cubicBezTo>
                  <a:cubicBezTo>
                    <a:pt x="1277" y="2669"/>
                    <a:pt x="1171" y="2583"/>
                    <a:pt x="1071" y="2490"/>
                  </a:cubicBezTo>
                  <a:lnTo>
                    <a:pt x="1051" y="2470"/>
                  </a:lnTo>
                  <a:lnTo>
                    <a:pt x="1040" y="2460"/>
                  </a:lnTo>
                  <a:lnTo>
                    <a:pt x="1040" y="2460"/>
                  </a:lnTo>
                  <a:cubicBezTo>
                    <a:pt x="1043" y="2460"/>
                    <a:pt x="1046" y="2460"/>
                    <a:pt x="1048" y="2460"/>
                  </a:cubicBezTo>
                  <a:lnTo>
                    <a:pt x="1210" y="2460"/>
                  </a:lnTo>
                  <a:cubicBezTo>
                    <a:pt x="1380" y="2450"/>
                    <a:pt x="1549" y="2417"/>
                    <a:pt x="1714" y="2357"/>
                  </a:cubicBezTo>
                  <a:cubicBezTo>
                    <a:pt x="1877" y="2304"/>
                    <a:pt x="2029" y="2225"/>
                    <a:pt x="2172" y="2125"/>
                  </a:cubicBezTo>
                  <a:cubicBezTo>
                    <a:pt x="2311" y="2026"/>
                    <a:pt x="2437" y="1906"/>
                    <a:pt x="2546" y="1774"/>
                  </a:cubicBezTo>
                  <a:cubicBezTo>
                    <a:pt x="2656" y="1641"/>
                    <a:pt x="2755" y="1499"/>
                    <a:pt x="2841" y="1349"/>
                  </a:cubicBezTo>
                  <a:cubicBezTo>
                    <a:pt x="2934" y="1207"/>
                    <a:pt x="3017" y="1058"/>
                    <a:pt x="3103" y="912"/>
                  </a:cubicBezTo>
                  <a:cubicBezTo>
                    <a:pt x="3190" y="766"/>
                    <a:pt x="3292" y="630"/>
                    <a:pt x="3405" y="501"/>
                  </a:cubicBezTo>
                  <a:cubicBezTo>
                    <a:pt x="3521" y="378"/>
                    <a:pt x="3654" y="269"/>
                    <a:pt x="3803" y="189"/>
                  </a:cubicBezTo>
                  <a:cubicBezTo>
                    <a:pt x="3952" y="113"/>
                    <a:pt x="4118" y="56"/>
                    <a:pt x="4287" y="33"/>
                  </a:cubicBezTo>
                  <a:cubicBezTo>
                    <a:pt x="4346" y="23"/>
                    <a:pt x="4406" y="17"/>
                    <a:pt x="4467" y="17"/>
                  </a:cubicBezTo>
                  <a:cubicBezTo>
                    <a:pt x="4576" y="17"/>
                    <a:pt x="4686" y="34"/>
                    <a:pt x="4791" y="66"/>
                  </a:cubicBezTo>
                  <a:cubicBezTo>
                    <a:pt x="4950" y="116"/>
                    <a:pt x="5106" y="196"/>
                    <a:pt x="5242" y="295"/>
                  </a:cubicBezTo>
                  <a:cubicBezTo>
                    <a:pt x="5279" y="320"/>
                    <a:pt x="5315" y="347"/>
                    <a:pt x="5351" y="375"/>
                  </a:cubicBezTo>
                  <a:lnTo>
                    <a:pt x="5351" y="375"/>
                  </a:lnTo>
                  <a:cubicBezTo>
                    <a:pt x="5310" y="343"/>
                    <a:pt x="5270" y="311"/>
                    <a:pt x="5228" y="282"/>
                  </a:cubicBezTo>
                  <a:cubicBezTo>
                    <a:pt x="5089" y="179"/>
                    <a:pt x="4933" y="103"/>
                    <a:pt x="4774" y="50"/>
                  </a:cubicBezTo>
                  <a:cubicBezTo>
                    <a:pt x="4667" y="18"/>
                    <a:pt x="4557" y="1"/>
                    <a:pt x="44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3" name="Google Shape;3183;p49"/>
            <p:cNvSpPr/>
            <p:nvPr/>
          </p:nvSpPr>
          <p:spPr>
            <a:xfrm>
              <a:off x="3992620" y="3215717"/>
              <a:ext cx="170696" cy="458408"/>
            </a:xfrm>
            <a:custGeom>
              <a:avLst/>
              <a:gdLst/>
              <a:ahLst/>
              <a:cxnLst/>
              <a:rect l="l" t="t" r="r" b="b"/>
              <a:pathLst>
                <a:path w="1326" h="3561" extrusionOk="0">
                  <a:moveTo>
                    <a:pt x="14" y="0"/>
                  </a:moveTo>
                  <a:cubicBezTo>
                    <a:pt x="6" y="0"/>
                    <a:pt x="0" y="10"/>
                    <a:pt x="3" y="15"/>
                  </a:cubicBezTo>
                  <a:cubicBezTo>
                    <a:pt x="192" y="241"/>
                    <a:pt x="374" y="476"/>
                    <a:pt x="537" y="725"/>
                  </a:cubicBezTo>
                  <a:cubicBezTo>
                    <a:pt x="819" y="1129"/>
                    <a:pt x="1097" y="1557"/>
                    <a:pt x="1180" y="2054"/>
                  </a:cubicBezTo>
                  <a:cubicBezTo>
                    <a:pt x="1263" y="2551"/>
                    <a:pt x="1087" y="3049"/>
                    <a:pt x="931" y="3516"/>
                  </a:cubicBezTo>
                  <a:cubicBezTo>
                    <a:pt x="923" y="3542"/>
                    <a:pt x="942" y="3561"/>
                    <a:pt x="960" y="3561"/>
                  </a:cubicBezTo>
                  <a:cubicBezTo>
                    <a:pt x="970" y="3561"/>
                    <a:pt x="980" y="3555"/>
                    <a:pt x="984" y="3543"/>
                  </a:cubicBezTo>
                  <a:cubicBezTo>
                    <a:pt x="1100" y="3277"/>
                    <a:pt x="1196" y="2999"/>
                    <a:pt x="1263" y="2717"/>
                  </a:cubicBezTo>
                  <a:cubicBezTo>
                    <a:pt x="1319" y="2472"/>
                    <a:pt x="1326" y="2217"/>
                    <a:pt x="1279" y="1968"/>
                  </a:cubicBezTo>
                  <a:cubicBezTo>
                    <a:pt x="1230" y="1723"/>
                    <a:pt x="1130" y="1487"/>
                    <a:pt x="998" y="1275"/>
                  </a:cubicBezTo>
                  <a:cubicBezTo>
                    <a:pt x="888" y="1096"/>
                    <a:pt x="769" y="924"/>
                    <a:pt x="636" y="761"/>
                  </a:cubicBezTo>
                  <a:cubicBezTo>
                    <a:pt x="547" y="556"/>
                    <a:pt x="437" y="360"/>
                    <a:pt x="308" y="178"/>
                  </a:cubicBezTo>
                  <a:lnTo>
                    <a:pt x="308" y="178"/>
                  </a:lnTo>
                  <a:cubicBezTo>
                    <a:pt x="391" y="330"/>
                    <a:pt x="470" y="489"/>
                    <a:pt x="550" y="645"/>
                  </a:cubicBezTo>
                  <a:cubicBezTo>
                    <a:pt x="371" y="430"/>
                    <a:pt x="189" y="224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4" name="Google Shape;3184;p49"/>
            <p:cNvSpPr/>
            <p:nvPr/>
          </p:nvSpPr>
          <p:spPr>
            <a:xfrm>
              <a:off x="2921338" y="3062529"/>
              <a:ext cx="1150717" cy="989676"/>
            </a:xfrm>
            <a:custGeom>
              <a:avLst/>
              <a:gdLst/>
              <a:ahLst/>
              <a:cxnLst/>
              <a:rect l="l" t="t" r="r" b="b"/>
              <a:pathLst>
                <a:path w="8939" h="7688" extrusionOk="0">
                  <a:moveTo>
                    <a:pt x="5993" y="1"/>
                  </a:moveTo>
                  <a:cubicBezTo>
                    <a:pt x="5784" y="1"/>
                    <a:pt x="5433" y="237"/>
                    <a:pt x="5149" y="456"/>
                  </a:cubicBezTo>
                  <a:cubicBezTo>
                    <a:pt x="3734" y="1540"/>
                    <a:pt x="1" y="5956"/>
                    <a:pt x="780" y="7003"/>
                  </a:cubicBezTo>
                  <a:cubicBezTo>
                    <a:pt x="1155" y="7508"/>
                    <a:pt x="2591" y="7688"/>
                    <a:pt x="4154" y="7688"/>
                  </a:cubicBezTo>
                  <a:cubicBezTo>
                    <a:pt x="5836" y="7688"/>
                    <a:pt x="7665" y="7479"/>
                    <a:pt x="8474" y="7242"/>
                  </a:cubicBezTo>
                  <a:cubicBezTo>
                    <a:pt x="8938" y="7110"/>
                    <a:pt x="7748" y="4152"/>
                    <a:pt x="7251" y="4007"/>
                  </a:cubicBezTo>
                  <a:cubicBezTo>
                    <a:pt x="7215" y="3996"/>
                    <a:pt x="7164" y="3991"/>
                    <a:pt x="7101" y="3991"/>
                  </a:cubicBezTo>
                  <a:cubicBezTo>
                    <a:pt x="6519" y="3991"/>
                    <a:pt x="4911" y="4400"/>
                    <a:pt x="4551" y="4400"/>
                  </a:cubicBezTo>
                  <a:cubicBezTo>
                    <a:pt x="4508" y="4400"/>
                    <a:pt x="4483" y="4394"/>
                    <a:pt x="4480" y="4381"/>
                  </a:cubicBezTo>
                  <a:cubicBezTo>
                    <a:pt x="4436" y="4242"/>
                    <a:pt x="4944" y="3254"/>
                    <a:pt x="5772" y="1467"/>
                  </a:cubicBezTo>
                  <a:cubicBezTo>
                    <a:pt x="6292" y="343"/>
                    <a:pt x="6245" y="1"/>
                    <a:pt x="5993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5" name="Google Shape;3185;p49"/>
            <p:cNvSpPr/>
            <p:nvPr/>
          </p:nvSpPr>
          <p:spPr>
            <a:xfrm>
              <a:off x="4148769" y="3463391"/>
              <a:ext cx="410391" cy="230041"/>
            </a:xfrm>
            <a:custGeom>
              <a:avLst/>
              <a:gdLst/>
              <a:ahLst/>
              <a:cxnLst/>
              <a:rect l="l" t="t" r="r" b="b"/>
              <a:pathLst>
                <a:path w="3188" h="1787" extrusionOk="0">
                  <a:moveTo>
                    <a:pt x="2721" y="0"/>
                  </a:moveTo>
                  <a:cubicBezTo>
                    <a:pt x="2590" y="0"/>
                    <a:pt x="2429" y="41"/>
                    <a:pt x="2254" y="127"/>
                  </a:cubicBezTo>
                  <a:cubicBezTo>
                    <a:pt x="1755" y="376"/>
                    <a:pt x="1446" y="437"/>
                    <a:pt x="1093" y="437"/>
                  </a:cubicBezTo>
                  <a:cubicBezTo>
                    <a:pt x="803" y="437"/>
                    <a:pt x="482" y="396"/>
                    <a:pt x="0" y="382"/>
                  </a:cubicBezTo>
                  <a:lnTo>
                    <a:pt x="0" y="382"/>
                  </a:lnTo>
                  <a:lnTo>
                    <a:pt x="332" y="1781"/>
                  </a:lnTo>
                  <a:cubicBezTo>
                    <a:pt x="371" y="1785"/>
                    <a:pt x="416" y="1787"/>
                    <a:pt x="466" y="1787"/>
                  </a:cubicBezTo>
                  <a:cubicBezTo>
                    <a:pt x="1054" y="1787"/>
                    <a:pt x="2280" y="1503"/>
                    <a:pt x="2897" y="647"/>
                  </a:cubicBezTo>
                  <a:cubicBezTo>
                    <a:pt x="3187" y="244"/>
                    <a:pt x="3045" y="0"/>
                    <a:pt x="2721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6" name="Google Shape;3186;p49"/>
            <p:cNvSpPr/>
            <p:nvPr/>
          </p:nvSpPr>
          <p:spPr>
            <a:xfrm>
              <a:off x="3769276" y="3511665"/>
              <a:ext cx="860303" cy="502433"/>
            </a:xfrm>
            <a:custGeom>
              <a:avLst/>
              <a:gdLst/>
              <a:ahLst/>
              <a:cxnLst/>
              <a:rect l="l" t="t" r="r" b="b"/>
              <a:pathLst>
                <a:path w="6683" h="3903" extrusionOk="0">
                  <a:moveTo>
                    <a:pt x="2772" y="1"/>
                  </a:moveTo>
                  <a:cubicBezTo>
                    <a:pt x="2645" y="1"/>
                    <a:pt x="2530" y="6"/>
                    <a:pt x="2431" y="14"/>
                  </a:cubicBezTo>
                  <a:cubicBezTo>
                    <a:pt x="1287" y="97"/>
                    <a:pt x="1" y="554"/>
                    <a:pt x="1" y="554"/>
                  </a:cubicBezTo>
                  <a:lnTo>
                    <a:pt x="1639" y="3703"/>
                  </a:lnTo>
                  <a:cubicBezTo>
                    <a:pt x="1873" y="3766"/>
                    <a:pt x="2080" y="3788"/>
                    <a:pt x="2254" y="3788"/>
                  </a:cubicBezTo>
                  <a:cubicBezTo>
                    <a:pt x="2657" y="3788"/>
                    <a:pt x="2885" y="3670"/>
                    <a:pt x="2885" y="3670"/>
                  </a:cubicBezTo>
                  <a:cubicBezTo>
                    <a:pt x="2931" y="3753"/>
                    <a:pt x="2984" y="3829"/>
                    <a:pt x="3038" y="3902"/>
                  </a:cubicBezTo>
                  <a:cubicBezTo>
                    <a:pt x="3485" y="3700"/>
                    <a:pt x="3919" y="3468"/>
                    <a:pt x="4334" y="3203"/>
                  </a:cubicBezTo>
                  <a:cubicBezTo>
                    <a:pt x="4811" y="2898"/>
                    <a:pt x="4781" y="1754"/>
                    <a:pt x="4781" y="1754"/>
                  </a:cubicBezTo>
                  <a:lnTo>
                    <a:pt x="4781" y="1754"/>
                  </a:lnTo>
                  <a:cubicBezTo>
                    <a:pt x="5153" y="1927"/>
                    <a:pt x="5391" y="2348"/>
                    <a:pt x="5955" y="2752"/>
                  </a:cubicBezTo>
                  <a:cubicBezTo>
                    <a:pt x="6136" y="2880"/>
                    <a:pt x="6269" y="2933"/>
                    <a:pt x="6363" y="2933"/>
                  </a:cubicBezTo>
                  <a:cubicBezTo>
                    <a:pt x="6683" y="2933"/>
                    <a:pt x="6551" y="2323"/>
                    <a:pt x="6303" y="1970"/>
                  </a:cubicBezTo>
                  <a:cubicBezTo>
                    <a:pt x="5124" y="266"/>
                    <a:pt x="3651" y="1"/>
                    <a:pt x="2772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7" name="Google Shape;3187;p49"/>
            <p:cNvSpPr/>
            <p:nvPr/>
          </p:nvSpPr>
          <p:spPr>
            <a:xfrm>
              <a:off x="4068055" y="3521963"/>
              <a:ext cx="447723" cy="601040"/>
            </a:xfrm>
            <a:custGeom>
              <a:avLst/>
              <a:gdLst/>
              <a:ahLst/>
              <a:cxnLst/>
              <a:rect l="l" t="t" r="r" b="b"/>
              <a:pathLst>
                <a:path w="3478" h="4669" extrusionOk="0">
                  <a:moveTo>
                    <a:pt x="872" y="0"/>
                  </a:moveTo>
                  <a:cubicBezTo>
                    <a:pt x="872" y="0"/>
                    <a:pt x="0" y="3448"/>
                    <a:pt x="123" y="3504"/>
                  </a:cubicBezTo>
                  <a:cubicBezTo>
                    <a:pt x="628" y="3817"/>
                    <a:pt x="622" y="4668"/>
                    <a:pt x="1026" y="4668"/>
                  </a:cubicBezTo>
                  <a:cubicBezTo>
                    <a:pt x="1042" y="4668"/>
                    <a:pt x="1058" y="4667"/>
                    <a:pt x="1075" y="4664"/>
                  </a:cubicBezTo>
                  <a:cubicBezTo>
                    <a:pt x="1449" y="4608"/>
                    <a:pt x="1426" y="4180"/>
                    <a:pt x="1426" y="4180"/>
                  </a:cubicBezTo>
                  <a:lnTo>
                    <a:pt x="1426" y="4180"/>
                  </a:lnTo>
                  <a:cubicBezTo>
                    <a:pt x="1426" y="4180"/>
                    <a:pt x="1591" y="4510"/>
                    <a:pt x="1871" y="4510"/>
                  </a:cubicBezTo>
                  <a:cubicBezTo>
                    <a:pt x="1913" y="4510"/>
                    <a:pt x="1959" y="4503"/>
                    <a:pt x="2006" y="4485"/>
                  </a:cubicBezTo>
                  <a:cubicBezTo>
                    <a:pt x="2404" y="4343"/>
                    <a:pt x="2248" y="3663"/>
                    <a:pt x="2248" y="3663"/>
                  </a:cubicBezTo>
                  <a:lnTo>
                    <a:pt x="2248" y="3663"/>
                  </a:lnTo>
                  <a:cubicBezTo>
                    <a:pt x="2248" y="3663"/>
                    <a:pt x="2459" y="4026"/>
                    <a:pt x="2749" y="4026"/>
                  </a:cubicBezTo>
                  <a:cubicBezTo>
                    <a:pt x="2813" y="4026"/>
                    <a:pt x="2881" y="4008"/>
                    <a:pt x="2951" y="3965"/>
                  </a:cubicBezTo>
                  <a:cubicBezTo>
                    <a:pt x="3478" y="3637"/>
                    <a:pt x="2782" y="2142"/>
                    <a:pt x="2321" y="1429"/>
                  </a:cubicBezTo>
                  <a:cubicBezTo>
                    <a:pt x="1900" y="789"/>
                    <a:pt x="1204" y="249"/>
                    <a:pt x="872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8" name="Google Shape;3188;p49"/>
            <p:cNvSpPr/>
            <p:nvPr/>
          </p:nvSpPr>
          <p:spPr>
            <a:xfrm>
              <a:off x="4257544" y="3752774"/>
              <a:ext cx="100023" cy="242012"/>
            </a:xfrm>
            <a:custGeom>
              <a:avLst/>
              <a:gdLst/>
              <a:ahLst/>
              <a:cxnLst/>
              <a:rect l="l" t="t" r="r" b="b"/>
              <a:pathLst>
                <a:path w="777" h="1880" extrusionOk="0">
                  <a:moveTo>
                    <a:pt x="7" y="0"/>
                  </a:moveTo>
                  <a:lnTo>
                    <a:pt x="0" y="7"/>
                  </a:lnTo>
                  <a:cubicBezTo>
                    <a:pt x="325" y="597"/>
                    <a:pt x="584" y="1220"/>
                    <a:pt x="760" y="1874"/>
                  </a:cubicBezTo>
                  <a:cubicBezTo>
                    <a:pt x="761" y="1878"/>
                    <a:pt x="763" y="1880"/>
                    <a:pt x="765" y="1880"/>
                  </a:cubicBezTo>
                  <a:cubicBezTo>
                    <a:pt x="770" y="1880"/>
                    <a:pt x="776" y="1871"/>
                    <a:pt x="776" y="1860"/>
                  </a:cubicBezTo>
                  <a:cubicBezTo>
                    <a:pt x="713" y="1177"/>
                    <a:pt x="448" y="531"/>
                    <a:pt x="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9" name="Google Shape;3189;p49"/>
            <p:cNvSpPr/>
            <p:nvPr/>
          </p:nvSpPr>
          <p:spPr>
            <a:xfrm>
              <a:off x="4166662" y="3814950"/>
              <a:ext cx="84962" cy="247934"/>
            </a:xfrm>
            <a:custGeom>
              <a:avLst/>
              <a:gdLst/>
              <a:ahLst/>
              <a:cxnLst/>
              <a:rect l="l" t="t" r="r" b="b"/>
              <a:pathLst>
                <a:path w="660" h="1926" extrusionOk="0">
                  <a:moveTo>
                    <a:pt x="0" y="8"/>
                  </a:moveTo>
                  <a:lnTo>
                    <a:pt x="0" y="8"/>
                  </a:lnTo>
                  <a:cubicBezTo>
                    <a:pt x="0" y="8"/>
                    <a:pt x="0" y="9"/>
                    <a:pt x="1" y="9"/>
                  </a:cubicBezTo>
                  <a:lnTo>
                    <a:pt x="1" y="9"/>
                  </a:lnTo>
                  <a:cubicBezTo>
                    <a:pt x="0" y="8"/>
                    <a:pt x="0" y="8"/>
                    <a:pt x="0" y="8"/>
                  </a:cubicBezTo>
                  <a:close/>
                  <a:moveTo>
                    <a:pt x="10" y="1"/>
                  </a:moveTo>
                  <a:cubicBezTo>
                    <a:pt x="8" y="1"/>
                    <a:pt x="2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lnTo>
                    <a:pt x="1" y="9"/>
                  </a:lnTo>
                  <a:cubicBezTo>
                    <a:pt x="285" y="625"/>
                    <a:pt x="501" y="1261"/>
                    <a:pt x="643" y="1921"/>
                  </a:cubicBezTo>
                  <a:cubicBezTo>
                    <a:pt x="644" y="1924"/>
                    <a:pt x="647" y="1926"/>
                    <a:pt x="649" y="1926"/>
                  </a:cubicBezTo>
                  <a:cubicBezTo>
                    <a:pt x="654" y="1926"/>
                    <a:pt x="660" y="1919"/>
                    <a:pt x="660" y="1908"/>
                  </a:cubicBezTo>
                  <a:cubicBezTo>
                    <a:pt x="653" y="1129"/>
                    <a:pt x="222" y="277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0" name="Google Shape;3190;p49"/>
            <p:cNvSpPr/>
            <p:nvPr/>
          </p:nvSpPr>
          <p:spPr>
            <a:xfrm>
              <a:off x="4383313" y="3736039"/>
              <a:ext cx="237121" cy="157051"/>
            </a:xfrm>
            <a:custGeom>
              <a:avLst/>
              <a:gdLst/>
              <a:ahLst/>
              <a:cxnLst/>
              <a:rect l="l" t="t" r="r" b="b"/>
              <a:pathLst>
                <a:path w="1842" h="1220" extrusionOk="0">
                  <a:moveTo>
                    <a:pt x="14" y="1"/>
                  </a:moveTo>
                  <a:cubicBezTo>
                    <a:pt x="4" y="1"/>
                    <a:pt x="0" y="12"/>
                    <a:pt x="21" y="21"/>
                  </a:cubicBezTo>
                  <a:cubicBezTo>
                    <a:pt x="174" y="134"/>
                    <a:pt x="320" y="253"/>
                    <a:pt x="459" y="382"/>
                  </a:cubicBezTo>
                  <a:cubicBezTo>
                    <a:pt x="601" y="518"/>
                    <a:pt x="737" y="664"/>
                    <a:pt x="883" y="800"/>
                  </a:cubicBezTo>
                  <a:cubicBezTo>
                    <a:pt x="953" y="873"/>
                    <a:pt x="1022" y="929"/>
                    <a:pt x="1099" y="992"/>
                  </a:cubicBezTo>
                  <a:cubicBezTo>
                    <a:pt x="1178" y="1059"/>
                    <a:pt x="1261" y="1115"/>
                    <a:pt x="1347" y="1165"/>
                  </a:cubicBezTo>
                  <a:cubicBezTo>
                    <a:pt x="1410" y="1198"/>
                    <a:pt x="1485" y="1219"/>
                    <a:pt x="1558" y="1219"/>
                  </a:cubicBezTo>
                  <a:cubicBezTo>
                    <a:pt x="1658" y="1219"/>
                    <a:pt x="1753" y="1179"/>
                    <a:pt x="1801" y="1075"/>
                  </a:cubicBezTo>
                  <a:cubicBezTo>
                    <a:pt x="1831" y="989"/>
                    <a:pt x="1841" y="896"/>
                    <a:pt x="1815" y="807"/>
                  </a:cubicBezTo>
                  <a:cubicBezTo>
                    <a:pt x="1778" y="674"/>
                    <a:pt x="1728" y="545"/>
                    <a:pt x="1665" y="426"/>
                  </a:cubicBezTo>
                  <a:cubicBezTo>
                    <a:pt x="1664" y="422"/>
                    <a:pt x="1663" y="421"/>
                    <a:pt x="1662" y="421"/>
                  </a:cubicBezTo>
                  <a:cubicBezTo>
                    <a:pt x="1660" y="421"/>
                    <a:pt x="1659" y="426"/>
                    <a:pt x="1659" y="426"/>
                  </a:cubicBezTo>
                  <a:cubicBezTo>
                    <a:pt x="1719" y="558"/>
                    <a:pt x="1762" y="697"/>
                    <a:pt x="1778" y="843"/>
                  </a:cubicBezTo>
                  <a:cubicBezTo>
                    <a:pt x="1795" y="946"/>
                    <a:pt x="1752" y="1049"/>
                    <a:pt x="1669" y="1112"/>
                  </a:cubicBezTo>
                  <a:cubicBezTo>
                    <a:pt x="1631" y="1131"/>
                    <a:pt x="1592" y="1139"/>
                    <a:pt x="1554" y="1139"/>
                  </a:cubicBezTo>
                  <a:cubicBezTo>
                    <a:pt x="1417" y="1139"/>
                    <a:pt x="1281" y="1037"/>
                    <a:pt x="1185" y="959"/>
                  </a:cubicBezTo>
                  <a:cubicBezTo>
                    <a:pt x="1049" y="847"/>
                    <a:pt x="916" y="731"/>
                    <a:pt x="794" y="608"/>
                  </a:cubicBezTo>
                  <a:cubicBezTo>
                    <a:pt x="535" y="363"/>
                    <a:pt x="339" y="160"/>
                    <a:pt x="18" y="1"/>
                  </a:cubicBezTo>
                  <a:cubicBezTo>
                    <a:pt x="16" y="1"/>
                    <a:pt x="15" y="1"/>
                    <a:pt x="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1" name="Google Shape;3191;p49"/>
            <p:cNvSpPr/>
            <p:nvPr/>
          </p:nvSpPr>
          <p:spPr>
            <a:xfrm>
              <a:off x="4355250" y="3736168"/>
              <a:ext cx="121779" cy="311140"/>
            </a:xfrm>
            <a:custGeom>
              <a:avLst/>
              <a:gdLst/>
              <a:ahLst/>
              <a:cxnLst/>
              <a:rect l="l" t="t" r="r" b="b"/>
              <a:pathLst>
                <a:path w="946" h="2417" extrusionOk="0">
                  <a:moveTo>
                    <a:pt x="221" y="1"/>
                  </a:moveTo>
                  <a:cubicBezTo>
                    <a:pt x="219" y="1"/>
                    <a:pt x="219" y="4"/>
                    <a:pt x="219" y="4"/>
                  </a:cubicBezTo>
                  <a:cubicBezTo>
                    <a:pt x="422" y="431"/>
                    <a:pt x="601" y="872"/>
                    <a:pt x="746" y="1320"/>
                  </a:cubicBezTo>
                  <a:cubicBezTo>
                    <a:pt x="816" y="1535"/>
                    <a:pt x="849" y="1757"/>
                    <a:pt x="836" y="1986"/>
                  </a:cubicBezTo>
                  <a:cubicBezTo>
                    <a:pt x="836" y="2089"/>
                    <a:pt x="799" y="2185"/>
                    <a:pt x="733" y="2261"/>
                  </a:cubicBezTo>
                  <a:cubicBezTo>
                    <a:pt x="673" y="2315"/>
                    <a:pt x="596" y="2345"/>
                    <a:pt x="516" y="2345"/>
                  </a:cubicBezTo>
                  <a:cubicBezTo>
                    <a:pt x="508" y="2345"/>
                    <a:pt x="499" y="2345"/>
                    <a:pt x="491" y="2344"/>
                  </a:cubicBezTo>
                  <a:cubicBezTo>
                    <a:pt x="289" y="2337"/>
                    <a:pt x="107" y="2168"/>
                    <a:pt x="7" y="2006"/>
                  </a:cubicBezTo>
                  <a:cubicBezTo>
                    <a:pt x="5" y="2004"/>
                    <a:pt x="4" y="2003"/>
                    <a:pt x="3" y="2003"/>
                  </a:cubicBezTo>
                  <a:cubicBezTo>
                    <a:pt x="1" y="2003"/>
                    <a:pt x="1" y="2007"/>
                    <a:pt x="1" y="2009"/>
                  </a:cubicBezTo>
                  <a:cubicBezTo>
                    <a:pt x="54" y="2125"/>
                    <a:pt x="136" y="2231"/>
                    <a:pt x="233" y="2314"/>
                  </a:cubicBezTo>
                  <a:cubicBezTo>
                    <a:pt x="315" y="2377"/>
                    <a:pt x="418" y="2417"/>
                    <a:pt x="524" y="2417"/>
                  </a:cubicBezTo>
                  <a:cubicBezTo>
                    <a:pt x="617" y="2414"/>
                    <a:pt x="866" y="2384"/>
                    <a:pt x="922" y="2026"/>
                  </a:cubicBezTo>
                  <a:cubicBezTo>
                    <a:pt x="945" y="1770"/>
                    <a:pt x="915" y="1512"/>
                    <a:pt x="833" y="1273"/>
                  </a:cubicBezTo>
                  <a:cubicBezTo>
                    <a:pt x="683" y="826"/>
                    <a:pt x="481" y="398"/>
                    <a:pt x="226" y="4"/>
                  </a:cubicBezTo>
                  <a:cubicBezTo>
                    <a:pt x="224" y="1"/>
                    <a:pt x="22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2" name="Google Shape;3192;p49"/>
            <p:cNvSpPr/>
            <p:nvPr/>
          </p:nvSpPr>
          <p:spPr>
            <a:xfrm>
              <a:off x="2949916" y="3055063"/>
              <a:ext cx="957751" cy="1017482"/>
            </a:xfrm>
            <a:custGeom>
              <a:avLst/>
              <a:gdLst/>
              <a:ahLst/>
              <a:cxnLst/>
              <a:rect l="l" t="t" r="r" b="b"/>
              <a:pathLst>
                <a:path w="7440" h="7904" extrusionOk="0">
                  <a:moveTo>
                    <a:pt x="5794" y="0"/>
                  </a:moveTo>
                  <a:cubicBezTo>
                    <a:pt x="5586" y="0"/>
                    <a:pt x="5200" y="219"/>
                    <a:pt x="4579" y="726"/>
                  </a:cubicBezTo>
                  <a:cubicBezTo>
                    <a:pt x="3236" y="1824"/>
                    <a:pt x="1" y="5802"/>
                    <a:pt x="376" y="7015"/>
                  </a:cubicBezTo>
                  <a:cubicBezTo>
                    <a:pt x="604" y="7760"/>
                    <a:pt x="3216" y="7904"/>
                    <a:pt x="5198" y="7904"/>
                  </a:cubicBezTo>
                  <a:cubicBezTo>
                    <a:pt x="6443" y="7904"/>
                    <a:pt x="7440" y="7847"/>
                    <a:pt x="7440" y="7847"/>
                  </a:cubicBezTo>
                  <a:lnTo>
                    <a:pt x="6366" y="4101"/>
                  </a:lnTo>
                  <a:lnTo>
                    <a:pt x="4271" y="4479"/>
                  </a:lnTo>
                  <a:cubicBezTo>
                    <a:pt x="4271" y="4479"/>
                    <a:pt x="5182" y="2589"/>
                    <a:pt x="5713" y="1260"/>
                  </a:cubicBezTo>
                  <a:cubicBezTo>
                    <a:pt x="6016" y="497"/>
                    <a:pt x="6107" y="0"/>
                    <a:pt x="5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3" name="Google Shape;3193;p49"/>
            <p:cNvSpPr/>
            <p:nvPr/>
          </p:nvSpPr>
          <p:spPr>
            <a:xfrm>
              <a:off x="3233377" y="3124577"/>
              <a:ext cx="565897" cy="944492"/>
            </a:xfrm>
            <a:custGeom>
              <a:avLst/>
              <a:gdLst/>
              <a:ahLst/>
              <a:cxnLst/>
              <a:rect l="l" t="t" r="r" b="b"/>
              <a:pathLst>
                <a:path w="4396" h="7337" extrusionOk="0">
                  <a:moveTo>
                    <a:pt x="398" y="2295"/>
                  </a:moveTo>
                  <a:lnTo>
                    <a:pt x="385" y="2308"/>
                  </a:lnTo>
                  <a:cubicBezTo>
                    <a:pt x="547" y="2417"/>
                    <a:pt x="710" y="2533"/>
                    <a:pt x="869" y="2656"/>
                  </a:cubicBezTo>
                  <a:cubicBezTo>
                    <a:pt x="1008" y="2759"/>
                    <a:pt x="1147" y="2855"/>
                    <a:pt x="1293" y="2944"/>
                  </a:cubicBezTo>
                  <a:lnTo>
                    <a:pt x="1320" y="2962"/>
                  </a:lnTo>
                  <a:lnTo>
                    <a:pt x="1320" y="2962"/>
                  </a:lnTo>
                  <a:cubicBezTo>
                    <a:pt x="1323" y="2962"/>
                    <a:pt x="1326" y="2962"/>
                    <a:pt x="1330" y="2961"/>
                  </a:cubicBezTo>
                  <a:lnTo>
                    <a:pt x="1361" y="2961"/>
                  </a:lnTo>
                  <a:lnTo>
                    <a:pt x="1306" y="2928"/>
                  </a:lnTo>
                  <a:cubicBezTo>
                    <a:pt x="1160" y="2842"/>
                    <a:pt x="1025" y="2742"/>
                    <a:pt x="882" y="2643"/>
                  </a:cubicBezTo>
                  <a:cubicBezTo>
                    <a:pt x="720" y="2527"/>
                    <a:pt x="564" y="2407"/>
                    <a:pt x="398" y="2295"/>
                  </a:cubicBezTo>
                  <a:close/>
                  <a:moveTo>
                    <a:pt x="3736" y="1"/>
                  </a:moveTo>
                  <a:lnTo>
                    <a:pt x="3736" y="1"/>
                  </a:lnTo>
                  <a:cubicBezTo>
                    <a:pt x="3663" y="44"/>
                    <a:pt x="3597" y="93"/>
                    <a:pt x="3531" y="147"/>
                  </a:cubicBezTo>
                  <a:cubicBezTo>
                    <a:pt x="3478" y="206"/>
                    <a:pt x="3415" y="273"/>
                    <a:pt x="3362" y="339"/>
                  </a:cubicBezTo>
                  <a:cubicBezTo>
                    <a:pt x="3305" y="405"/>
                    <a:pt x="3256" y="475"/>
                    <a:pt x="3216" y="554"/>
                  </a:cubicBezTo>
                  <a:cubicBezTo>
                    <a:pt x="3133" y="703"/>
                    <a:pt x="3063" y="859"/>
                    <a:pt x="3007" y="1022"/>
                  </a:cubicBezTo>
                  <a:cubicBezTo>
                    <a:pt x="2951" y="1184"/>
                    <a:pt x="2904" y="1350"/>
                    <a:pt x="2851" y="1506"/>
                  </a:cubicBezTo>
                  <a:cubicBezTo>
                    <a:pt x="2795" y="1668"/>
                    <a:pt x="2735" y="1827"/>
                    <a:pt x="2656" y="1980"/>
                  </a:cubicBezTo>
                  <a:cubicBezTo>
                    <a:pt x="2583" y="2132"/>
                    <a:pt x="2483" y="2275"/>
                    <a:pt x="2370" y="2397"/>
                  </a:cubicBezTo>
                  <a:cubicBezTo>
                    <a:pt x="2254" y="2523"/>
                    <a:pt x="2122" y="2630"/>
                    <a:pt x="1976" y="2722"/>
                  </a:cubicBezTo>
                  <a:cubicBezTo>
                    <a:pt x="1830" y="2812"/>
                    <a:pt x="1678" y="2881"/>
                    <a:pt x="1512" y="2928"/>
                  </a:cubicBezTo>
                  <a:cubicBezTo>
                    <a:pt x="1462" y="2941"/>
                    <a:pt x="1412" y="2954"/>
                    <a:pt x="1363" y="2961"/>
                  </a:cubicBezTo>
                  <a:lnTo>
                    <a:pt x="1361" y="2961"/>
                  </a:lnTo>
                  <a:lnTo>
                    <a:pt x="1366" y="2964"/>
                  </a:lnTo>
                  <a:lnTo>
                    <a:pt x="1375" y="2970"/>
                  </a:lnTo>
                  <a:lnTo>
                    <a:pt x="1386" y="2968"/>
                  </a:lnTo>
                  <a:cubicBezTo>
                    <a:pt x="1429" y="2961"/>
                    <a:pt x="1475" y="2951"/>
                    <a:pt x="1515" y="2941"/>
                  </a:cubicBezTo>
                  <a:cubicBezTo>
                    <a:pt x="1847" y="2842"/>
                    <a:pt x="2145" y="2659"/>
                    <a:pt x="2380" y="2404"/>
                  </a:cubicBezTo>
                  <a:cubicBezTo>
                    <a:pt x="2500" y="2278"/>
                    <a:pt x="2593" y="2136"/>
                    <a:pt x="2672" y="1983"/>
                  </a:cubicBezTo>
                  <a:cubicBezTo>
                    <a:pt x="2748" y="1831"/>
                    <a:pt x="2811" y="1671"/>
                    <a:pt x="2868" y="1506"/>
                  </a:cubicBezTo>
                  <a:cubicBezTo>
                    <a:pt x="2921" y="1343"/>
                    <a:pt x="2971" y="1178"/>
                    <a:pt x="3027" y="1022"/>
                  </a:cubicBezTo>
                  <a:cubicBezTo>
                    <a:pt x="3083" y="859"/>
                    <a:pt x="3150" y="707"/>
                    <a:pt x="3232" y="558"/>
                  </a:cubicBezTo>
                  <a:cubicBezTo>
                    <a:pt x="3315" y="408"/>
                    <a:pt x="3421" y="276"/>
                    <a:pt x="3551" y="166"/>
                  </a:cubicBezTo>
                  <a:cubicBezTo>
                    <a:pt x="3607" y="117"/>
                    <a:pt x="3667" y="77"/>
                    <a:pt x="3730" y="40"/>
                  </a:cubicBezTo>
                  <a:cubicBezTo>
                    <a:pt x="3730" y="27"/>
                    <a:pt x="3730" y="14"/>
                    <a:pt x="3736" y="1"/>
                  </a:cubicBezTo>
                  <a:close/>
                  <a:moveTo>
                    <a:pt x="13" y="2759"/>
                  </a:moveTo>
                  <a:lnTo>
                    <a:pt x="0" y="2772"/>
                  </a:lnTo>
                  <a:cubicBezTo>
                    <a:pt x="166" y="2815"/>
                    <a:pt x="332" y="2868"/>
                    <a:pt x="501" y="2911"/>
                  </a:cubicBezTo>
                  <a:cubicBezTo>
                    <a:pt x="667" y="2958"/>
                    <a:pt x="836" y="2981"/>
                    <a:pt x="1005" y="2994"/>
                  </a:cubicBezTo>
                  <a:cubicBezTo>
                    <a:pt x="1030" y="2995"/>
                    <a:pt x="1055" y="2995"/>
                    <a:pt x="1080" y="2995"/>
                  </a:cubicBezTo>
                  <a:cubicBezTo>
                    <a:pt x="1167" y="2995"/>
                    <a:pt x="1254" y="2990"/>
                    <a:pt x="1341" y="2976"/>
                  </a:cubicBezTo>
                  <a:lnTo>
                    <a:pt x="1341" y="2976"/>
                  </a:lnTo>
                  <a:lnTo>
                    <a:pt x="1359" y="2988"/>
                  </a:lnTo>
                  <a:cubicBezTo>
                    <a:pt x="1482" y="3060"/>
                    <a:pt x="1611" y="3127"/>
                    <a:pt x="1744" y="3186"/>
                  </a:cubicBezTo>
                  <a:cubicBezTo>
                    <a:pt x="1903" y="3256"/>
                    <a:pt x="2072" y="3296"/>
                    <a:pt x="2241" y="3312"/>
                  </a:cubicBezTo>
                  <a:cubicBezTo>
                    <a:pt x="2263" y="3316"/>
                    <a:pt x="2283" y="3317"/>
                    <a:pt x="2302" y="3317"/>
                  </a:cubicBezTo>
                  <a:cubicBezTo>
                    <a:pt x="2322" y="3317"/>
                    <a:pt x="2341" y="3316"/>
                    <a:pt x="2361" y="3312"/>
                  </a:cubicBezTo>
                  <a:lnTo>
                    <a:pt x="2374" y="3289"/>
                  </a:lnTo>
                  <a:lnTo>
                    <a:pt x="2241" y="3289"/>
                  </a:lnTo>
                  <a:cubicBezTo>
                    <a:pt x="2075" y="3276"/>
                    <a:pt x="1910" y="3236"/>
                    <a:pt x="1754" y="3170"/>
                  </a:cubicBezTo>
                  <a:cubicBezTo>
                    <a:pt x="1628" y="3114"/>
                    <a:pt x="1509" y="3054"/>
                    <a:pt x="1393" y="2981"/>
                  </a:cubicBezTo>
                  <a:lnTo>
                    <a:pt x="1375" y="2970"/>
                  </a:lnTo>
                  <a:lnTo>
                    <a:pt x="1353" y="2974"/>
                  </a:lnTo>
                  <a:cubicBezTo>
                    <a:pt x="1349" y="2975"/>
                    <a:pt x="1345" y="2976"/>
                    <a:pt x="1341" y="2976"/>
                  </a:cubicBezTo>
                  <a:lnTo>
                    <a:pt x="1341" y="2976"/>
                  </a:lnTo>
                  <a:lnTo>
                    <a:pt x="1333" y="2971"/>
                  </a:lnTo>
                  <a:lnTo>
                    <a:pt x="1320" y="2962"/>
                  </a:lnTo>
                  <a:lnTo>
                    <a:pt x="1320" y="2962"/>
                  </a:lnTo>
                  <a:cubicBezTo>
                    <a:pt x="1246" y="2974"/>
                    <a:pt x="1171" y="2982"/>
                    <a:pt x="1096" y="2982"/>
                  </a:cubicBezTo>
                  <a:cubicBezTo>
                    <a:pt x="1067" y="2982"/>
                    <a:pt x="1037" y="2980"/>
                    <a:pt x="1008" y="2978"/>
                  </a:cubicBezTo>
                  <a:cubicBezTo>
                    <a:pt x="836" y="2968"/>
                    <a:pt x="667" y="2941"/>
                    <a:pt x="504" y="2895"/>
                  </a:cubicBezTo>
                  <a:cubicBezTo>
                    <a:pt x="338" y="2855"/>
                    <a:pt x="173" y="2802"/>
                    <a:pt x="13" y="2759"/>
                  </a:cubicBezTo>
                  <a:close/>
                  <a:moveTo>
                    <a:pt x="4015" y="3591"/>
                  </a:moveTo>
                  <a:cubicBezTo>
                    <a:pt x="4012" y="3598"/>
                    <a:pt x="4010" y="3604"/>
                    <a:pt x="4007" y="3611"/>
                  </a:cubicBezTo>
                  <a:lnTo>
                    <a:pt x="4015" y="3611"/>
                  </a:lnTo>
                  <a:lnTo>
                    <a:pt x="4015" y="3591"/>
                  </a:lnTo>
                  <a:close/>
                  <a:moveTo>
                    <a:pt x="3976" y="4024"/>
                  </a:moveTo>
                  <a:cubicBezTo>
                    <a:pt x="4059" y="4156"/>
                    <a:pt x="4144" y="4285"/>
                    <a:pt x="4214" y="4423"/>
                  </a:cubicBezTo>
                  <a:cubicBezTo>
                    <a:pt x="4297" y="4572"/>
                    <a:pt x="4346" y="4738"/>
                    <a:pt x="4366" y="4904"/>
                  </a:cubicBezTo>
                  <a:cubicBezTo>
                    <a:pt x="4383" y="5076"/>
                    <a:pt x="4356" y="5245"/>
                    <a:pt x="4290" y="5401"/>
                  </a:cubicBezTo>
                  <a:cubicBezTo>
                    <a:pt x="4217" y="5557"/>
                    <a:pt x="4108" y="5689"/>
                    <a:pt x="3965" y="5782"/>
                  </a:cubicBezTo>
                  <a:cubicBezTo>
                    <a:pt x="3826" y="5875"/>
                    <a:pt x="3670" y="5945"/>
                    <a:pt x="3511" y="5994"/>
                  </a:cubicBezTo>
                  <a:cubicBezTo>
                    <a:pt x="3186" y="6094"/>
                    <a:pt x="2854" y="6180"/>
                    <a:pt x="2523" y="6246"/>
                  </a:cubicBezTo>
                  <a:cubicBezTo>
                    <a:pt x="2357" y="6286"/>
                    <a:pt x="2191" y="6326"/>
                    <a:pt x="2026" y="6376"/>
                  </a:cubicBezTo>
                  <a:lnTo>
                    <a:pt x="1979" y="6389"/>
                  </a:lnTo>
                  <a:lnTo>
                    <a:pt x="1975" y="6390"/>
                  </a:lnTo>
                  <a:lnTo>
                    <a:pt x="1975" y="6390"/>
                  </a:lnTo>
                  <a:cubicBezTo>
                    <a:pt x="1979" y="6380"/>
                    <a:pt x="1987" y="6374"/>
                    <a:pt x="1993" y="6366"/>
                  </a:cubicBezTo>
                  <a:cubicBezTo>
                    <a:pt x="2052" y="6276"/>
                    <a:pt x="2119" y="6190"/>
                    <a:pt x="2191" y="6114"/>
                  </a:cubicBezTo>
                  <a:cubicBezTo>
                    <a:pt x="2311" y="5994"/>
                    <a:pt x="2443" y="5885"/>
                    <a:pt x="2586" y="5792"/>
                  </a:cubicBezTo>
                  <a:cubicBezTo>
                    <a:pt x="2868" y="5597"/>
                    <a:pt x="3169" y="5434"/>
                    <a:pt x="3421" y="5199"/>
                  </a:cubicBezTo>
                  <a:cubicBezTo>
                    <a:pt x="3551" y="5083"/>
                    <a:pt x="3660" y="4950"/>
                    <a:pt x="3746" y="4801"/>
                  </a:cubicBezTo>
                  <a:cubicBezTo>
                    <a:pt x="3832" y="4652"/>
                    <a:pt x="3895" y="4493"/>
                    <a:pt x="3935" y="4324"/>
                  </a:cubicBezTo>
                  <a:cubicBezTo>
                    <a:pt x="3962" y="4223"/>
                    <a:pt x="3978" y="4124"/>
                    <a:pt x="3976" y="4024"/>
                  </a:cubicBezTo>
                  <a:close/>
                  <a:moveTo>
                    <a:pt x="3958" y="3611"/>
                  </a:moveTo>
                  <a:cubicBezTo>
                    <a:pt x="3965" y="3687"/>
                    <a:pt x="3968" y="3760"/>
                    <a:pt x="3968" y="3836"/>
                  </a:cubicBezTo>
                  <a:lnTo>
                    <a:pt x="3968" y="3975"/>
                  </a:lnTo>
                  <a:lnTo>
                    <a:pt x="3968" y="3992"/>
                  </a:lnTo>
                  <a:cubicBezTo>
                    <a:pt x="3899" y="3886"/>
                    <a:pt x="3836" y="3773"/>
                    <a:pt x="3779" y="3661"/>
                  </a:cubicBezTo>
                  <a:lnTo>
                    <a:pt x="3769" y="3661"/>
                  </a:lnTo>
                  <a:cubicBezTo>
                    <a:pt x="3829" y="3783"/>
                    <a:pt x="3895" y="3899"/>
                    <a:pt x="3965" y="4009"/>
                  </a:cubicBezTo>
                  <a:lnTo>
                    <a:pt x="3967" y="4011"/>
                  </a:lnTo>
                  <a:lnTo>
                    <a:pt x="3967" y="4011"/>
                  </a:lnTo>
                  <a:cubicBezTo>
                    <a:pt x="3959" y="4121"/>
                    <a:pt x="3940" y="4231"/>
                    <a:pt x="3912" y="4340"/>
                  </a:cubicBezTo>
                  <a:cubicBezTo>
                    <a:pt x="3869" y="4506"/>
                    <a:pt x="3803" y="4665"/>
                    <a:pt x="3720" y="4808"/>
                  </a:cubicBezTo>
                  <a:cubicBezTo>
                    <a:pt x="3634" y="4953"/>
                    <a:pt x="3527" y="5086"/>
                    <a:pt x="3401" y="5202"/>
                  </a:cubicBezTo>
                  <a:cubicBezTo>
                    <a:pt x="3136" y="5418"/>
                    <a:pt x="2858" y="5613"/>
                    <a:pt x="2569" y="5786"/>
                  </a:cubicBezTo>
                  <a:cubicBezTo>
                    <a:pt x="2427" y="5882"/>
                    <a:pt x="2294" y="5991"/>
                    <a:pt x="2175" y="6110"/>
                  </a:cubicBezTo>
                  <a:cubicBezTo>
                    <a:pt x="2092" y="6193"/>
                    <a:pt x="2022" y="6283"/>
                    <a:pt x="1959" y="6382"/>
                  </a:cubicBezTo>
                  <a:lnTo>
                    <a:pt x="1952" y="6396"/>
                  </a:lnTo>
                  <a:lnTo>
                    <a:pt x="1952" y="6396"/>
                  </a:lnTo>
                  <a:cubicBezTo>
                    <a:pt x="1813" y="6439"/>
                    <a:pt x="1677" y="6492"/>
                    <a:pt x="1548" y="6555"/>
                  </a:cubicBezTo>
                  <a:cubicBezTo>
                    <a:pt x="1393" y="6628"/>
                    <a:pt x="1250" y="6724"/>
                    <a:pt x="1127" y="6843"/>
                  </a:cubicBezTo>
                  <a:cubicBezTo>
                    <a:pt x="1001" y="6966"/>
                    <a:pt x="909" y="7115"/>
                    <a:pt x="849" y="7274"/>
                  </a:cubicBezTo>
                  <a:lnTo>
                    <a:pt x="836" y="7307"/>
                  </a:lnTo>
                  <a:lnTo>
                    <a:pt x="862" y="7307"/>
                  </a:lnTo>
                  <a:cubicBezTo>
                    <a:pt x="865" y="7300"/>
                    <a:pt x="865" y="7291"/>
                    <a:pt x="869" y="7284"/>
                  </a:cubicBezTo>
                  <a:cubicBezTo>
                    <a:pt x="928" y="7125"/>
                    <a:pt x="1018" y="6982"/>
                    <a:pt x="1141" y="6860"/>
                  </a:cubicBezTo>
                  <a:cubicBezTo>
                    <a:pt x="1263" y="6744"/>
                    <a:pt x="1399" y="6651"/>
                    <a:pt x="1555" y="6574"/>
                  </a:cubicBezTo>
                  <a:cubicBezTo>
                    <a:pt x="1674" y="6518"/>
                    <a:pt x="1804" y="6468"/>
                    <a:pt x="1926" y="6425"/>
                  </a:cubicBezTo>
                  <a:cubicBezTo>
                    <a:pt x="1930" y="6424"/>
                    <a:pt x="1934" y="6423"/>
                    <a:pt x="1937" y="6422"/>
                  </a:cubicBezTo>
                  <a:lnTo>
                    <a:pt x="1937" y="6422"/>
                  </a:lnTo>
                  <a:lnTo>
                    <a:pt x="1880" y="6525"/>
                  </a:lnTo>
                  <a:cubicBezTo>
                    <a:pt x="1760" y="6777"/>
                    <a:pt x="1704" y="7055"/>
                    <a:pt x="1698" y="7337"/>
                  </a:cubicBezTo>
                  <a:lnTo>
                    <a:pt x="1724" y="7337"/>
                  </a:lnTo>
                  <a:cubicBezTo>
                    <a:pt x="1724" y="7337"/>
                    <a:pt x="1731" y="7118"/>
                    <a:pt x="1754" y="7012"/>
                  </a:cubicBezTo>
                  <a:cubicBezTo>
                    <a:pt x="1777" y="6846"/>
                    <a:pt x="1830" y="6681"/>
                    <a:pt x="1903" y="6528"/>
                  </a:cubicBezTo>
                  <a:cubicBezTo>
                    <a:pt x="1920" y="6490"/>
                    <a:pt x="1938" y="6453"/>
                    <a:pt x="1959" y="6417"/>
                  </a:cubicBezTo>
                  <a:lnTo>
                    <a:pt x="1959" y="6417"/>
                  </a:lnTo>
                  <a:lnTo>
                    <a:pt x="2026" y="6392"/>
                  </a:lnTo>
                  <a:cubicBezTo>
                    <a:pt x="2188" y="6342"/>
                    <a:pt x="2354" y="6303"/>
                    <a:pt x="2520" y="6263"/>
                  </a:cubicBezTo>
                  <a:cubicBezTo>
                    <a:pt x="2854" y="6197"/>
                    <a:pt x="3183" y="6110"/>
                    <a:pt x="3511" y="6008"/>
                  </a:cubicBezTo>
                  <a:cubicBezTo>
                    <a:pt x="3670" y="5955"/>
                    <a:pt x="3829" y="5878"/>
                    <a:pt x="3968" y="5782"/>
                  </a:cubicBezTo>
                  <a:cubicBezTo>
                    <a:pt x="4114" y="5689"/>
                    <a:pt x="4227" y="5550"/>
                    <a:pt x="4297" y="5394"/>
                  </a:cubicBezTo>
                  <a:cubicBezTo>
                    <a:pt x="4373" y="5235"/>
                    <a:pt x="4396" y="5063"/>
                    <a:pt x="4383" y="4897"/>
                  </a:cubicBezTo>
                  <a:cubicBezTo>
                    <a:pt x="4363" y="4728"/>
                    <a:pt x="4310" y="4566"/>
                    <a:pt x="4227" y="4416"/>
                  </a:cubicBezTo>
                  <a:cubicBezTo>
                    <a:pt x="4151" y="4274"/>
                    <a:pt x="4064" y="4138"/>
                    <a:pt x="3978" y="4005"/>
                  </a:cubicBezTo>
                  <a:lnTo>
                    <a:pt x="3976" y="4002"/>
                  </a:lnTo>
                  <a:lnTo>
                    <a:pt x="3976" y="4002"/>
                  </a:lnTo>
                  <a:cubicBezTo>
                    <a:pt x="3975" y="3997"/>
                    <a:pt x="3975" y="3993"/>
                    <a:pt x="3975" y="3989"/>
                  </a:cubicBezTo>
                  <a:lnTo>
                    <a:pt x="3975" y="3972"/>
                  </a:lnTo>
                  <a:lnTo>
                    <a:pt x="3975" y="3820"/>
                  </a:lnTo>
                  <a:cubicBezTo>
                    <a:pt x="3990" y="3747"/>
                    <a:pt x="3986" y="3678"/>
                    <a:pt x="4007" y="361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4" name="Google Shape;3194;p49"/>
            <p:cNvSpPr/>
            <p:nvPr/>
          </p:nvSpPr>
          <p:spPr>
            <a:xfrm>
              <a:off x="3226555" y="3616579"/>
              <a:ext cx="352205" cy="93587"/>
            </a:xfrm>
            <a:custGeom>
              <a:avLst/>
              <a:gdLst/>
              <a:ahLst/>
              <a:cxnLst/>
              <a:rect l="l" t="t" r="r" b="b"/>
              <a:pathLst>
                <a:path w="2736" h="727" extrusionOk="0">
                  <a:moveTo>
                    <a:pt x="2725" y="1"/>
                  </a:moveTo>
                  <a:cubicBezTo>
                    <a:pt x="2520" y="27"/>
                    <a:pt x="2314" y="47"/>
                    <a:pt x="2109" y="81"/>
                  </a:cubicBezTo>
                  <a:cubicBezTo>
                    <a:pt x="1747" y="134"/>
                    <a:pt x="1386" y="213"/>
                    <a:pt x="1038" y="316"/>
                  </a:cubicBezTo>
                  <a:cubicBezTo>
                    <a:pt x="686" y="425"/>
                    <a:pt x="342" y="558"/>
                    <a:pt x="7" y="714"/>
                  </a:cubicBezTo>
                  <a:cubicBezTo>
                    <a:pt x="3" y="714"/>
                    <a:pt x="3" y="717"/>
                    <a:pt x="0" y="717"/>
                  </a:cubicBezTo>
                  <a:cubicBezTo>
                    <a:pt x="0" y="724"/>
                    <a:pt x="3" y="727"/>
                    <a:pt x="7" y="727"/>
                  </a:cubicBezTo>
                  <a:cubicBezTo>
                    <a:pt x="202" y="661"/>
                    <a:pt x="398" y="591"/>
                    <a:pt x="597" y="531"/>
                  </a:cubicBezTo>
                  <a:cubicBezTo>
                    <a:pt x="945" y="429"/>
                    <a:pt x="1296" y="329"/>
                    <a:pt x="1648" y="236"/>
                  </a:cubicBezTo>
                  <a:cubicBezTo>
                    <a:pt x="2006" y="137"/>
                    <a:pt x="2360" y="64"/>
                    <a:pt x="2725" y="11"/>
                  </a:cubicBezTo>
                  <a:cubicBezTo>
                    <a:pt x="2735" y="11"/>
                    <a:pt x="2735" y="1"/>
                    <a:pt x="27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5" name="Google Shape;3195;p49"/>
            <p:cNvSpPr/>
            <p:nvPr/>
          </p:nvSpPr>
          <p:spPr>
            <a:xfrm>
              <a:off x="3498301" y="3378816"/>
              <a:ext cx="272393" cy="255014"/>
            </a:xfrm>
            <a:custGeom>
              <a:avLst/>
              <a:gdLst/>
              <a:ahLst/>
              <a:cxnLst/>
              <a:rect l="l" t="t" r="r" b="b"/>
              <a:pathLst>
                <a:path w="2116" h="1981" extrusionOk="0">
                  <a:moveTo>
                    <a:pt x="1099" y="0"/>
                  </a:moveTo>
                  <a:cubicBezTo>
                    <a:pt x="1097" y="0"/>
                    <a:pt x="1096" y="1"/>
                    <a:pt x="1095" y="5"/>
                  </a:cubicBezTo>
                  <a:cubicBezTo>
                    <a:pt x="956" y="260"/>
                    <a:pt x="810" y="519"/>
                    <a:pt x="667" y="774"/>
                  </a:cubicBezTo>
                  <a:cubicBezTo>
                    <a:pt x="528" y="1032"/>
                    <a:pt x="1" y="1981"/>
                    <a:pt x="1" y="1981"/>
                  </a:cubicBezTo>
                  <a:cubicBezTo>
                    <a:pt x="4" y="1981"/>
                    <a:pt x="2056" y="1619"/>
                    <a:pt x="2099" y="1609"/>
                  </a:cubicBezTo>
                  <a:cubicBezTo>
                    <a:pt x="2106" y="1609"/>
                    <a:pt x="2116" y="1599"/>
                    <a:pt x="2116" y="1586"/>
                  </a:cubicBezTo>
                  <a:cubicBezTo>
                    <a:pt x="2116" y="1576"/>
                    <a:pt x="2099" y="1576"/>
                    <a:pt x="2089" y="1576"/>
                  </a:cubicBezTo>
                  <a:cubicBezTo>
                    <a:pt x="2056" y="1576"/>
                    <a:pt x="196" y="1868"/>
                    <a:pt x="133" y="1884"/>
                  </a:cubicBezTo>
                  <a:cubicBezTo>
                    <a:pt x="147" y="1861"/>
                    <a:pt x="617" y="973"/>
                    <a:pt x="690" y="847"/>
                  </a:cubicBezTo>
                  <a:cubicBezTo>
                    <a:pt x="697" y="834"/>
                    <a:pt x="700" y="820"/>
                    <a:pt x="710" y="807"/>
                  </a:cubicBezTo>
                  <a:cubicBezTo>
                    <a:pt x="750" y="751"/>
                    <a:pt x="793" y="698"/>
                    <a:pt x="830" y="638"/>
                  </a:cubicBezTo>
                  <a:lnTo>
                    <a:pt x="982" y="416"/>
                  </a:lnTo>
                  <a:lnTo>
                    <a:pt x="823" y="631"/>
                  </a:lnTo>
                  <a:cubicBezTo>
                    <a:pt x="796" y="664"/>
                    <a:pt x="773" y="698"/>
                    <a:pt x="750" y="731"/>
                  </a:cubicBezTo>
                  <a:cubicBezTo>
                    <a:pt x="796" y="638"/>
                    <a:pt x="843" y="548"/>
                    <a:pt x="893" y="452"/>
                  </a:cubicBezTo>
                  <a:cubicBezTo>
                    <a:pt x="966" y="303"/>
                    <a:pt x="1032" y="154"/>
                    <a:pt x="1105" y="5"/>
                  </a:cubicBezTo>
                  <a:cubicBezTo>
                    <a:pt x="1105" y="5"/>
                    <a:pt x="1102" y="0"/>
                    <a:pt x="1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6" name="Google Shape;3196;p49"/>
            <p:cNvSpPr/>
            <p:nvPr/>
          </p:nvSpPr>
          <p:spPr>
            <a:xfrm>
              <a:off x="3656252" y="3623788"/>
              <a:ext cx="127443" cy="434721"/>
            </a:xfrm>
            <a:custGeom>
              <a:avLst/>
              <a:gdLst/>
              <a:ahLst/>
              <a:cxnLst/>
              <a:rect l="l" t="t" r="r" b="b"/>
              <a:pathLst>
                <a:path w="990" h="3377" extrusionOk="0">
                  <a:moveTo>
                    <a:pt x="13" y="0"/>
                  </a:moveTo>
                  <a:cubicBezTo>
                    <a:pt x="8" y="0"/>
                    <a:pt x="0" y="5"/>
                    <a:pt x="0" y="5"/>
                  </a:cubicBezTo>
                  <a:cubicBezTo>
                    <a:pt x="100" y="426"/>
                    <a:pt x="203" y="850"/>
                    <a:pt x="325" y="1271"/>
                  </a:cubicBezTo>
                  <a:cubicBezTo>
                    <a:pt x="445" y="1695"/>
                    <a:pt x="564" y="2103"/>
                    <a:pt x="683" y="2524"/>
                  </a:cubicBezTo>
                  <a:cubicBezTo>
                    <a:pt x="756" y="2759"/>
                    <a:pt x="839" y="2992"/>
                    <a:pt x="925" y="3224"/>
                  </a:cubicBezTo>
                  <a:cubicBezTo>
                    <a:pt x="971" y="3339"/>
                    <a:pt x="986" y="3377"/>
                    <a:pt x="987" y="3377"/>
                  </a:cubicBezTo>
                  <a:cubicBezTo>
                    <a:pt x="989" y="3377"/>
                    <a:pt x="932" y="3224"/>
                    <a:pt x="932" y="3224"/>
                  </a:cubicBezTo>
                  <a:cubicBezTo>
                    <a:pt x="842" y="2796"/>
                    <a:pt x="726" y="2378"/>
                    <a:pt x="607" y="1954"/>
                  </a:cubicBezTo>
                  <a:cubicBezTo>
                    <a:pt x="484" y="1536"/>
                    <a:pt x="375" y="1119"/>
                    <a:pt x="246" y="707"/>
                  </a:cubicBezTo>
                  <a:cubicBezTo>
                    <a:pt x="170" y="469"/>
                    <a:pt x="97" y="240"/>
                    <a:pt x="17" y="5"/>
                  </a:cubicBezTo>
                  <a:cubicBezTo>
                    <a:pt x="17" y="1"/>
                    <a:pt x="15" y="0"/>
                    <a:pt x="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7" name="Google Shape;3197;p49"/>
            <p:cNvSpPr/>
            <p:nvPr/>
          </p:nvSpPr>
          <p:spPr>
            <a:xfrm>
              <a:off x="3064742" y="4013450"/>
              <a:ext cx="852321" cy="68742"/>
            </a:xfrm>
            <a:custGeom>
              <a:avLst/>
              <a:gdLst/>
              <a:ahLst/>
              <a:cxnLst/>
              <a:rect l="l" t="t" r="r" b="b"/>
              <a:pathLst>
                <a:path w="6621" h="534" extrusionOk="0">
                  <a:moveTo>
                    <a:pt x="7" y="1"/>
                  </a:moveTo>
                  <a:cubicBezTo>
                    <a:pt x="7" y="1"/>
                    <a:pt x="1" y="11"/>
                    <a:pt x="7" y="14"/>
                  </a:cubicBezTo>
                  <a:cubicBezTo>
                    <a:pt x="203" y="87"/>
                    <a:pt x="402" y="150"/>
                    <a:pt x="604" y="193"/>
                  </a:cubicBezTo>
                  <a:cubicBezTo>
                    <a:pt x="816" y="236"/>
                    <a:pt x="1032" y="279"/>
                    <a:pt x="1247" y="313"/>
                  </a:cubicBezTo>
                  <a:cubicBezTo>
                    <a:pt x="1678" y="379"/>
                    <a:pt x="2109" y="425"/>
                    <a:pt x="2543" y="452"/>
                  </a:cubicBezTo>
                  <a:cubicBezTo>
                    <a:pt x="3288" y="506"/>
                    <a:pt x="4030" y="533"/>
                    <a:pt x="4776" y="533"/>
                  </a:cubicBezTo>
                  <a:cubicBezTo>
                    <a:pt x="4893" y="533"/>
                    <a:pt x="5011" y="533"/>
                    <a:pt x="5129" y="531"/>
                  </a:cubicBezTo>
                  <a:cubicBezTo>
                    <a:pt x="5371" y="531"/>
                    <a:pt x="5613" y="528"/>
                    <a:pt x="5855" y="515"/>
                  </a:cubicBezTo>
                  <a:lnTo>
                    <a:pt x="6217" y="502"/>
                  </a:lnTo>
                  <a:cubicBezTo>
                    <a:pt x="6356" y="502"/>
                    <a:pt x="6488" y="492"/>
                    <a:pt x="6621" y="468"/>
                  </a:cubicBezTo>
                  <a:cubicBezTo>
                    <a:pt x="6578" y="349"/>
                    <a:pt x="6518" y="183"/>
                    <a:pt x="6465" y="71"/>
                  </a:cubicBezTo>
                  <a:cubicBezTo>
                    <a:pt x="6459" y="55"/>
                    <a:pt x="6451" y="48"/>
                    <a:pt x="6445" y="48"/>
                  </a:cubicBezTo>
                  <a:cubicBezTo>
                    <a:pt x="6439" y="48"/>
                    <a:pt x="6435" y="57"/>
                    <a:pt x="6439" y="71"/>
                  </a:cubicBezTo>
                  <a:cubicBezTo>
                    <a:pt x="6472" y="177"/>
                    <a:pt x="6495" y="293"/>
                    <a:pt x="6525" y="399"/>
                  </a:cubicBezTo>
                  <a:cubicBezTo>
                    <a:pt x="6432" y="399"/>
                    <a:pt x="6339" y="399"/>
                    <a:pt x="6243" y="409"/>
                  </a:cubicBezTo>
                  <a:lnTo>
                    <a:pt x="5921" y="419"/>
                  </a:lnTo>
                  <a:cubicBezTo>
                    <a:pt x="5709" y="429"/>
                    <a:pt x="5497" y="432"/>
                    <a:pt x="5288" y="442"/>
                  </a:cubicBezTo>
                  <a:cubicBezTo>
                    <a:pt x="5073" y="445"/>
                    <a:pt x="4858" y="447"/>
                    <a:pt x="4644" y="447"/>
                  </a:cubicBezTo>
                  <a:cubicBezTo>
                    <a:pt x="4429" y="447"/>
                    <a:pt x="4214" y="445"/>
                    <a:pt x="3999" y="442"/>
                  </a:cubicBezTo>
                  <a:cubicBezTo>
                    <a:pt x="3137" y="425"/>
                    <a:pt x="2275" y="362"/>
                    <a:pt x="1420" y="260"/>
                  </a:cubicBezTo>
                  <a:cubicBezTo>
                    <a:pt x="1181" y="226"/>
                    <a:pt x="936" y="193"/>
                    <a:pt x="704" y="150"/>
                  </a:cubicBezTo>
                  <a:cubicBezTo>
                    <a:pt x="468" y="114"/>
                    <a:pt x="236" y="64"/>
                    <a:pt x="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8" name="Google Shape;3198;p49"/>
            <p:cNvSpPr/>
            <p:nvPr/>
          </p:nvSpPr>
          <p:spPr>
            <a:xfrm>
              <a:off x="3748035" y="2813954"/>
              <a:ext cx="243815" cy="416699"/>
            </a:xfrm>
            <a:custGeom>
              <a:avLst/>
              <a:gdLst/>
              <a:ahLst/>
              <a:cxnLst/>
              <a:rect l="l" t="t" r="r" b="b"/>
              <a:pathLst>
                <a:path w="1894" h="3237" extrusionOk="0">
                  <a:moveTo>
                    <a:pt x="696" y="0"/>
                  </a:moveTo>
                  <a:cubicBezTo>
                    <a:pt x="690" y="0"/>
                    <a:pt x="0" y="2009"/>
                    <a:pt x="0" y="2069"/>
                  </a:cubicBezTo>
                  <a:cubicBezTo>
                    <a:pt x="0" y="2195"/>
                    <a:pt x="411" y="3133"/>
                    <a:pt x="981" y="3236"/>
                  </a:cubicBezTo>
                  <a:cubicBezTo>
                    <a:pt x="984" y="3236"/>
                    <a:pt x="988" y="3237"/>
                    <a:pt x="991" y="3237"/>
                  </a:cubicBezTo>
                  <a:cubicBezTo>
                    <a:pt x="1178" y="3237"/>
                    <a:pt x="1393" y="2261"/>
                    <a:pt x="1393" y="2261"/>
                  </a:cubicBezTo>
                  <a:lnTo>
                    <a:pt x="1426" y="2192"/>
                  </a:lnTo>
                  <a:lnTo>
                    <a:pt x="1893" y="1207"/>
                  </a:lnTo>
                  <a:lnTo>
                    <a:pt x="696" y="0"/>
                  </a:lnTo>
                  <a:cubicBezTo>
                    <a:pt x="696" y="0"/>
                    <a:pt x="696" y="0"/>
                    <a:pt x="696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9" name="Google Shape;3199;p49"/>
            <p:cNvSpPr/>
            <p:nvPr/>
          </p:nvSpPr>
          <p:spPr>
            <a:xfrm>
              <a:off x="3806478" y="2813439"/>
              <a:ext cx="184856" cy="282305"/>
            </a:xfrm>
            <a:custGeom>
              <a:avLst/>
              <a:gdLst/>
              <a:ahLst/>
              <a:cxnLst/>
              <a:rect l="l" t="t" r="r" b="b"/>
              <a:pathLst>
                <a:path w="1436" h="2193" extrusionOk="0">
                  <a:moveTo>
                    <a:pt x="232" y="1"/>
                  </a:moveTo>
                  <a:lnTo>
                    <a:pt x="232" y="4"/>
                  </a:lnTo>
                  <a:cubicBezTo>
                    <a:pt x="222" y="44"/>
                    <a:pt x="123" y="336"/>
                    <a:pt x="0" y="687"/>
                  </a:cubicBezTo>
                  <a:cubicBezTo>
                    <a:pt x="96" y="1304"/>
                    <a:pt x="445" y="1847"/>
                    <a:pt x="968" y="2192"/>
                  </a:cubicBezTo>
                  <a:lnTo>
                    <a:pt x="1436" y="1201"/>
                  </a:lnTo>
                  <a:lnTo>
                    <a:pt x="388" y="144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0" name="Google Shape;3200;p49"/>
            <p:cNvSpPr/>
            <p:nvPr/>
          </p:nvSpPr>
          <p:spPr>
            <a:xfrm>
              <a:off x="3790645" y="2487368"/>
              <a:ext cx="482866" cy="584305"/>
            </a:xfrm>
            <a:custGeom>
              <a:avLst/>
              <a:gdLst/>
              <a:ahLst/>
              <a:cxnLst/>
              <a:rect l="l" t="t" r="r" b="b"/>
              <a:pathLst>
                <a:path w="3751" h="4539" extrusionOk="0">
                  <a:moveTo>
                    <a:pt x="1799" y="0"/>
                  </a:moveTo>
                  <a:cubicBezTo>
                    <a:pt x="988" y="0"/>
                    <a:pt x="138" y="532"/>
                    <a:pt x="70" y="2325"/>
                  </a:cubicBezTo>
                  <a:cubicBezTo>
                    <a:pt x="1" y="4245"/>
                    <a:pt x="1260" y="4473"/>
                    <a:pt x="1635" y="4526"/>
                  </a:cubicBezTo>
                  <a:cubicBezTo>
                    <a:pt x="1687" y="4534"/>
                    <a:pt x="1752" y="4539"/>
                    <a:pt x="1825" y="4539"/>
                  </a:cubicBezTo>
                  <a:cubicBezTo>
                    <a:pt x="2327" y="4539"/>
                    <a:pt x="3247" y="4287"/>
                    <a:pt x="3482" y="2627"/>
                  </a:cubicBezTo>
                  <a:cubicBezTo>
                    <a:pt x="3750" y="727"/>
                    <a:pt x="2828" y="84"/>
                    <a:pt x="1970" y="8"/>
                  </a:cubicBezTo>
                  <a:cubicBezTo>
                    <a:pt x="1913" y="3"/>
                    <a:pt x="1856" y="0"/>
                    <a:pt x="1799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1" name="Google Shape;3201;p49"/>
            <p:cNvSpPr/>
            <p:nvPr/>
          </p:nvSpPr>
          <p:spPr>
            <a:xfrm>
              <a:off x="4177346" y="2768384"/>
              <a:ext cx="44412" cy="31024"/>
            </a:xfrm>
            <a:custGeom>
              <a:avLst/>
              <a:gdLst/>
              <a:ahLst/>
              <a:cxnLst/>
              <a:rect l="l" t="t" r="r" b="b"/>
              <a:pathLst>
                <a:path w="345" h="241" extrusionOk="0">
                  <a:moveTo>
                    <a:pt x="116" y="0"/>
                  </a:moveTo>
                  <a:cubicBezTo>
                    <a:pt x="86" y="0"/>
                    <a:pt x="56" y="8"/>
                    <a:pt x="30" y="23"/>
                  </a:cubicBezTo>
                  <a:cubicBezTo>
                    <a:pt x="10" y="43"/>
                    <a:pt x="0" y="76"/>
                    <a:pt x="13" y="106"/>
                  </a:cubicBezTo>
                  <a:cubicBezTo>
                    <a:pt x="40" y="142"/>
                    <a:pt x="80" y="172"/>
                    <a:pt x="126" y="185"/>
                  </a:cubicBezTo>
                  <a:cubicBezTo>
                    <a:pt x="166" y="205"/>
                    <a:pt x="206" y="225"/>
                    <a:pt x="245" y="238"/>
                  </a:cubicBezTo>
                  <a:cubicBezTo>
                    <a:pt x="251" y="240"/>
                    <a:pt x="257" y="240"/>
                    <a:pt x="263" y="240"/>
                  </a:cubicBezTo>
                  <a:cubicBezTo>
                    <a:pt x="272" y="240"/>
                    <a:pt x="281" y="239"/>
                    <a:pt x="289" y="235"/>
                  </a:cubicBezTo>
                  <a:cubicBezTo>
                    <a:pt x="325" y="222"/>
                    <a:pt x="345" y="179"/>
                    <a:pt x="332" y="142"/>
                  </a:cubicBezTo>
                  <a:cubicBezTo>
                    <a:pt x="308" y="89"/>
                    <a:pt x="259" y="43"/>
                    <a:pt x="199" y="23"/>
                  </a:cubicBezTo>
                  <a:cubicBezTo>
                    <a:pt x="174" y="8"/>
                    <a:pt x="145" y="0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2" name="Google Shape;3202;p49"/>
            <p:cNvSpPr/>
            <p:nvPr/>
          </p:nvSpPr>
          <p:spPr>
            <a:xfrm>
              <a:off x="4035230" y="2744311"/>
              <a:ext cx="47501" cy="24073"/>
            </a:xfrm>
            <a:custGeom>
              <a:avLst/>
              <a:gdLst/>
              <a:ahLst/>
              <a:cxnLst/>
              <a:rect l="l" t="t" r="r" b="b"/>
              <a:pathLst>
                <a:path w="369" h="187" extrusionOk="0">
                  <a:moveTo>
                    <a:pt x="189" y="1"/>
                  </a:moveTo>
                  <a:cubicBezTo>
                    <a:pt x="131" y="1"/>
                    <a:pt x="73" y="20"/>
                    <a:pt x="33" y="57"/>
                  </a:cubicBezTo>
                  <a:cubicBezTo>
                    <a:pt x="4" y="84"/>
                    <a:pt x="0" y="130"/>
                    <a:pt x="27" y="160"/>
                  </a:cubicBezTo>
                  <a:cubicBezTo>
                    <a:pt x="37" y="177"/>
                    <a:pt x="53" y="183"/>
                    <a:pt x="70" y="183"/>
                  </a:cubicBezTo>
                  <a:lnTo>
                    <a:pt x="202" y="183"/>
                  </a:lnTo>
                  <a:cubicBezTo>
                    <a:pt x="213" y="186"/>
                    <a:pt x="224" y="187"/>
                    <a:pt x="235" y="187"/>
                  </a:cubicBezTo>
                  <a:cubicBezTo>
                    <a:pt x="272" y="187"/>
                    <a:pt x="308" y="175"/>
                    <a:pt x="338" y="160"/>
                  </a:cubicBezTo>
                  <a:cubicBezTo>
                    <a:pt x="365" y="140"/>
                    <a:pt x="368" y="107"/>
                    <a:pt x="355" y="77"/>
                  </a:cubicBezTo>
                  <a:cubicBezTo>
                    <a:pt x="323" y="30"/>
                    <a:pt x="265" y="1"/>
                    <a:pt x="211" y="1"/>
                  </a:cubicBezTo>
                  <a:cubicBezTo>
                    <a:pt x="208" y="1"/>
                    <a:pt x="205" y="1"/>
                    <a:pt x="202" y="1"/>
                  </a:cubicBezTo>
                  <a:cubicBezTo>
                    <a:pt x="198" y="1"/>
                    <a:pt x="193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3" name="Google Shape;3203;p49"/>
            <p:cNvSpPr/>
            <p:nvPr/>
          </p:nvSpPr>
          <p:spPr>
            <a:xfrm>
              <a:off x="4048360" y="2809191"/>
              <a:ext cx="26261" cy="39906"/>
            </a:xfrm>
            <a:custGeom>
              <a:avLst/>
              <a:gdLst/>
              <a:ahLst/>
              <a:cxnLst/>
              <a:rect l="l" t="t" r="r" b="b"/>
              <a:pathLst>
                <a:path w="204" h="310" extrusionOk="0">
                  <a:moveTo>
                    <a:pt x="200" y="1"/>
                  </a:moveTo>
                  <a:cubicBezTo>
                    <a:pt x="200" y="1"/>
                    <a:pt x="187" y="1"/>
                    <a:pt x="187" y="7"/>
                  </a:cubicBezTo>
                  <a:cubicBezTo>
                    <a:pt x="167" y="137"/>
                    <a:pt x="120" y="283"/>
                    <a:pt x="1" y="302"/>
                  </a:cubicBezTo>
                  <a:lnTo>
                    <a:pt x="1" y="309"/>
                  </a:lnTo>
                  <a:cubicBezTo>
                    <a:pt x="5" y="309"/>
                    <a:pt x="8" y="309"/>
                    <a:pt x="12" y="309"/>
                  </a:cubicBezTo>
                  <a:cubicBezTo>
                    <a:pt x="150" y="309"/>
                    <a:pt x="203" y="120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4" name="Google Shape;3204;p49"/>
            <p:cNvSpPr/>
            <p:nvPr/>
          </p:nvSpPr>
          <p:spPr>
            <a:xfrm>
              <a:off x="4028150" y="2788208"/>
              <a:ext cx="57671" cy="54067"/>
            </a:xfrm>
            <a:custGeom>
              <a:avLst/>
              <a:gdLst/>
              <a:ahLst/>
              <a:cxnLst/>
              <a:rect l="l" t="t" r="r" b="b"/>
              <a:pathLst>
                <a:path w="448" h="420" extrusionOk="0">
                  <a:moveTo>
                    <a:pt x="252" y="0"/>
                  </a:moveTo>
                  <a:cubicBezTo>
                    <a:pt x="72" y="0"/>
                    <a:pt x="0" y="369"/>
                    <a:pt x="178" y="416"/>
                  </a:cubicBezTo>
                  <a:cubicBezTo>
                    <a:pt x="188" y="418"/>
                    <a:pt x="197" y="419"/>
                    <a:pt x="207" y="419"/>
                  </a:cubicBezTo>
                  <a:cubicBezTo>
                    <a:pt x="373" y="419"/>
                    <a:pt x="447" y="49"/>
                    <a:pt x="287" y="5"/>
                  </a:cubicBezTo>
                  <a:cubicBezTo>
                    <a:pt x="275" y="2"/>
                    <a:pt x="263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5" name="Google Shape;3205;p49"/>
            <p:cNvSpPr/>
            <p:nvPr/>
          </p:nvSpPr>
          <p:spPr>
            <a:xfrm>
              <a:off x="4018495" y="2784088"/>
              <a:ext cx="38362" cy="26647"/>
            </a:xfrm>
            <a:custGeom>
              <a:avLst/>
              <a:gdLst/>
              <a:ahLst/>
              <a:cxnLst/>
              <a:rect l="l" t="t" r="r" b="b"/>
              <a:pathLst>
                <a:path w="298" h="207" extrusionOk="0">
                  <a:moveTo>
                    <a:pt x="34" y="0"/>
                  </a:moveTo>
                  <a:cubicBezTo>
                    <a:pt x="1" y="73"/>
                    <a:pt x="34" y="163"/>
                    <a:pt x="107" y="199"/>
                  </a:cubicBezTo>
                  <a:cubicBezTo>
                    <a:pt x="121" y="205"/>
                    <a:pt x="134" y="207"/>
                    <a:pt x="148" y="207"/>
                  </a:cubicBezTo>
                  <a:cubicBezTo>
                    <a:pt x="207" y="207"/>
                    <a:pt x="259" y="156"/>
                    <a:pt x="289" y="96"/>
                  </a:cubicBezTo>
                  <a:cubicBezTo>
                    <a:pt x="298" y="83"/>
                    <a:pt x="292" y="64"/>
                    <a:pt x="280" y="64"/>
                  </a:cubicBezTo>
                  <a:cubicBezTo>
                    <a:pt x="278" y="64"/>
                    <a:pt x="276" y="65"/>
                    <a:pt x="273" y="67"/>
                  </a:cubicBezTo>
                  <a:cubicBezTo>
                    <a:pt x="238" y="78"/>
                    <a:pt x="197" y="108"/>
                    <a:pt x="161" y="108"/>
                  </a:cubicBezTo>
                  <a:cubicBezTo>
                    <a:pt x="156" y="108"/>
                    <a:pt x="151" y="107"/>
                    <a:pt x="147" y="106"/>
                  </a:cubicBezTo>
                  <a:cubicBezTo>
                    <a:pt x="104" y="100"/>
                    <a:pt x="67" y="50"/>
                    <a:pt x="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6" name="Google Shape;3206;p49"/>
            <p:cNvSpPr/>
            <p:nvPr/>
          </p:nvSpPr>
          <p:spPr>
            <a:xfrm>
              <a:off x="4157651" y="2825410"/>
              <a:ext cx="18923" cy="47115"/>
            </a:xfrm>
            <a:custGeom>
              <a:avLst/>
              <a:gdLst/>
              <a:ahLst/>
              <a:cxnLst/>
              <a:rect l="l" t="t" r="r" b="b"/>
              <a:pathLst>
                <a:path w="147" h="366" extrusionOk="0">
                  <a:moveTo>
                    <a:pt x="84" y="1"/>
                  </a:moveTo>
                  <a:lnTo>
                    <a:pt x="84" y="1"/>
                  </a:lnTo>
                  <a:cubicBezTo>
                    <a:pt x="27" y="117"/>
                    <a:pt x="1" y="316"/>
                    <a:pt x="147" y="365"/>
                  </a:cubicBezTo>
                  <a:lnTo>
                    <a:pt x="147" y="362"/>
                  </a:lnTo>
                  <a:cubicBezTo>
                    <a:pt x="37" y="293"/>
                    <a:pt x="60" y="133"/>
                    <a:pt x="93" y="14"/>
                  </a:cubicBezTo>
                  <a:cubicBezTo>
                    <a:pt x="93" y="11"/>
                    <a:pt x="8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7" name="Google Shape;3207;p49"/>
            <p:cNvSpPr/>
            <p:nvPr/>
          </p:nvSpPr>
          <p:spPr>
            <a:xfrm>
              <a:off x="4154175" y="2812023"/>
              <a:ext cx="57800" cy="54324"/>
            </a:xfrm>
            <a:custGeom>
              <a:avLst/>
              <a:gdLst/>
              <a:ahLst/>
              <a:cxnLst/>
              <a:rect l="l" t="t" r="r" b="b"/>
              <a:pathLst>
                <a:path w="449" h="422" extrusionOk="0">
                  <a:moveTo>
                    <a:pt x="229" y="0"/>
                  </a:moveTo>
                  <a:cubicBezTo>
                    <a:pt x="69" y="0"/>
                    <a:pt x="1" y="388"/>
                    <a:pt x="180" y="420"/>
                  </a:cubicBezTo>
                  <a:cubicBezTo>
                    <a:pt x="187" y="421"/>
                    <a:pt x="193" y="421"/>
                    <a:pt x="199" y="421"/>
                  </a:cubicBezTo>
                  <a:cubicBezTo>
                    <a:pt x="375" y="421"/>
                    <a:pt x="448" y="34"/>
                    <a:pt x="246" y="2"/>
                  </a:cubicBezTo>
                  <a:cubicBezTo>
                    <a:pt x="240" y="1"/>
                    <a:pt x="235" y="0"/>
                    <a:pt x="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8" name="Google Shape;3208;p49"/>
            <p:cNvSpPr/>
            <p:nvPr/>
          </p:nvSpPr>
          <p:spPr>
            <a:xfrm>
              <a:off x="4191764" y="2818459"/>
              <a:ext cx="32182" cy="23300"/>
            </a:xfrm>
            <a:custGeom>
              <a:avLst/>
              <a:gdLst/>
              <a:ahLst/>
              <a:cxnLst/>
              <a:rect l="l" t="t" r="r" b="b"/>
              <a:pathLst>
                <a:path w="250" h="181" extrusionOk="0">
                  <a:moveTo>
                    <a:pt x="30" y="0"/>
                  </a:moveTo>
                  <a:cubicBezTo>
                    <a:pt x="22" y="0"/>
                    <a:pt x="9" y="13"/>
                    <a:pt x="1" y="18"/>
                  </a:cubicBezTo>
                  <a:cubicBezTo>
                    <a:pt x="1" y="101"/>
                    <a:pt x="34" y="181"/>
                    <a:pt x="114" y="181"/>
                  </a:cubicBezTo>
                  <a:cubicBezTo>
                    <a:pt x="193" y="181"/>
                    <a:pt x="236" y="101"/>
                    <a:pt x="249" y="22"/>
                  </a:cubicBezTo>
                  <a:lnTo>
                    <a:pt x="246" y="22"/>
                  </a:lnTo>
                  <a:cubicBezTo>
                    <a:pt x="217" y="57"/>
                    <a:pt x="175" y="86"/>
                    <a:pt x="141" y="86"/>
                  </a:cubicBezTo>
                  <a:cubicBezTo>
                    <a:pt x="136" y="86"/>
                    <a:pt x="131" y="86"/>
                    <a:pt x="127" y="85"/>
                  </a:cubicBezTo>
                  <a:cubicBezTo>
                    <a:pt x="87" y="78"/>
                    <a:pt x="64" y="32"/>
                    <a:pt x="34" y="2"/>
                  </a:cubicBezTo>
                  <a:cubicBezTo>
                    <a:pt x="33" y="1"/>
                    <a:pt x="32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9" name="Google Shape;3209;p49"/>
            <p:cNvSpPr/>
            <p:nvPr/>
          </p:nvSpPr>
          <p:spPr>
            <a:xfrm>
              <a:off x="4036002" y="2951307"/>
              <a:ext cx="33856" cy="20211"/>
            </a:xfrm>
            <a:custGeom>
              <a:avLst/>
              <a:gdLst/>
              <a:ahLst/>
              <a:cxnLst/>
              <a:rect l="l" t="t" r="r" b="b"/>
              <a:pathLst>
                <a:path w="263" h="157" extrusionOk="0">
                  <a:moveTo>
                    <a:pt x="4" y="1"/>
                  </a:moveTo>
                  <a:cubicBezTo>
                    <a:pt x="1" y="60"/>
                    <a:pt x="27" y="113"/>
                    <a:pt x="77" y="143"/>
                  </a:cubicBezTo>
                  <a:cubicBezTo>
                    <a:pt x="98" y="152"/>
                    <a:pt x="121" y="156"/>
                    <a:pt x="144" y="156"/>
                  </a:cubicBezTo>
                  <a:cubicBezTo>
                    <a:pt x="183" y="156"/>
                    <a:pt x="222" y="144"/>
                    <a:pt x="253" y="117"/>
                  </a:cubicBezTo>
                  <a:cubicBezTo>
                    <a:pt x="263" y="110"/>
                    <a:pt x="253" y="110"/>
                    <a:pt x="253" y="110"/>
                  </a:cubicBezTo>
                  <a:cubicBezTo>
                    <a:pt x="228" y="113"/>
                    <a:pt x="205" y="115"/>
                    <a:pt x="182" y="115"/>
                  </a:cubicBezTo>
                  <a:cubicBezTo>
                    <a:pt x="158" y="115"/>
                    <a:pt x="135" y="113"/>
                    <a:pt x="110" y="110"/>
                  </a:cubicBezTo>
                  <a:cubicBezTo>
                    <a:pt x="67" y="94"/>
                    <a:pt x="47" y="44"/>
                    <a:pt x="27" y="7"/>
                  </a:cubicBezTo>
                  <a:cubicBezTo>
                    <a:pt x="27" y="1"/>
                    <a:pt x="14" y="1"/>
                    <a:pt x="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0" name="Google Shape;3210;p49"/>
            <p:cNvSpPr/>
            <p:nvPr/>
          </p:nvSpPr>
          <p:spPr>
            <a:xfrm>
              <a:off x="4063421" y="2745212"/>
              <a:ext cx="94359" cy="199274"/>
            </a:xfrm>
            <a:custGeom>
              <a:avLst/>
              <a:gdLst/>
              <a:ahLst/>
              <a:cxnLst/>
              <a:rect l="l" t="t" r="r" b="b"/>
              <a:pathLst>
                <a:path w="733" h="1548" extrusionOk="0">
                  <a:moveTo>
                    <a:pt x="683" y="1"/>
                  </a:moveTo>
                  <a:cubicBezTo>
                    <a:pt x="673" y="1"/>
                    <a:pt x="670" y="4"/>
                    <a:pt x="670" y="11"/>
                  </a:cubicBezTo>
                  <a:cubicBezTo>
                    <a:pt x="620" y="418"/>
                    <a:pt x="640" y="829"/>
                    <a:pt x="600" y="1237"/>
                  </a:cubicBezTo>
                  <a:cubicBezTo>
                    <a:pt x="537" y="1197"/>
                    <a:pt x="471" y="1167"/>
                    <a:pt x="404" y="1148"/>
                  </a:cubicBezTo>
                  <a:cubicBezTo>
                    <a:pt x="395" y="1148"/>
                    <a:pt x="388" y="1456"/>
                    <a:pt x="378" y="1482"/>
                  </a:cubicBezTo>
                  <a:cubicBezTo>
                    <a:pt x="239" y="1453"/>
                    <a:pt x="113" y="1386"/>
                    <a:pt x="17" y="1283"/>
                  </a:cubicBezTo>
                  <a:cubicBezTo>
                    <a:pt x="14" y="1282"/>
                    <a:pt x="11" y="1281"/>
                    <a:pt x="9" y="1281"/>
                  </a:cubicBezTo>
                  <a:cubicBezTo>
                    <a:pt x="3" y="1281"/>
                    <a:pt x="0" y="1286"/>
                    <a:pt x="0" y="1293"/>
                  </a:cubicBezTo>
                  <a:cubicBezTo>
                    <a:pt x="70" y="1436"/>
                    <a:pt x="219" y="1535"/>
                    <a:pt x="381" y="1542"/>
                  </a:cubicBezTo>
                  <a:cubicBezTo>
                    <a:pt x="396" y="1545"/>
                    <a:pt x="409" y="1547"/>
                    <a:pt x="419" y="1547"/>
                  </a:cubicBezTo>
                  <a:cubicBezTo>
                    <a:pt x="428" y="1547"/>
                    <a:pt x="434" y="1545"/>
                    <a:pt x="434" y="1542"/>
                  </a:cubicBezTo>
                  <a:cubicBezTo>
                    <a:pt x="451" y="1453"/>
                    <a:pt x="467" y="1254"/>
                    <a:pt x="467" y="1254"/>
                  </a:cubicBezTo>
                  <a:cubicBezTo>
                    <a:pt x="495" y="1273"/>
                    <a:pt x="617" y="1350"/>
                    <a:pt x="659" y="1350"/>
                  </a:cubicBezTo>
                  <a:cubicBezTo>
                    <a:pt x="667" y="1350"/>
                    <a:pt x="672" y="1347"/>
                    <a:pt x="673" y="1340"/>
                  </a:cubicBezTo>
                  <a:cubicBezTo>
                    <a:pt x="729" y="899"/>
                    <a:pt x="733" y="455"/>
                    <a:pt x="696" y="11"/>
                  </a:cubicBezTo>
                  <a:cubicBezTo>
                    <a:pt x="696" y="4"/>
                    <a:pt x="690" y="1"/>
                    <a:pt x="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1" name="Google Shape;3211;p49"/>
            <p:cNvSpPr/>
            <p:nvPr/>
          </p:nvSpPr>
          <p:spPr>
            <a:xfrm>
              <a:off x="4047974" y="2910372"/>
              <a:ext cx="57800" cy="42738"/>
            </a:xfrm>
            <a:custGeom>
              <a:avLst/>
              <a:gdLst/>
              <a:ahLst/>
              <a:cxnLst/>
              <a:rect l="l" t="t" r="r" b="b"/>
              <a:pathLst>
                <a:path w="449" h="332" extrusionOk="0">
                  <a:moveTo>
                    <a:pt x="110" y="0"/>
                  </a:moveTo>
                  <a:cubicBezTo>
                    <a:pt x="87" y="34"/>
                    <a:pt x="60" y="70"/>
                    <a:pt x="44" y="110"/>
                  </a:cubicBezTo>
                  <a:cubicBezTo>
                    <a:pt x="11" y="180"/>
                    <a:pt x="1" y="269"/>
                    <a:pt x="90" y="312"/>
                  </a:cubicBezTo>
                  <a:cubicBezTo>
                    <a:pt x="120" y="326"/>
                    <a:pt x="150" y="332"/>
                    <a:pt x="181" y="332"/>
                  </a:cubicBezTo>
                  <a:cubicBezTo>
                    <a:pt x="195" y="332"/>
                    <a:pt x="209" y="331"/>
                    <a:pt x="223" y="329"/>
                  </a:cubicBezTo>
                  <a:cubicBezTo>
                    <a:pt x="306" y="312"/>
                    <a:pt x="385" y="276"/>
                    <a:pt x="448" y="216"/>
                  </a:cubicBezTo>
                  <a:cubicBezTo>
                    <a:pt x="316" y="183"/>
                    <a:pt x="200" y="11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2" name="Google Shape;3212;p49"/>
            <p:cNvSpPr/>
            <p:nvPr/>
          </p:nvSpPr>
          <p:spPr>
            <a:xfrm>
              <a:off x="4048875" y="2924403"/>
              <a:ext cx="29093" cy="28707"/>
            </a:xfrm>
            <a:custGeom>
              <a:avLst/>
              <a:gdLst/>
              <a:ahLst/>
              <a:cxnLst/>
              <a:rect l="l" t="t" r="r" b="b"/>
              <a:pathLst>
                <a:path w="226" h="223" extrusionOk="0">
                  <a:moveTo>
                    <a:pt x="47" y="1"/>
                  </a:moveTo>
                  <a:lnTo>
                    <a:pt x="47" y="1"/>
                  </a:lnTo>
                  <a:cubicBezTo>
                    <a:pt x="14" y="71"/>
                    <a:pt x="0" y="160"/>
                    <a:pt x="93" y="203"/>
                  </a:cubicBezTo>
                  <a:cubicBezTo>
                    <a:pt x="121" y="217"/>
                    <a:pt x="152" y="223"/>
                    <a:pt x="184" y="223"/>
                  </a:cubicBezTo>
                  <a:cubicBezTo>
                    <a:pt x="198" y="223"/>
                    <a:pt x="212" y="222"/>
                    <a:pt x="226" y="220"/>
                  </a:cubicBezTo>
                  <a:cubicBezTo>
                    <a:pt x="219" y="117"/>
                    <a:pt x="149" y="24"/>
                    <a:pt x="47" y="1"/>
                  </a:cubicBezTo>
                  <a:close/>
                </a:path>
              </a:pathLst>
            </a:custGeom>
            <a:solidFill>
              <a:srgbClr val="FF9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3" name="Google Shape;3213;p49"/>
            <p:cNvSpPr/>
            <p:nvPr/>
          </p:nvSpPr>
          <p:spPr>
            <a:xfrm>
              <a:off x="3768503" y="2465227"/>
              <a:ext cx="505008" cy="334312"/>
            </a:xfrm>
            <a:custGeom>
              <a:avLst/>
              <a:gdLst/>
              <a:ahLst/>
              <a:cxnLst/>
              <a:rect l="l" t="t" r="r" b="b"/>
              <a:pathLst>
                <a:path w="3923" h="2597" extrusionOk="0">
                  <a:moveTo>
                    <a:pt x="1906" y="1"/>
                  </a:moveTo>
                  <a:cubicBezTo>
                    <a:pt x="1594" y="1"/>
                    <a:pt x="1282" y="85"/>
                    <a:pt x="1005" y="253"/>
                  </a:cubicBezTo>
                  <a:cubicBezTo>
                    <a:pt x="0" y="853"/>
                    <a:pt x="222" y="2597"/>
                    <a:pt x="222" y="2597"/>
                  </a:cubicBezTo>
                  <a:cubicBezTo>
                    <a:pt x="498" y="2550"/>
                    <a:pt x="723" y="2361"/>
                    <a:pt x="829" y="2103"/>
                  </a:cubicBezTo>
                  <a:cubicBezTo>
                    <a:pt x="1194" y="2060"/>
                    <a:pt x="1538" y="1917"/>
                    <a:pt x="1830" y="1695"/>
                  </a:cubicBezTo>
                  <a:lnTo>
                    <a:pt x="1830" y="1695"/>
                  </a:lnTo>
                  <a:cubicBezTo>
                    <a:pt x="1804" y="1728"/>
                    <a:pt x="1635" y="1977"/>
                    <a:pt x="1545" y="2099"/>
                  </a:cubicBezTo>
                  <a:cubicBezTo>
                    <a:pt x="1639" y="2109"/>
                    <a:pt x="1728" y="2114"/>
                    <a:pt x="1815" y="2114"/>
                  </a:cubicBezTo>
                  <a:cubicBezTo>
                    <a:pt x="2870" y="2114"/>
                    <a:pt x="3408" y="1440"/>
                    <a:pt x="3408" y="1440"/>
                  </a:cubicBezTo>
                  <a:cubicBezTo>
                    <a:pt x="3571" y="1715"/>
                    <a:pt x="3670" y="2016"/>
                    <a:pt x="3700" y="2335"/>
                  </a:cubicBezTo>
                  <a:cubicBezTo>
                    <a:pt x="3700" y="2335"/>
                    <a:pt x="3922" y="1619"/>
                    <a:pt x="3700" y="1032"/>
                  </a:cubicBezTo>
                  <a:cubicBezTo>
                    <a:pt x="3557" y="617"/>
                    <a:pt x="3203" y="312"/>
                    <a:pt x="2772" y="236"/>
                  </a:cubicBezTo>
                  <a:cubicBezTo>
                    <a:pt x="2504" y="79"/>
                    <a:pt x="2205" y="1"/>
                    <a:pt x="1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4" name="Google Shape;3214;p49"/>
            <p:cNvSpPr/>
            <p:nvPr/>
          </p:nvSpPr>
          <p:spPr>
            <a:xfrm>
              <a:off x="4004077" y="2628069"/>
              <a:ext cx="217296" cy="123066"/>
            </a:xfrm>
            <a:custGeom>
              <a:avLst/>
              <a:gdLst/>
              <a:ahLst/>
              <a:cxnLst/>
              <a:rect l="l" t="t" r="r" b="b"/>
              <a:pathLst>
                <a:path w="1688" h="956" extrusionOk="0">
                  <a:moveTo>
                    <a:pt x="1674" y="1"/>
                  </a:moveTo>
                  <a:cubicBezTo>
                    <a:pt x="1671" y="1"/>
                    <a:pt x="1668" y="3"/>
                    <a:pt x="1668" y="6"/>
                  </a:cubicBezTo>
                  <a:cubicBezTo>
                    <a:pt x="1595" y="155"/>
                    <a:pt x="1495" y="291"/>
                    <a:pt x="1376" y="403"/>
                  </a:cubicBezTo>
                  <a:cubicBezTo>
                    <a:pt x="1270" y="513"/>
                    <a:pt x="1147" y="602"/>
                    <a:pt x="1015" y="682"/>
                  </a:cubicBezTo>
                  <a:cubicBezTo>
                    <a:pt x="720" y="858"/>
                    <a:pt x="382" y="947"/>
                    <a:pt x="37" y="947"/>
                  </a:cubicBezTo>
                  <a:cubicBezTo>
                    <a:pt x="25" y="947"/>
                    <a:pt x="13" y="947"/>
                    <a:pt x="0" y="947"/>
                  </a:cubicBezTo>
                  <a:lnTo>
                    <a:pt x="0" y="947"/>
                  </a:lnTo>
                  <a:cubicBezTo>
                    <a:pt x="63" y="953"/>
                    <a:pt x="126" y="955"/>
                    <a:pt x="189" y="955"/>
                  </a:cubicBezTo>
                  <a:cubicBezTo>
                    <a:pt x="350" y="955"/>
                    <a:pt x="509" y="937"/>
                    <a:pt x="667" y="904"/>
                  </a:cubicBezTo>
                  <a:lnTo>
                    <a:pt x="673" y="914"/>
                  </a:lnTo>
                  <a:cubicBezTo>
                    <a:pt x="812" y="881"/>
                    <a:pt x="948" y="831"/>
                    <a:pt x="1078" y="758"/>
                  </a:cubicBezTo>
                  <a:cubicBezTo>
                    <a:pt x="1223" y="682"/>
                    <a:pt x="1353" y="572"/>
                    <a:pt x="1456" y="450"/>
                  </a:cubicBezTo>
                  <a:cubicBezTo>
                    <a:pt x="1555" y="317"/>
                    <a:pt x="1635" y="171"/>
                    <a:pt x="1684" y="12"/>
                  </a:cubicBezTo>
                  <a:cubicBezTo>
                    <a:pt x="1688" y="9"/>
                    <a:pt x="1684" y="2"/>
                    <a:pt x="1678" y="2"/>
                  </a:cubicBezTo>
                  <a:cubicBezTo>
                    <a:pt x="1677" y="1"/>
                    <a:pt x="1675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5" name="Google Shape;3215;p49"/>
            <p:cNvSpPr/>
            <p:nvPr/>
          </p:nvSpPr>
          <p:spPr>
            <a:xfrm>
              <a:off x="3724478" y="2733498"/>
              <a:ext cx="112381" cy="162457"/>
            </a:xfrm>
            <a:custGeom>
              <a:avLst/>
              <a:gdLst/>
              <a:ahLst/>
              <a:cxnLst/>
              <a:rect l="l" t="t" r="r" b="b"/>
              <a:pathLst>
                <a:path w="873" h="1262" extrusionOk="0">
                  <a:moveTo>
                    <a:pt x="354" y="1"/>
                  </a:moveTo>
                  <a:cubicBezTo>
                    <a:pt x="336" y="1"/>
                    <a:pt x="318" y="3"/>
                    <a:pt x="299" y="9"/>
                  </a:cubicBezTo>
                  <a:cubicBezTo>
                    <a:pt x="1" y="92"/>
                    <a:pt x="114" y="1010"/>
                    <a:pt x="399" y="1195"/>
                  </a:cubicBezTo>
                  <a:cubicBezTo>
                    <a:pt x="457" y="1240"/>
                    <a:pt x="526" y="1262"/>
                    <a:pt x="595" y="1262"/>
                  </a:cubicBezTo>
                  <a:cubicBezTo>
                    <a:pt x="694" y="1262"/>
                    <a:pt x="792" y="1218"/>
                    <a:pt x="856" y="1136"/>
                  </a:cubicBezTo>
                  <a:cubicBezTo>
                    <a:pt x="859" y="1129"/>
                    <a:pt x="859" y="1126"/>
                    <a:pt x="863" y="1126"/>
                  </a:cubicBezTo>
                  <a:lnTo>
                    <a:pt x="873" y="599"/>
                  </a:lnTo>
                  <a:cubicBezTo>
                    <a:pt x="873" y="599"/>
                    <a:pt x="631" y="1"/>
                    <a:pt x="354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6" name="Google Shape;3216;p49"/>
            <p:cNvSpPr/>
            <p:nvPr/>
          </p:nvSpPr>
          <p:spPr>
            <a:xfrm>
              <a:off x="3767216" y="2767869"/>
              <a:ext cx="55096" cy="109421"/>
            </a:xfrm>
            <a:custGeom>
              <a:avLst/>
              <a:gdLst/>
              <a:ahLst/>
              <a:cxnLst/>
              <a:rect l="l" t="t" r="r" b="b"/>
              <a:pathLst>
                <a:path w="428" h="850" extrusionOk="0">
                  <a:moveTo>
                    <a:pt x="10" y="0"/>
                  </a:moveTo>
                  <a:cubicBezTo>
                    <a:pt x="10" y="0"/>
                    <a:pt x="0" y="0"/>
                    <a:pt x="10" y="10"/>
                  </a:cubicBezTo>
                  <a:cubicBezTo>
                    <a:pt x="209" y="149"/>
                    <a:pt x="276" y="372"/>
                    <a:pt x="309" y="607"/>
                  </a:cubicBezTo>
                  <a:cubicBezTo>
                    <a:pt x="285" y="530"/>
                    <a:pt x="217" y="481"/>
                    <a:pt x="141" y="481"/>
                  </a:cubicBezTo>
                  <a:cubicBezTo>
                    <a:pt x="122" y="481"/>
                    <a:pt x="103" y="484"/>
                    <a:pt x="83" y="491"/>
                  </a:cubicBezTo>
                  <a:lnTo>
                    <a:pt x="60" y="504"/>
                  </a:lnTo>
                  <a:cubicBezTo>
                    <a:pt x="53" y="504"/>
                    <a:pt x="60" y="514"/>
                    <a:pt x="60" y="514"/>
                  </a:cubicBezTo>
                  <a:cubicBezTo>
                    <a:pt x="65" y="514"/>
                    <a:pt x="70" y="514"/>
                    <a:pt x="75" y="514"/>
                  </a:cubicBezTo>
                  <a:cubicBezTo>
                    <a:pt x="156" y="514"/>
                    <a:pt x="228" y="562"/>
                    <a:pt x="259" y="637"/>
                  </a:cubicBezTo>
                  <a:cubicBezTo>
                    <a:pt x="285" y="696"/>
                    <a:pt x="309" y="763"/>
                    <a:pt x="319" y="832"/>
                  </a:cubicBezTo>
                  <a:cubicBezTo>
                    <a:pt x="322" y="844"/>
                    <a:pt x="333" y="850"/>
                    <a:pt x="343" y="850"/>
                  </a:cubicBezTo>
                  <a:cubicBezTo>
                    <a:pt x="353" y="850"/>
                    <a:pt x="362" y="844"/>
                    <a:pt x="362" y="832"/>
                  </a:cubicBezTo>
                  <a:lnTo>
                    <a:pt x="362" y="829"/>
                  </a:lnTo>
                  <a:cubicBezTo>
                    <a:pt x="428" y="537"/>
                    <a:pt x="302" y="96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7" name="Google Shape;3217;p49"/>
            <p:cNvSpPr/>
            <p:nvPr/>
          </p:nvSpPr>
          <p:spPr>
            <a:xfrm>
              <a:off x="4096247" y="4176164"/>
              <a:ext cx="1019155" cy="48274"/>
            </a:xfrm>
            <a:custGeom>
              <a:avLst/>
              <a:gdLst/>
              <a:ahLst/>
              <a:cxnLst/>
              <a:rect l="l" t="t" r="r" b="b"/>
              <a:pathLst>
                <a:path w="7917" h="375" extrusionOk="0">
                  <a:moveTo>
                    <a:pt x="0" y="0"/>
                  </a:moveTo>
                  <a:lnTo>
                    <a:pt x="0" y="375"/>
                  </a:lnTo>
                  <a:lnTo>
                    <a:pt x="7917" y="375"/>
                  </a:lnTo>
                  <a:lnTo>
                    <a:pt x="79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8" name="Google Shape;3218;p49"/>
            <p:cNvSpPr/>
            <p:nvPr/>
          </p:nvSpPr>
          <p:spPr>
            <a:xfrm>
              <a:off x="4423476" y="4176164"/>
              <a:ext cx="691924" cy="48274"/>
            </a:xfrm>
            <a:custGeom>
              <a:avLst/>
              <a:gdLst/>
              <a:ahLst/>
              <a:cxnLst/>
              <a:rect l="l" t="t" r="r" b="b"/>
              <a:pathLst>
                <a:path w="5375" h="375" extrusionOk="0">
                  <a:moveTo>
                    <a:pt x="273" y="0"/>
                  </a:moveTo>
                  <a:lnTo>
                    <a:pt x="1" y="375"/>
                  </a:lnTo>
                  <a:lnTo>
                    <a:pt x="5375" y="375"/>
                  </a:lnTo>
                  <a:lnTo>
                    <a:pt x="5375" y="0"/>
                  </a:lnTo>
                  <a:close/>
                </a:path>
              </a:pathLst>
            </a:custGeom>
            <a:solidFill>
              <a:srgbClr val="423542">
                <a:alpha val="3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9" name="Google Shape;3219;p49"/>
            <p:cNvSpPr/>
            <p:nvPr/>
          </p:nvSpPr>
          <p:spPr>
            <a:xfrm>
              <a:off x="4501614" y="3552214"/>
              <a:ext cx="1072578" cy="672228"/>
            </a:xfrm>
            <a:custGeom>
              <a:avLst/>
              <a:gdLst/>
              <a:ahLst/>
              <a:cxnLst/>
              <a:rect l="l" t="t" r="r" b="b"/>
              <a:pathLst>
                <a:path w="8332" h="5222" extrusionOk="0">
                  <a:moveTo>
                    <a:pt x="644" y="0"/>
                  </a:moveTo>
                  <a:lnTo>
                    <a:pt x="1" y="5222"/>
                  </a:lnTo>
                  <a:lnTo>
                    <a:pt x="7688" y="5222"/>
                  </a:lnTo>
                  <a:lnTo>
                    <a:pt x="83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0" name="Google Shape;3220;p49"/>
            <p:cNvSpPr/>
            <p:nvPr/>
          </p:nvSpPr>
          <p:spPr>
            <a:xfrm>
              <a:off x="4977010" y="3825763"/>
              <a:ext cx="121779" cy="120877"/>
            </a:xfrm>
            <a:custGeom>
              <a:avLst/>
              <a:gdLst/>
              <a:ahLst/>
              <a:cxnLst/>
              <a:rect l="l" t="t" r="r" b="b"/>
              <a:pathLst>
                <a:path w="946" h="939" extrusionOk="0">
                  <a:moveTo>
                    <a:pt x="481" y="0"/>
                  </a:moveTo>
                  <a:cubicBezTo>
                    <a:pt x="226" y="4"/>
                    <a:pt x="14" y="209"/>
                    <a:pt x="4" y="468"/>
                  </a:cubicBezTo>
                  <a:cubicBezTo>
                    <a:pt x="1" y="723"/>
                    <a:pt x="200" y="932"/>
                    <a:pt x="451" y="939"/>
                  </a:cubicBezTo>
                  <a:lnTo>
                    <a:pt x="465" y="939"/>
                  </a:lnTo>
                  <a:cubicBezTo>
                    <a:pt x="723" y="932"/>
                    <a:pt x="932" y="726"/>
                    <a:pt x="942" y="468"/>
                  </a:cubicBezTo>
                  <a:cubicBezTo>
                    <a:pt x="945" y="216"/>
                    <a:pt x="746" y="4"/>
                    <a:pt x="4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21" name="Google Shape;3221;p49"/>
          <p:cNvGrpSpPr/>
          <p:nvPr/>
        </p:nvGrpSpPr>
        <p:grpSpPr>
          <a:xfrm>
            <a:off x="6994629" y="2624684"/>
            <a:ext cx="1425315" cy="1726778"/>
            <a:chOff x="2773807" y="601618"/>
            <a:chExt cx="3359215" cy="4069711"/>
          </a:xfrm>
        </p:grpSpPr>
        <p:sp>
          <p:nvSpPr>
            <p:cNvPr id="3222" name="Google Shape;3222;p49"/>
            <p:cNvSpPr/>
            <p:nvPr/>
          </p:nvSpPr>
          <p:spPr>
            <a:xfrm>
              <a:off x="2779821" y="607213"/>
              <a:ext cx="2625827" cy="1663593"/>
            </a:xfrm>
            <a:custGeom>
              <a:avLst/>
              <a:gdLst/>
              <a:ahLst/>
              <a:cxnLst/>
              <a:rect l="l" t="t" r="r" b="b"/>
              <a:pathLst>
                <a:path w="37544" h="23786" extrusionOk="0">
                  <a:moveTo>
                    <a:pt x="0" y="0"/>
                  </a:moveTo>
                  <a:lnTo>
                    <a:pt x="0" y="23786"/>
                  </a:lnTo>
                  <a:lnTo>
                    <a:pt x="37544" y="23786"/>
                  </a:lnTo>
                  <a:lnTo>
                    <a:pt x="37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3" name="Google Shape;3223;p49"/>
            <p:cNvSpPr/>
            <p:nvPr/>
          </p:nvSpPr>
          <p:spPr>
            <a:xfrm>
              <a:off x="2773807" y="601618"/>
              <a:ext cx="2637437" cy="1671986"/>
            </a:xfrm>
            <a:custGeom>
              <a:avLst/>
              <a:gdLst/>
              <a:ahLst/>
              <a:cxnLst/>
              <a:rect l="l" t="t" r="r" b="b"/>
              <a:pathLst>
                <a:path w="37710" h="23906" extrusionOk="0">
                  <a:moveTo>
                    <a:pt x="37630" y="23866"/>
                  </a:moveTo>
                  <a:lnTo>
                    <a:pt x="32463" y="23871"/>
                  </a:lnTo>
                  <a:lnTo>
                    <a:pt x="32463" y="23871"/>
                  </a:lnTo>
                  <a:lnTo>
                    <a:pt x="37630" y="23879"/>
                  </a:lnTo>
                  <a:lnTo>
                    <a:pt x="37630" y="23879"/>
                  </a:lnTo>
                  <a:lnTo>
                    <a:pt x="37630" y="23866"/>
                  </a:lnTo>
                  <a:close/>
                  <a:moveTo>
                    <a:pt x="40" y="0"/>
                  </a:moveTo>
                  <a:lnTo>
                    <a:pt x="40" y="97"/>
                  </a:lnTo>
                  <a:lnTo>
                    <a:pt x="0" y="23872"/>
                  </a:lnTo>
                  <a:lnTo>
                    <a:pt x="0" y="23906"/>
                  </a:lnTo>
                  <a:lnTo>
                    <a:pt x="93" y="23906"/>
                  </a:lnTo>
                  <a:lnTo>
                    <a:pt x="32463" y="23871"/>
                  </a:lnTo>
                  <a:lnTo>
                    <a:pt x="32463" y="23871"/>
                  </a:lnTo>
                  <a:lnTo>
                    <a:pt x="150" y="23823"/>
                  </a:lnTo>
                  <a:lnTo>
                    <a:pt x="150" y="23823"/>
                  </a:lnTo>
                  <a:lnTo>
                    <a:pt x="169" y="199"/>
                  </a:lnTo>
                  <a:lnTo>
                    <a:pt x="169" y="199"/>
                  </a:lnTo>
                  <a:lnTo>
                    <a:pt x="37583" y="163"/>
                  </a:lnTo>
                  <a:lnTo>
                    <a:pt x="37583" y="163"/>
                  </a:lnTo>
                  <a:lnTo>
                    <a:pt x="37630" y="23866"/>
                  </a:lnTo>
                  <a:lnTo>
                    <a:pt x="37630" y="23866"/>
                  </a:lnTo>
                  <a:lnTo>
                    <a:pt x="37660" y="23866"/>
                  </a:lnTo>
                  <a:lnTo>
                    <a:pt x="37709" y="87"/>
                  </a:lnTo>
                  <a:lnTo>
                    <a:pt x="37709" y="40"/>
                  </a:lnTo>
                  <a:lnTo>
                    <a:pt x="37653" y="4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4" name="Google Shape;3224;p49"/>
            <p:cNvSpPr/>
            <p:nvPr/>
          </p:nvSpPr>
          <p:spPr>
            <a:xfrm>
              <a:off x="2779821" y="607213"/>
              <a:ext cx="2625827" cy="63785"/>
            </a:xfrm>
            <a:custGeom>
              <a:avLst/>
              <a:gdLst/>
              <a:ahLst/>
              <a:cxnLst/>
              <a:rect l="l" t="t" r="r" b="b"/>
              <a:pathLst>
                <a:path w="37544" h="912" extrusionOk="0">
                  <a:moveTo>
                    <a:pt x="0" y="0"/>
                  </a:moveTo>
                  <a:lnTo>
                    <a:pt x="0" y="912"/>
                  </a:lnTo>
                  <a:lnTo>
                    <a:pt x="37544" y="912"/>
                  </a:lnTo>
                  <a:lnTo>
                    <a:pt x="37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5" name="Google Shape;3225;p49"/>
            <p:cNvSpPr/>
            <p:nvPr/>
          </p:nvSpPr>
          <p:spPr>
            <a:xfrm>
              <a:off x="2817169" y="626166"/>
              <a:ext cx="27906" cy="27906"/>
            </a:xfrm>
            <a:custGeom>
              <a:avLst/>
              <a:gdLst/>
              <a:ahLst/>
              <a:cxnLst/>
              <a:rect l="l" t="t" r="r" b="b"/>
              <a:pathLst>
                <a:path w="399" h="399" extrusionOk="0">
                  <a:moveTo>
                    <a:pt x="199" y="1"/>
                  </a:moveTo>
                  <a:cubicBezTo>
                    <a:pt x="86" y="1"/>
                    <a:pt x="0" y="90"/>
                    <a:pt x="0" y="200"/>
                  </a:cubicBezTo>
                  <a:cubicBezTo>
                    <a:pt x="0" y="312"/>
                    <a:pt x="86" y="399"/>
                    <a:pt x="199" y="399"/>
                  </a:cubicBezTo>
                  <a:cubicBezTo>
                    <a:pt x="312" y="399"/>
                    <a:pt x="398" y="309"/>
                    <a:pt x="398" y="200"/>
                  </a:cubicBezTo>
                  <a:cubicBezTo>
                    <a:pt x="398" y="94"/>
                    <a:pt x="312" y="1"/>
                    <a:pt x="1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6" name="Google Shape;3226;p49"/>
            <p:cNvSpPr/>
            <p:nvPr/>
          </p:nvSpPr>
          <p:spPr>
            <a:xfrm>
              <a:off x="2873261" y="626166"/>
              <a:ext cx="28116" cy="27906"/>
            </a:xfrm>
            <a:custGeom>
              <a:avLst/>
              <a:gdLst/>
              <a:ahLst/>
              <a:cxnLst/>
              <a:rect l="l" t="t" r="r" b="b"/>
              <a:pathLst>
                <a:path w="402" h="399" extrusionOk="0">
                  <a:moveTo>
                    <a:pt x="199" y="1"/>
                  </a:moveTo>
                  <a:cubicBezTo>
                    <a:pt x="90" y="1"/>
                    <a:pt x="0" y="90"/>
                    <a:pt x="0" y="200"/>
                  </a:cubicBezTo>
                  <a:cubicBezTo>
                    <a:pt x="0" y="312"/>
                    <a:pt x="90" y="399"/>
                    <a:pt x="199" y="399"/>
                  </a:cubicBezTo>
                  <a:cubicBezTo>
                    <a:pt x="312" y="399"/>
                    <a:pt x="402" y="309"/>
                    <a:pt x="402" y="200"/>
                  </a:cubicBezTo>
                  <a:cubicBezTo>
                    <a:pt x="402" y="94"/>
                    <a:pt x="312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7" name="Google Shape;3227;p49"/>
            <p:cNvSpPr/>
            <p:nvPr/>
          </p:nvSpPr>
          <p:spPr>
            <a:xfrm>
              <a:off x="2927045" y="627355"/>
              <a:ext cx="29515" cy="28046"/>
            </a:xfrm>
            <a:custGeom>
              <a:avLst/>
              <a:gdLst/>
              <a:ahLst/>
              <a:cxnLst/>
              <a:rect l="l" t="t" r="r" b="b"/>
              <a:pathLst>
                <a:path w="422" h="401" extrusionOk="0">
                  <a:moveTo>
                    <a:pt x="219" y="0"/>
                  </a:moveTo>
                  <a:cubicBezTo>
                    <a:pt x="97" y="7"/>
                    <a:pt x="1" y="116"/>
                    <a:pt x="30" y="246"/>
                  </a:cubicBezTo>
                  <a:cubicBezTo>
                    <a:pt x="47" y="322"/>
                    <a:pt x="107" y="378"/>
                    <a:pt x="183" y="395"/>
                  </a:cubicBezTo>
                  <a:cubicBezTo>
                    <a:pt x="199" y="399"/>
                    <a:pt x="214" y="400"/>
                    <a:pt x="229" y="400"/>
                  </a:cubicBezTo>
                  <a:cubicBezTo>
                    <a:pt x="337" y="400"/>
                    <a:pt x="422" y="310"/>
                    <a:pt x="422" y="199"/>
                  </a:cubicBezTo>
                  <a:cubicBezTo>
                    <a:pt x="418" y="90"/>
                    <a:pt x="332" y="0"/>
                    <a:pt x="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8" name="Google Shape;3228;p49"/>
            <p:cNvSpPr/>
            <p:nvPr/>
          </p:nvSpPr>
          <p:spPr>
            <a:xfrm>
              <a:off x="2779821" y="670928"/>
              <a:ext cx="2625827" cy="252134"/>
            </a:xfrm>
            <a:custGeom>
              <a:avLst/>
              <a:gdLst/>
              <a:ahLst/>
              <a:cxnLst/>
              <a:rect l="l" t="t" r="r" b="b"/>
              <a:pathLst>
                <a:path w="37544" h="3605" extrusionOk="0">
                  <a:moveTo>
                    <a:pt x="0" y="1"/>
                  </a:moveTo>
                  <a:lnTo>
                    <a:pt x="0" y="3604"/>
                  </a:lnTo>
                  <a:lnTo>
                    <a:pt x="37544" y="3604"/>
                  </a:lnTo>
                  <a:lnTo>
                    <a:pt x="37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9" name="Google Shape;3229;p49"/>
            <p:cNvSpPr/>
            <p:nvPr/>
          </p:nvSpPr>
          <p:spPr>
            <a:xfrm>
              <a:off x="3081262" y="763668"/>
              <a:ext cx="2164853" cy="60848"/>
            </a:xfrm>
            <a:custGeom>
              <a:avLst/>
              <a:gdLst/>
              <a:ahLst/>
              <a:cxnLst/>
              <a:rect l="l" t="t" r="r" b="b"/>
              <a:pathLst>
                <a:path w="30953" h="870" extrusionOk="0">
                  <a:moveTo>
                    <a:pt x="0" y="1"/>
                  </a:moveTo>
                  <a:lnTo>
                    <a:pt x="0" y="869"/>
                  </a:lnTo>
                  <a:lnTo>
                    <a:pt x="30953" y="869"/>
                  </a:lnTo>
                  <a:lnTo>
                    <a:pt x="30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0" name="Google Shape;3230;p49"/>
            <p:cNvSpPr/>
            <p:nvPr/>
          </p:nvSpPr>
          <p:spPr>
            <a:xfrm>
              <a:off x="3081262" y="763668"/>
              <a:ext cx="2164853" cy="63855"/>
            </a:xfrm>
            <a:custGeom>
              <a:avLst/>
              <a:gdLst/>
              <a:ahLst/>
              <a:cxnLst/>
              <a:rect l="l" t="t" r="r" b="b"/>
              <a:pathLst>
                <a:path w="30953" h="913" extrusionOk="0">
                  <a:moveTo>
                    <a:pt x="30913" y="1"/>
                  </a:moveTo>
                  <a:lnTo>
                    <a:pt x="30913" y="869"/>
                  </a:lnTo>
                  <a:lnTo>
                    <a:pt x="0" y="869"/>
                  </a:lnTo>
                  <a:lnTo>
                    <a:pt x="0" y="912"/>
                  </a:lnTo>
                  <a:lnTo>
                    <a:pt x="30953" y="912"/>
                  </a:lnTo>
                  <a:lnTo>
                    <a:pt x="309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1" name="Google Shape;3231;p49"/>
            <p:cNvSpPr/>
            <p:nvPr/>
          </p:nvSpPr>
          <p:spPr>
            <a:xfrm>
              <a:off x="3114833" y="795421"/>
              <a:ext cx="13988" cy="16086"/>
            </a:xfrm>
            <a:custGeom>
              <a:avLst/>
              <a:gdLst/>
              <a:ahLst/>
              <a:cxnLst/>
              <a:rect l="l" t="t" r="r" b="b"/>
              <a:pathLst>
                <a:path w="200" h="230" extrusionOk="0">
                  <a:moveTo>
                    <a:pt x="54" y="1"/>
                  </a:moveTo>
                  <a:cubicBezTo>
                    <a:pt x="44" y="17"/>
                    <a:pt x="37" y="31"/>
                    <a:pt x="24" y="41"/>
                  </a:cubicBezTo>
                  <a:lnTo>
                    <a:pt x="1" y="51"/>
                  </a:lnTo>
                  <a:lnTo>
                    <a:pt x="21" y="80"/>
                  </a:lnTo>
                  <a:lnTo>
                    <a:pt x="41" y="107"/>
                  </a:lnTo>
                  <a:lnTo>
                    <a:pt x="137" y="230"/>
                  </a:lnTo>
                  <a:lnTo>
                    <a:pt x="200" y="183"/>
                  </a:lnTo>
                  <a:lnTo>
                    <a:pt x="94" y="61"/>
                  </a:lnTo>
                  <a:lnTo>
                    <a:pt x="74" y="31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2" name="Google Shape;3232;p49"/>
            <p:cNvSpPr/>
            <p:nvPr/>
          </p:nvSpPr>
          <p:spPr>
            <a:xfrm>
              <a:off x="3113014" y="793113"/>
              <a:ext cx="16296" cy="17905"/>
            </a:xfrm>
            <a:custGeom>
              <a:avLst/>
              <a:gdLst/>
              <a:ahLst/>
              <a:cxnLst/>
              <a:rect l="l" t="t" r="r" b="b"/>
              <a:pathLst>
                <a:path w="233" h="256" extrusionOk="0">
                  <a:moveTo>
                    <a:pt x="67" y="84"/>
                  </a:moveTo>
                  <a:lnTo>
                    <a:pt x="90" y="100"/>
                  </a:lnTo>
                  <a:lnTo>
                    <a:pt x="110" y="127"/>
                  </a:lnTo>
                  <a:lnTo>
                    <a:pt x="183" y="246"/>
                  </a:lnTo>
                  <a:lnTo>
                    <a:pt x="176" y="246"/>
                  </a:lnTo>
                  <a:lnTo>
                    <a:pt x="100" y="127"/>
                  </a:lnTo>
                  <a:lnTo>
                    <a:pt x="80" y="100"/>
                  </a:lnTo>
                  <a:lnTo>
                    <a:pt x="66" y="84"/>
                  </a:lnTo>
                  <a:close/>
                  <a:moveTo>
                    <a:pt x="96" y="1"/>
                  </a:moveTo>
                  <a:cubicBezTo>
                    <a:pt x="96" y="11"/>
                    <a:pt x="93" y="14"/>
                    <a:pt x="90" y="24"/>
                  </a:cubicBezTo>
                  <a:lnTo>
                    <a:pt x="90" y="41"/>
                  </a:lnTo>
                  <a:cubicBezTo>
                    <a:pt x="82" y="48"/>
                    <a:pt x="68" y="71"/>
                    <a:pt x="62" y="80"/>
                  </a:cubicBezTo>
                  <a:lnTo>
                    <a:pt x="62" y="80"/>
                  </a:lnTo>
                  <a:lnTo>
                    <a:pt x="60" y="77"/>
                  </a:lnTo>
                  <a:cubicBezTo>
                    <a:pt x="59" y="77"/>
                    <a:pt x="59" y="77"/>
                    <a:pt x="59" y="77"/>
                  </a:cubicBezTo>
                  <a:cubicBezTo>
                    <a:pt x="49" y="77"/>
                    <a:pt x="33" y="44"/>
                    <a:pt x="33" y="44"/>
                  </a:cubicBezTo>
                  <a:lnTo>
                    <a:pt x="0" y="44"/>
                  </a:lnTo>
                  <a:lnTo>
                    <a:pt x="23" y="117"/>
                  </a:lnTo>
                  <a:lnTo>
                    <a:pt x="57" y="107"/>
                  </a:lnTo>
                  <a:lnTo>
                    <a:pt x="76" y="130"/>
                  </a:lnTo>
                  <a:lnTo>
                    <a:pt x="173" y="256"/>
                  </a:lnTo>
                  <a:lnTo>
                    <a:pt x="232" y="210"/>
                  </a:lnTo>
                  <a:lnTo>
                    <a:pt x="126" y="90"/>
                  </a:lnTo>
                  <a:lnTo>
                    <a:pt x="106" y="60"/>
                  </a:lnTo>
                  <a:cubicBezTo>
                    <a:pt x="113" y="50"/>
                    <a:pt x="116" y="41"/>
                    <a:pt x="123" y="31"/>
                  </a:cubicBezTo>
                  <a:lnTo>
                    <a:pt x="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3" name="Google Shape;3233;p49"/>
            <p:cNvSpPr/>
            <p:nvPr/>
          </p:nvSpPr>
          <p:spPr>
            <a:xfrm>
              <a:off x="3096788" y="778565"/>
              <a:ext cx="26228" cy="23919"/>
            </a:xfrm>
            <a:custGeom>
              <a:avLst/>
              <a:gdLst/>
              <a:ahLst/>
              <a:cxnLst/>
              <a:rect l="l" t="t" r="r" b="b"/>
              <a:pathLst>
                <a:path w="375" h="342" extrusionOk="0">
                  <a:moveTo>
                    <a:pt x="212" y="23"/>
                  </a:moveTo>
                  <a:cubicBezTo>
                    <a:pt x="255" y="23"/>
                    <a:pt x="292" y="43"/>
                    <a:pt x="315" y="73"/>
                  </a:cubicBezTo>
                  <a:cubicBezTo>
                    <a:pt x="342" y="106"/>
                    <a:pt x="348" y="149"/>
                    <a:pt x="342" y="186"/>
                  </a:cubicBezTo>
                  <a:cubicBezTo>
                    <a:pt x="342" y="199"/>
                    <a:pt x="332" y="209"/>
                    <a:pt x="322" y="222"/>
                  </a:cubicBezTo>
                  <a:lnTo>
                    <a:pt x="322" y="239"/>
                  </a:lnTo>
                  <a:cubicBezTo>
                    <a:pt x="312" y="252"/>
                    <a:pt x="305" y="265"/>
                    <a:pt x="292" y="275"/>
                  </a:cubicBezTo>
                  <a:cubicBezTo>
                    <a:pt x="282" y="282"/>
                    <a:pt x="275" y="288"/>
                    <a:pt x="265" y="288"/>
                  </a:cubicBezTo>
                  <a:lnTo>
                    <a:pt x="216" y="288"/>
                  </a:lnTo>
                  <a:cubicBezTo>
                    <a:pt x="149" y="288"/>
                    <a:pt x="93" y="242"/>
                    <a:pt x="80" y="182"/>
                  </a:cubicBezTo>
                  <a:cubicBezTo>
                    <a:pt x="63" y="99"/>
                    <a:pt x="129" y="23"/>
                    <a:pt x="212" y="23"/>
                  </a:cubicBezTo>
                  <a:close/>
                  <a:moveTo>
                    <a:pt x="195" y="0"/>
                  </a:moveTo>
                  <a:cubicBezTo>
                    <a:pt x="159" y="0"/>
                    <a:pt x="123" y="12"/>
                    <a:pt x="93" y="36"/>
                  </a:cubicBezTo>
                  <a:cubicBezTo>
                    <a:pt x="17" y="93"/>
                    <a:pt x="0" y="202"/>
                    <a:pt x="60" y="275"/>
                  </a:cubicBezTo>
                  <a:cubicBezTo>
                    <a:pt x="90" y="318"/>
                    <a:pt x="142" y="342"/>
                    <a:pt x="194" y="342"/>
                  </a:cubicBezTo>
                  <a:cubicBezTo>
                    <a:pt x="210" y="342"/>
                    <a:pt x="226" y="339"/>
                    <a:pt x="242" y="335"/>
                  </a:cubicBezTo>
                  <a:lnTo>
                    <a:pt x="275" y="321"/>
                  </a:lnTo>
                  <a:lnTo>
                    <a:pt x="299" y="305"/>
                  </a:lnTo>
                  <a:lnTo>
                    <a:pt x="308" y="298"/>
                  </a:lnTo>
                  <a:lnTo>
                    <a:pt x="332" y="272"/>
                  </a:lnTo>
                  <a:cubicBezTo>
                    <a:pt x="342" y="265"/>
                    <a:pt x="345" y="252"/>
                    <a:pt x="348" y="242"/>
                  </a:cubicBezTo>
                  <a:cubicBezTo>
                    <a:pt x="375" y="186"/>
                    <a:pt x="371" y="119"/>
                    <a:pt x="332" y="70"/>
                  </a:cubicBezTo>
                  <a:cubicBezTo>
                    <a:pt x="298" y="24"/>
                    <a:pt x="247" y="0"/>
                    <a:pt x="195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49"/>
            <p:cNvSpPr/>
            <p:nvPr/>
          </p:nvSpPr>
          <p:spPr>
            <a:xfrm>
              <a:off x="3097488" y="778285"/>
              <a:ext cx="26717" cy="23989"/>
            </a:xfrm>
            <a:custGeom>
              <a:avLst/>
              <a:gdLst/>
              <a:ahLst/>
              <a:cxnLst/>
              <a:rect l="l" t="t" r="r" b="b"/>
              <a:pathLst>
                <a:path w="382" h="343" extrusionOk="0">
                  <a:moveTo>
                    <a:pt x="199" y="44"/>
                  </a:moveTo>
                  <a:cubicBezTo>
                    <a:pt x="239" y="44"/>
                    <a:pt x="282" y="64"/>
                    <a:pt x="305" y="97"/>
                  </a:cubicBezTo>
                  <a:cubicBezTo>
                    <a:pt x="332" y="130"/>
                    <a:pt x="338" y="176"/>
                    <a:pt x="332" y="213"/>
                  </a:cubicBezTo>
                  <a:cubicBezTo>
                    <a:pt x="328" y="226"/>
                    <a:pt x="322" y="239"/>
                    <a:pt x="315" y="246"/>
                  </a:cubicBezTo>
                  <a:lnTo>
                    <a:pt x="298" y="272"/>
                  </a:lnTo>
                  <a:cubicBezTo>
                    <a:pt x="295" y="279"/>
                    <a:pt x="289" y="286"/>
                    <a:pt x="282" y="289"/>
                  </a:cubicBezTo>
                  <a:lnTo>
                    <a:pt x="272" y="289"/>
                  </a:lnTo>
                  <a:lnTo>
                    <a:pt x="255" y="302"/>
                  </a:lnTo>
                  <a:cubicBezTo>
                    <a:pt x="245" y="309"/>
                    <a:pt x="236" y="312"/>
                    <a:pt x="222" y="312"/>
                  </a:cubicBezTo>
                  <a:cubicBezTo>
                    <a:pt x="213" y="314"/>
                    <a:pt x="203" y="315"/>
                    <a:pt x="194" y="315"/>
                  </a:cubicBezTo>
                  <a:cubicBezTo>
                    <a:pt x="153" y="315"/>
                    <a:pt x="114" y="297"/>
                    <a:pt x="90" y="262"/>
                  </a:cubicBezTo>
                  <a:cubicBezTo>
                    <a:pt x="70" y="236"/>
                    <a:pt x="56" y="196"/>
                    <a:pt x="63" y="163"/>
                  </a:cubicBezTo>
                  <a:cubicBezTo>
                    <a:pt x="66" y="127"/>
                    <a:pt x="86" y="97"/>
                    <a:pt x="116" y="74"/>
                  </a:cubicBezTo>
                  <a:cubicBezTo>
                    <a:pt x="139" y="57"/>
                    <a:pt x="169" y="44"/>
                    <a:pt x="199" y="44"/>
                  </a:cubicBezTo>
                  <a:close/>
                  <a:moveTo>
                    <a:pt x="189" y="0"/>
                  </a:moveTo>
                  <a:cubicBezTo>
                    <a:pt x="153" y="0"/>
                    <a:pt x="117" y="12"/>
                    <a:pt x="86" y="37"/>
                  </a:cubicBezTo>
                  <a:cubicBezTo>
                    <a:pt x="13" y="93"/>
                    <a:pt x="0" y="196"/>
                    <a:pt x="56" y="272"/>
                  </a:cubicBezTo>
                  <a:cubicBezTo>
                    <a:pt x="89" y="312"/>
                    <a:pt x="138" y="337"/>
                    <a:pt x="189" y="337"/>
                  </a:cubicBezTo>
                  <a:cubicBezTo>
                    <a:pt x="206" y="337"/>
                    <a:pt x="222" y="335"/>
                    <a:pt x="239" y="329"/>
                  </a:cubicBezTo>
                  <a:lnTo>
                    <a:pt x="272" y="319"/>
                  </a:lnTo>
                  <a:lnTo>
                    <a:pt x="295" y="342"/>
                  </a:lnTo>
                  <a:lnTo>
                    <a:pt x="318" y="325"/>
                  </a:lnTo>
                  <a:lnTo>
                    <a:pt x="328" y="319"/>
                  </a:lnTo>
                  <a:lnTo>
                    <a:pt x="352" y="292"/>
                  </a:lnTo>
                  <a:lnTo>
                    <a:pt x="332" y="262"/>
                  </a:lnTo>
                  <a:cubicBezTo>
                    <a:pt x="332" y="262"/>
                    <a:pt x="338" y="256"/>
                    <a:pt x="345" y="239"/>
                  </a:cubicBezTo>
                  <a:cubicBezTo>
                    <a:pt x="381" y="153"/>
                    <a:pt x="338" y="54"/>
                    <a:pt x="255" y="14"/>
                  </a:cubicBezTo>
                  <a:cubicBezTo>
                    <a:pt x="234" y="5"/>
                    <a:pt x="212" y="0"/>
                    <a:pt x="1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49"/>
            <p:cNvSpPr/>
            <p:nvPr/>
          </p:nvSpPr>
          <p:spPr>
            <a:xfrm>
              <a:off x="5285692" y="765696"/>
              <a:ext cx="64555" cy="58889"/>
            </a:xfrm>
            <a:custGeom>
              <a:avLst/>
              <a:gdLst/>
              <a:ahLst/>
              <a:cxnLst/>
              <a:rect l="l" t="t" r="r" b="b"/>
              <a:pathLst>
                <a:path w="923" h="842" extrusionOk="0">
                  <a:moveTo>
                    <a:pt x="467" y="0"/>
                  </a:moveTo>
                  <a:cubicBezTo>
                    <a:pt x="435" y="0"/>
                    <a:pt x="402" y="4"/>
                    <a:pt x="369" y="12"/>
                  </a:cubicBezTo>
                  <a:cubicBezTo>
                    <a:pt x="140" y="68"/>
                    <a:pt x="1" y="293"/>
                    <a:pt x="57" y="522"/>
                  </a:cubicBezTo>
                  <a:cubicBezTo>
                    <a:pt x="80" y="631"/>
                    <a:pt x="147" y="721"/>
                    <a:pt x="243" y="781"/>
                  </a:cubicBezTo>
                  <a:cubicBezTo>
                    <a:pt x="311" y="820"/>
                    <a:pt x="388" y="842"/>
                    <a:pt x="468" y="842"/>
                  </a:cubicBezTo>
                  <a:cubicBezTo>
                    <a:pt x="501" y="842"/>
                    <a:pt x="534" y="838"/>
                    <a:pt x="568" y="830"/>
                  </a:cubicBezTo>
                  <a:cubicBezTo>
                    <a:pt x="611" y="820"/>
                    <a:pt x="654" y="804"/>
                    <a:pt x="690" y="781"/>
                  </a:cubicBezTo>
                  <a:cubicBezTo>
                    <a:pt x="843" y="681"/>
                    <a:pt x="922" y="499"/>
                    <a:pt x="876" y="323"/>
                  </a:cubicBezTo>
                  <a:cubicBezTo>
                    <a:pt x="831" y="128"/>
                    <a:pt x="657" y="0"/>
                    <a:pt x="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49"/>
            <p:cNvSpPr/>
            <p:nvPr/>
          </p:nvSpPr>
          <p:spPr>
            <a:xfrm>
              <a:off x="5308423" y="783881"/>
              <a:ext cx="20772" cy="18254"/>
            </a:xfrm>
            <a:custGeom>
              <a:avLst/>
              <a:gdLst/>
              <a:ahLst/>
              <a:cxnLst/>
              <a:rect l="l" t="t" r="r" b="b"/>
              <a:pathLst>
                <a:path w="297" h="261" extrusionOk="0">
                  <a:moveTo>
                    <a:pt x="143" y="0"/>
                  </a:moveTo>
                  <a:cubicBezTo>
                    <a:pt x="64" y="0"/>
                    <a:pt x="1" y="73"/>
                    <a:pt x="14" y="156"/>
                  </a:cubicBezTo>
                  <a:cubicBezTo>
                    <a:pt x="24" y="209"/>
                    <a:pt x="67" y="249"/>
                    <a:pt x="120" y="259"/>
                  </a:cubicBezTo>
                  <a:cubicBezTo>
                    <a:pt x="128" y="260"/>
                    <a:pt x="135" y="261"/>
                    <a:pt x="142" y="261"/>
                  </a:cubicBezTo>
                  <a:cubicBezTo>
                    <a:pt x="231" y="261"/>
                    <a:pt x="296" y="172"/>
                    <a:pt x="263" y="80"/>
                  </a:cubicBezTo>
                  <a:cubicBezTo>
                    <a:pt x="243" y="33"/>
                    <a:pt x="196" y="7"/>
                    <a:pt x="1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49"/>
            <p:cNvSpPr/>
            <p:nvPr/>
          </p:nvSpPr>
          <p:spPr>
            <a:xfrm>
              <a:off x="5301219" y="800526"/>
              <a:ext cx="31893" cy="24059"/>
            </a:xfrm>
            <a:custGeom>
              <a:avLst/>
              <a:gdLst/>
              <a:ahLst/>
              <a:cxnLst/>
              <a:rect l="l" t="t" r="r" b="b"/>
              <a:pathLst>
                <a:path w="456" h="344" extrusionOk="0">
                  <a:moveTo>
                    <a:pt x="229" y="0"/>
                  </a:moveTo>
                  <a:cubicBezTo>
                    <a:pt x="101" y="0"/>
                    <a:pt x="1" y="102"/>
                    <a:pt x="1" y="226"/>
                  </a:cubicBezTo>
                  <a:lnTo>
                    <a:pt x="1" y="276"/>
                  </a:lnTo>
                  <a:cubicBezTo>
                    <a:pt x="72" y="321"/>
                    <a:pt x="153" y="344"/>
                    <a:pt x="234" y="344"/>
                  </a:cubicBezTo>
                  <a:cubicBezTo>
                    <a:pt x="267" y="344"/>
                    <a:pt x="300" y="340"/>
                    <a:pt x="332" y="332"/>
                  </a:cubicBezTo>
                  <a:cubicBezTo>
                    <a:pt x="372" y="319"/>
                    <a:pt x="419" y="302"/>
                    <a:pt x="455" y="276"/>
                  </a:cubicBezTo>
                  <a:lnTo>
                    <a:pt x="455" y="226"/>
                  </a:lnTo>
                  <a:lnTo>
                    <a:pt x="455" y="223"/>
                  </a:lnTo>
                  <a:cubicBezTo>
                    <a:pt x="455" y="137"/>
                    <a:pt x="405" y="54"/>
                    <a:pt x="329" y="21"/>
                  </a:cubicBezTo>
                  <a:cubicBezTo>
                    <a:pt x="295" y="7"/>
                    <a:pt x="261" y="0"/>
                    <a:pt x="2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238" name="Google Shape;3238;p49"/>
            <p:cNvGrpSpPr/>
            <p:nvPr/>
          </p:nvGrpSpPr>
          <p:grpSpPr>
            <a:xfrm>
              <a:off x="2839410" y="763668"/>
              <a:ext cx="200587" cy="58260"/>
              <a:chOff x="2839410" y="763668"/>
              <a:chExt cx="200587" cy="58260"/>
            </a:xfrm>
          </p:grpSpPr>
          <p:sp>
            <p:nvSpPr>
              <p:cNvPr id="3239" name="Google Shape;3239;p49"/>
              <p:cNvSpPr/>
              <p:nvPr/>
            </p:nvSpPr>
            <p:spPr>
              <a:xfrm>
                <a:off x="2839410" y="774089"/>
                <a:ext cx="26018" cy="42034"/>
              </a:xfrm>
              <a:custGeom>
                <a:avLst/>
                <a:gdLst/>
                <a:ahLst/>
                <a:cxnLst/>
                <a:rect l="l" t="t" r="r" b="b"/>
                <a:pathLst>
                  <a:path w="372" h="601" extrusionOk="0">
                    <a:moveTo>
                      <a:pt x="322" y="1"/>
                    </a:moveTo>
                    <a:lnTo>
                      <a:pt x="0" y="306"/>
                    </a:lnTo>
                    <a:lnTo>
                      <a:pt x="322" y="601"/>
                    </a:lnTo>
                    <a:lnTo>
                      <a:pt x="365" y="548"/>
                    </a:lnTo>
                    <a:lnTo>
                      <a:pt x="107" y="306"/>
                    </a:lnTo>
                    <a:lnTo>
                      <a:pt x="372" y="54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40" name="Google Shape;3240;p49"/>
              <p:cNvSpPr/>
              <p:nvPr/>
            </p:nvSpPr>
            <p:spPr>
              <a:xfrm>
                <a:off x="2912217" y="774089"/>
                <a:ext cx="25598" cy="4203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601" extrusionOk="0">
                    <a:moveTo>
                      <a:pt x="47" y="1"/>
                    </a:moveTo>
                    <a:lnTo>
                      <a:pt x="0" y="54"/>
                    </a:lnTo>
                    <a:lnTo>
                      <a:pt x="262" y="296"/>
                    </a:lnTo>
                    <a:lnTo>
                      <a:pt x="0" y="548"/>
                    </a:lnTo>
                    <a:lnTo>
                      <a:pt x="47" y="601"/>
                    </a:lnTo>
                    <a:lnTo>
                      <a:pt x="365" y="296"/>
                    </a:lnTo>
                    <a:lnTo>
                      <a:pt x="4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41" name="Google Shape;3241;p49"/>
              <p:cNvSpPr/>
              <p:nvPr/>
            </p:nvSpPr>
            <p:spPr>
              <a:xfrm>
                <a:off x="2974813" y="763668"/>
                <a:ext cx="58050" cy="58260"/>
              </a:xfrm>
              <a:custGeom>
                <a:avLst/>
                <a:gdLst/>
                <a:ahLst/>
                <a:cxnLst/>
                <a:rect l="l" t="t" r="r" b="b"/>
                <a:pathLst>
                  <a:path w="830" h="833" extrusionOk="0">
                    <a:moveTo>
                      <a:pt x="415" y="1"/>
                    </a:moveTo>
                    <a:cubicBezTo>
                      <a:pt x="186" y="4"/>
                      <a:pt x="0" y="190"/>
                      <a:pt x="0" y="418"/>
                    </a:cubicBezTo>
                    <a:cubicBezTo>
                      <a:pt x="4" y="647"/>
                      <a:pt x="193" y="833"/>
                      <a:pt x="418" y="833"/>
                    </a:cubicBezTo>
                    <a:cubicBezTo>
                      <a:pt x="541" y="833"/>
                      <a:pt x="650" y="783"/>
                      <a:pt x="726" y="697"/>
                    </a:cubicBezTo>
                    <a:lnTo>
                      <a:pt x="673" y="647"/>
                    </a:lnTo>
                    <a:cubicBezTo>
                      <a:pt x="607" y="717"/>
                      <a:pt x="514" y="760"/>
                      <a:pt x="418" y="760"/>
                    </a:cubicBezTo>
                    <a:cubicBezTo>
                      <a:pt x="249" y="760"/>
                      <a:pt x="103" y="631"/>
                      <a:pt x="83" y="465"/>
                    </a:cubicBezTo>
                    <a:cubicBezTo>
                      <a:pt x="60" y="279"/>
                      <a:pt x="186" y="107"/>
                      <a:pt x="375" y="84"/>
                    </a:cubicBezTo>
                    <a:cubicBezTo>
                      <a:pt x="391" y="81"/>
                      <a:pt x="407" y="80"/>
                      <a:pt x="423" y="80"/>
                    </a:cubicBezTo>
                    <a:cubicBezTo>
                      <a:pt x="589" y="80"/>
                      <a:pt x="732" y="203"/>
                      <a:pt x="756" y="372"/>
                    </a:cubicBezTo>
                    <a:lnTo>
                      <a:pt x="829" y="365"/>
                    </a:lnTo>
                    <a:cubicBezTo>
                      <a:pt x="806" y="157"/>
                      <a:pt x="627" y="1"/>
                      <a:pt x="41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42" name="Google Shape;3242;p49"/>
              <p:cNvSpPr/>
              <p:nvPr/>
            </p:nvSpPr>
            <p:spPr>
              <a:xfrm>
                <a:off x="3014889" y="774579"/>
                <a:ext cx="25108" cy="18184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60" extrusionOk="0">
                    <a:moveTo>
                      <a:pt x="323" y="1"/>
                    </a:moveTo>
                    <a:lnTo>
                      <a:pt x="210" y="196"/>
                    </a:lnTo>
                    <a:lnTo>
                      <a:pt x="24" y="73"/>
                    </a:lnTo>
                    <a:lnTo>
                      <a:pt x="1" y="110"/>
                    </a:lnTo>
                    <a:lnTo>
                      <a:pt x="223" y="259"/>
                    </a:lnTo>
                    <a:lnTo>
                      <a:pt x="359" y="24"/>
                    </a:lnTo>
                    <a:lnTo>
                      <a:pt x="3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243" name="Google Shape;3243;p49"/>
            <p:cNvSpPr/>
            <p:nvPr/>
          </p:nvSpPr>
          <p:spPr>
            <a:xfrm>
              <a:off x="3617280" y="1462016"/>
              <a:ext cx="1000072" cy="136453"/>
            </a:xfrm>
            <a:custGeom>
              <a:avLst/>
              <a:gdLst/>
              <a:ahLst/>
              <a:cxnLst/>
              <a:rect l="l" t="t" r="r" b="b"/>
              <a:pathLst>
                <a:path w="14299" h="1951" extrusionOk="0">
                  <a:moveTo>
                    <a:pt x="1" y="1"/>
                  </a:moveTo>
                  <a:lnTo>
                    <a:pt x="1" y="1950"/>
                  </a:lnTo>
                  <a:lnTo>
                    <a:pt x="14298" y="1950"/>
                  </a:lnTo>
                  <a:lnTo>
                    <a:pt x="142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4" name="Google Shape;3244;p49"/>
            <p:cNvSpPr/>
            <p:nvPr/>
          </p:nvSpPr>
          <p:spPr>
            <a:xfrm>
              <a:off x="3617280" y="1459219"/>
              <a:ext cx="1002870" cy="141978"/>
            </a:xfrm>
            <a:custGeom>
              <a:avLst/>
              <a:gdLst/>
              <a:ahLst/>
              <a:cxnLst/>
              <a:rect l="l" t="t" r="r" b="b"/>
              <a:pathLst>
                <a:path w="14339" h="2030" extrusionOk="0">
                  <a:moveTo>
                    <a:pt x="14255" y="84"/>
                  </a:moveTo>
                  <a:lnTo>
                    <a:pt x="14255" y="1947"/>
                  </a:lnTo>
                  <a:lnTo>
                    <a:pt x="44" y="1947"/>
                  </a:lnTo>
                  <a:lnTo>
                    <a:pt x="44" y="84"/>
                  </a:lnTo>
                  <a:close/>
                  <a:moveTo>
                    <a:pt x="1" y="1"/>
                  </a:moveTo>
                  <a:lnTo>
                    <a:pt x="1" y="2030"/>
                  </a:lnTo>
                  <a:lnTo>
                    <a:pt x="14338" y="2030"/>
                  </a:lnTo>
                  <a:lnTo>
                    <a:pt x="143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49"/>
            <p:cNvSpPr/>
            <p:nvPr/>
          </p:nvSpPr>
          <p:spPr>
            <a:xfrm>
              <a:off x="4480966" y="1462016"/>
              <a:ext cx="136383" cy="136453"/>
            </a:xfrm>
            <a:custGeom>
              <a:avLst/>
              <a:gdLst/>
              <a:ahLst/>
              <a:cxnLst/>
              <a:rect l="l" t="t" r="r" b="b"/>
              <a:pathLst>
                <a:path w="1950" h="1951" extrusionOk="0">
                  <a:moveTo>
                    <a:pt x="0" y="1"/>
                  </a:moveTo>
                  <a:lnTo>
                    <a:pt x="0" y="1950"/>
                  </a:lnTo>
                  <a:lnTo>
                    <a:pt x="1949" y="1950"/>
                  </a:lnTo>
                  <a:lnTo>
                    <a:pt x="1949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49"/>
            <p:cNvSpPr/>
            <p:nvPr/>
          </p:nvSpPr>
          <p:spPr>
            <a:xfrm>
              <a:off x="4547478" y="1525102"/>
              <a:ext cx="44342" cy="52945"/>
            </a:xfrm>
            <a:custGeom>
              <a:avLst/>
              <a:gdLst/>
              <a:ahLst/>
              <a:cxnLst/>
              <a:rect l="l" t="t" r="r" b="b"/>
              <a:pathLst>
                <a:path w="634" h="757" extrusionOk="0">
                  <a:moveTo>
                    <a:pt x="160" y="0"/>
                  </a:moveTo>
                  <a:cubicBezTo>
                    <a:pt x="143" y="50"/>
                    <a:pt x="110" y="90"/>
                    <a:pt x="70" y="120"/>
                  </a:cubicBezTo>
                  <a:cubicBezTo>
                    <a:pt x="47" y="136"/>
                    <a:pt x="24" y="153"/>
                    <a:pt x="1" y="160"/>
                  </a:cubicBezTo>
                  <a:lnTo>
                    <a:pt x="123" y="315"/>
                  </a:lnTo>
                  <a:lnTo>
                    <a:pt x="455" y="756"/>
                  </a:lnTo>
                  <a:lnTo>
                    <a:pt x="634" y="620"/>
                  </a:lnTo>
                  <a:lnTo>
                    <a:pt x="289" y="170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49"/>
            <p:cNvSpPr/>
            <p:nvPr/>
          </p:nvSpPr>
          <p:spPr>
            <a:xfrm>
              <a:off x="4501318" y="1482369"/>
              <a:ext cx="75465" cy="68751"/>
            </a:xfrm>
            <a:custGeom>
              <a:avLst/>
              <a:gdLst/>
              <a:ahLst/>
              <a:cxnLst/>
              <a:rect l="l" t="t" r="r" b="b"/>
              <a:pathLst>
                <a:path w="1079" h="983" extrusionOk="0">
                  <a:moveTo>
                    <a:pt x="551" y="197"/>
                  </a:moveTo>
                  <a:cubicBezTo>
                    <a:pt x="639" y="197"/>
                    <a:pt x="727" y="237"/>
                    <a:pt x="783" y="313"/>
                  </a:cubicBezTo>
                  <a:cubicBezTo>
                    <a:pt x="846" y="396"/>
                    <a:pt x="863" y="505"/>
                    <a:pt x="820" y="602"/>
                  </a:cubicBezTo>
                  <a:cubicBezTo>
                    <a:pt x="800" y="651"/>
                    <a:pt x="770" y="694"/>
                    <a:pt x="730" y="721"/>
                  </a:cubicBezTo>
                  <a:cubicBezTo>
                    <a:pt x="710" y="737"/>
                    <a:pt x="684" y="751"/>
                    <a:pt x="661" y="764"/>
                  </a:cubicBezTo>
                  <a:cubicBezTo>
                    <a:pt x="627" y="777"/>
                    <a:pt x="591" y="783"/>
                    <a:pt x="556" y="783"/>
                  </a:cubicBezTo>
                  <a:cubicBezTo>
                    <a:pt x="439" y="783"/>
                    <a:pt x="325" y="713"/>
                    <a:pt x="279" y="598"/>
                  </a:cubicBezTo>
                  <a:cubicBezTo>
                    <a:pt x="216" y="449"/>
                    <a:pt x="296" y="280"/>
                    <a:pt x="445" y="217"/>
                  </a:cubicBezTo>
                  <a:cubicBezTo>
                    <a:pt x="479" y="204"/>
                    <a:pt x="515" y="197"/>
                    <a:pt x="551" y="197"/>
                  </a:cubicBezTo>
                  <a:close/>
                  <a:moveTo>
                    <a:pt x="555" y="1"/>
                  </a:moveTo>
                  <a:cubicBezTo>
                    <a:pt x="449" y="1"/>
                    <a:pt x="342" y="35"/>
                    <a:pt x="253" y="104"/>
                  </a:cubicBezTo>
                  <a:cubicBezTo>
                    <a:pt x="41" y="270"/>
                    <a:pt x="1" y="582"/>
                    <a:pt x="167" y="794"/>
                  </a:cubicBezTo>
                  <a:cubicBezTo>
                    <a:pt x="264" y="917"/>
                    <a:pt x="410" y="983"/>
                    <a:pt x="557" y="983"/>
                  </a:cubicBezTo>
                  <a:cubicBezTo>
                    <a:pt x="635" y="983"/>
                    <a:pt x="714" y="964"/>
                    <a:pt x="787" y="926"/>
                  </a:cubicBezTo>
                  <a:cubicBezTo>
                    <a:pt x="813" y="913"/>
                    <a:pt x="833" y="897"/>
                    <a:pt x="853" y="880"/>
                  </a:cubicBezTo>
                  <a:cubicBezTo>
                    <a:pt x="893" y="850"/>
                    <a:pt x="929" y="814"/>
                    <a:pt x="959" y="777"/>
                  </a:cubicBezTo>
                  <a:cubicBezTo>
                    <a:pt x="1078" y="598"/>
                    <a:pt x="1068" y="363"/>
                    <a:pt x="942" y="190"/>
                  </a:cubicBezTo>
                  <a:cubicBezTo>
                    <a:pt x="846" y="65"/>
                    <a:pt x="701" y="1"/>
                    <a:pt x="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49"/>
            <p:cNvSpPr/>
            <p:nvPr/>
          </p:nvSpPr>
          <p:spPr>
            <a:xfrm>
              <a:off x="3646235" y="1488244"/>
              <a:ext cx="8882" cy="83998"/>
            </a:xfrm>
            <a:custGeom>
              <a:avLst/>
              <a:gdLst/>
              <a:ahLst/>
              <a:cxnLst/>
              <a:rect l="l" t="t" r="r" b="b"/>
              <a:pathLst>
                <a:path w="127" h="1201" extrusionOk="0">
                  <a:moveTo>
                    <a:pt x="1" y="0"/>
                  </a:moveTo>
                  <a:lnTo>
                    <a:pt x="1" y="1200"/>
                  </a:lnTo>
                  <a:lnTo>
                    <a:pt x="127" y="120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49"/>
            <p:cNvSpPr/>
            <p:nvPr/>
          </p:nvSpPr>
          <p:spPr>
            <a:xfrm>
              <a:off x="4388225" y="1650504"/>
              <a:ext cx="231921" cy="72458"/>
            </a:xfrm>
            <a:custGeom>
              <a:avLst/>
              <a:gdLst/>
              <a:ahLst/>
              <a:cxnLst/>
              <a:rect l="l" t="t" r="r" b="b"/>
              <a:pathLst>
                <a:path w="3316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3315" y="1035"/>
                  </a:lnTo>
                  <a:lnTo>
                    <a:pt x="331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49"/>
            <p:cNvSpPr/>
            <p:nvPr/>
          </p:nvSpPr>
          <p:spPr>
            <a:xfrm>
              <a:off x="3799962" y="1314373"/>
              <a:ext cx="637713" cy="43363"/>
            </a:xfrm>
            <a:custGeom>
              <a:avLst/>
              <a:gdLst/>
              <a:ahLst/>
              <a:cxnLst/>
              <a:rect l="l" t="t" r="r" b="b"/>
              <a:pathLst>
                <a:path w="9118" h="620" extrusionOk="0">
                  <a:moveTo>
                    <a:pt x="1" y="0"/>
                  </a:moveTo>
                  <a:lnTo>
                    <a:pt x="1" y="620"/>
                  </a:lnTo>
                  <a:lnTo>
                    <a:pt x="9117" y="620"/>
                  </a:lnTo>
                  <a:lnTo>
                    <a:pt x="9117" y="0"/>
                  </a:lnTo>
                  <a:close/>
                </a:path>
              </a:pathLst>
            </a:custGeom>
            <a:solidFill>
              <a:srgbClr val="DBDBDB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49"/>
            <p:cNvSpPr/>
            <p:nvPr/>
          </p:nvSpPr>
          <p:spPr>
            <a:xfrm>
              <a:off x="5549575" y="1703868"/>
              <a:ext cx="11400" cy="68681"/>
            </a:xfrm>
            <a:custGeom>
              <a:avLst/>
              <a:gdLst/>
              <a:ahLst/>
              <a:cxnLst/>
              <a:rect l="l" t="t" r="r" b="b"/>
              <a:pathLst>
                <a:path w="163" h="982" extrusionOk="0">
                  <a:moveTo>
                    <a:pt x="83" y="0"/>
                  </a:moveTo>
                  <a:cubicBezTo>
                    <a:pt x="27" y="156"/>
                    <a:pt x="0" y="322"/>
                    <a:pt x="4" y="488"/>
                  </a:cubicBezTo>
                  <a:cubicBezTo>
                    <a:pt x="0" y="660"/>
                    <a:pt x="27" y="826"/>
                    <a:pt x="80" y="982"/>
                  </a:cubicBezTo>
                  <a:cubicBezTo>
                    <a:pt x="133" y="826"/>
                    <a:pt x="163" y="660"/>
                    <a:pt x="163" y="488"/>
                  </a:cubicBezTo>
                  <a:cubicBezTo>
                    <a:pt x="163" y="322"/>
                    <a:pt x="136" y="156"/>
                    <a:pt x="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49"/>
            <p:cNvSpPr/>
            <p:nvPr/>
          </p:nvSpPr>
          <p:spPr>
            <a:xfrm>
              <a:off x="5451030" y="1733103"/>
              <a:ext cx="34410" cy="59379"/>
            </a:xfrm>
            <a:custGeom>
              <a:avLst/>
              <a:gdLst/>
              <a:ahLst/>
              <a:cxnLst/>
              <a:rect l="l" t="t" r="r" b="b"/>
              <a:pathLst>
                <a:path w="492" h="849" extrusionOk="0">
                  <a:moveTo>
                    <a:pt x="1" y="0"/>
                  </a:moveTo>
                  <a:lnTo>
                    <a:pt x="1" y="0"/>
                  </a:lnTo>
                  <a:cubicBezTo>
                    <a:pt x="70" y="328"/>
                    <a:pt x="243" y="627"/>
                    <a:pt x="491" y="849"/>
                  </a:cubicBezTo>
                  <a:cubicBezTo>
                    <a:pt x="458" y="690"/>
                    <a:pt x="395" y="531"/>
                    <a:pt x="312" y="385"/>
                  </a:cubicBezTo>
                  <a:cubicBezTo>
                    <a:pt x="233" y="242"/>
                    <a:pt x="126" y="11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49"/>
            <p:cNvSpPr/>
            <p:nvPr/>
          </p:nvSpPr>
          <p:spPr>
            <a:xfrm>
              <a:off x="5375425" y="1810526"/>
              <a:ext cx="59449" cy="34620"/>
            </a:xfrm>
            <a:custGeom>
              <a:avLst/>
              <a:gdLst/>
              <a:ahLst/>
              <a:cxnLst/>
              <a:rect l="l" t="t" r="r" b="b"/>
              <a:pathLst>
                <a:path w="850" h="495" extrusionOk="0">
                  <a:moveTo>
                    <a:pt x="1" y="0"/>
                  </a:moveTo>
                  <a:lnTo>
                    <a:pt x="1" y="0"/>
                  </a:lnTo>
                  <a:cubicBezTo>
                    <a:pt x="223" y="249"/>
                    <a:pt x="521" y="421"/>
                    <a:pt x="849" y="494"/>
                  </a:cubicBezTo>
                  <a:cubicBezTo>
                    <a:pt x="627" y="246"/>
                    <a:pt x="329" y="7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49"/>
            <p:cNvSpPr/>
            <p:nvPr/>
          </p:nvSpPr>
          <p:spPr>
            <a:xfrm>
              <a:off x="5348568" y="1910190"/>
              <a:ext cx="68681" cy="11051"/>
            </a:xfrm>
            <a:custGeom>
              <a:avLst/>
              <a:gdLst/>
              <a:ahLst/>
              <a:cxnLst/>
              <a:rect l="l" t="t" r="r" b="b"/>
              <a:pathLst>
                <a:path w="982" h="158" extrusionOk="0">
                  <a:moveTo>
                    <a:pt x="463" y="1"/>
                  </a:moveTo>
                  <a:cubicBezTo>
                    <a:pt x="303" y="1"/>
                    <a:pt x="147" y="27"/>
                    <a:pt x="0" y="80"/>
                  </a:cubicBezTo>
                  <a:cubicBezTo>
                    <a:pt x="145" y="129"/>
                    <a:pt x="295" y="158"/>
                    <a:pt x="445" y="158"/>
                  </a:cubicBezTo>
                  <a:cubicBezTo>
                    <a:pt x="460" y="158"/>
                    <a:pt x="476" y="157"/>
                    <a:pt x="491" y="157"/>
                  </a:cubicBezTo>
                  <a:cubicBezTo>
                    <a:pt x="657" y="157"/>
                    <a:pt x="822" y="133"/>
                    <a:pt x="982" y="80"/>
                  </a:cubicBezTo>
                  <a:cubicBezTo>
                    <a:pt x="831" y="27"/>
                    <a:pt x="675" y="1"/>
                    <a:pt x="518" y="1"/>
                  </a:cubicBezTo>
                  <a:cubicBezTo>
                    <a:pt x="509" y="1"/>
                    <a:pt x="500" y="1"/>
                    <a:pt x="491" y="1"/>
                  </a:cubicBezTo>
                  <a:cubicBezTo>
                    <a:pt x="481" y="1"/>
                    <a:pt x="472" y="1"/>
                    <a:pt x="46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49"/>
            <p:cNvSpPr/>
            <p:nvPr/>
          </p:nvSpPr>
          <p:spPr>
            <a:xfrm>
              <a:off x="5625879" y="1730515"/>
              <a:ext cx="34131" cy="59449"/>
            </a:xfrm>
            <a:custGeom>
              <a:avLst/>
              <a:gdLst/>
              <a:ahLst/>
              <a:cxnLst/>
              <a:rect l="l" t="t" r="r" b="b"/>
              <a:pathLst>
                <a:path w="488" h="850" extrusionOk="0">
                  <a:moveTo>
                    <a:pt x="487" y="1"/>
                  </a:moveTo>
                  <a:lnTo>
                    <a:pt x="487" y="1"/>
                  </a:lnTo>
                  <a:cubicBezTo>
                    <a:pt x="365" y="107"/>
                    <a:pt x="255" y="239"/>
                    <a:pt x="179" y="385"/>
                  </a:cubicBezTo>
                  <a:cubicBezTo>
                    <a:pt x="90" y="528"/>
                    <a:pt x="33" y="684"/>
                    <a:pt x="0" y="849"/>
                  </a:cubicBezTo>
                  <a:cubicBezTo>
                    <a:pt x="123" y="743"/>
                    <a:pt x="232" y="611"/>
                    <a:pt x="312" y="465"/>
                  </a:cubicBezTo>
                  <a:cubicBezTo>
                    <a:pt x="398" y="322"/>
                    <a:pt x="461" y="166"/>
                    <a:pt x="4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49"/>
            <p:cNvSpPr/>
            <p:nvPr/>
          </p:nvSpPr>
          <p:spPr>
            <a:xfrm>
              <a:off x="3730163" y="3952976"/>
              <a:ext cx="809276" cy="708282"/>
            </a:xfrm>
            <a:custGeom>
              <a:avLst/>
              <a:gdLst/>
              <a:ahLst/>
              <a:cxnLst/>
              <a:rect l="l" t="t" r="r" b="b"/>
              <a:pathLst>
                <a:path w="11571" h="10127" extrusionOk="0">
                  <a:moveTo>
                    <a:pt x="10845" y="1"/>
                  </a:moveTo>
                  <a:lnTo>
                    <a:pt x="4165" y="67"/>
                  </a:lnTo>
                  <a:lnTo>
                    <a:pt x="4874" y="6581"/>
                  </a:lnTo>
                  <a:cubicBezTo>
                    <a:pt x="4874" y="6581"/>
                    <a:pt x="1072" y="8338"/>
                    <a:pt x="684" y="8653"/>
                  </a:cubicBezTo>
                  <a:cubicBezTo>
                    <a:pt x="293" y="8971"/>
                    <a:pt x="1" y="9976"/>
                    <a:pt x="356" y="10085"/>
                  </a:cubicBezTo>
                  <a:cubicBezTo>
                    <a:pt x="443" y="10113"/>
                    <a:pt x="1147" y="10126"/>
                    <a:pt x="2162" y="10126"/>
                  </a:cubicBezTo>
                  <a:cubicBezTo>
                    <a:pt x="5231" y="10126"/>
                    <a:pt x="11141" y="10007"/>
                    <a:pt x="11425" y="9820"/>
                  </a:cubicBezTo>
                  <a:cubicBezTo>
                    <a:pt x="11571" y="9731"/>
                    <a:pt x="10845" y="1"/>
                    <a:pt x="10845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49"/>
            <p:cNvSpPr/>
            <p:nvPr/>
          </p:nvSpPr>
          <p:spPr>
            <a:xfrm>
              <a:off x="3730163" y="4332539"/>
              <a:ext cx="803750" cy="327109"/>
            </a:xfrm>
            <a:custGeom>
              <a:avLst/>
              <a:gdLst/>
              <a:ahLst/>
              <a:cxnLst/>
              <a:rect l="l" t="t" r="r" b="b"/>
              <a:pathLst>
                <a:path w="11492" h="4677" extrusionOk="0">
                  <a:moveTo>
                    <a:pt x="4748" y="1"/>
                  </a:moveTo>
                  <a:lnTo>
                    <a:pt x="4874" y="1124"/>
                  </a:lnTo>
                  <a:cubicBezTo>
                    <a:pt x="4874" y="1124"/>
                    <a:pt x="1072" y="2885"/>
                    <a:pt x="684" y="3196"/>
                  </a:cubicBezTo>
                  <a:cubicBezTo>
                    <a:pt x="293" y="3508"/>
                    <a:pt x="1" y="4522"/>
                    <a:pt x="356" y="4635"/>
                  </a:cubicBezTo>
                  <a:cubicBezTo>
                    <a:pt x="443" y="4663"/>
                    <a:pt x="1147" y="4676"/>
                    <a:pt x="2162" y="4676"/>
                  </a:cubicBezTo>
                  <a:cubicBezTo>
                    <a:pt x="5231" y="4676"/>
                    <a:pt x="11141" y="4557"/>
                    <a:pt x="11425" y="4370"/>
                  </a:cubicBezTo>
                  <a:cubicBezTo>
                    <a:pt x="11491" y="4327"/>
                    <a:pt x="11375" y="2238"/>
                    <a:pt x="11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49"/>
            <p:cNvSpPr/>
            <p:nvPr/>
          </p:nvSpPr>
          <p:spPr>
            <a:xfrm>
              <a:off x="3722049" y="4402129"/>
              <a:ext cx="820186" cy="269199"/>
            </a:xfrm>
            <a:custGeom>
              <a:avLst/>
              <a:gdLst/>
              <a:ahLst/>
              <a:cxnLst/>
              <a:rect l="l" t="t" r="r" b="b"/>
              <a:pathLst>
                <a:path w="11727" h="3849" extrusionOk="0">
                  <a:moveTo>
                    <a:pt x="5047" y="0"/>
                  </a:moveTo>
                  <a:lnTo>
                    <a:pt x="5047" y="116"/>
                  </a:lnTo>
                  <a:cubicBezTo>
                    <a:pt x="5047" y="116"/>
                    <a:pt x="1032" y="1956"/>
                    <a:pt x="624" y="2288"/>
                  </a:cubicBezTo>
                  <a:cubicBezTo>
                    <a:pt x="220" y="2619"/>
                    <a:pt x="1" y="3677"/>
                    <a:pt x="369" y="3796"/>
                  </a:cubicBezTo>
                  <a:cubicBezTo>
                    <a:pt x="475" y="3831"/>
                    <a:pt x="1416" y="3848"/>
                    <a:pt x="2711" y="3848"/>
                  </a:cubicBezTo>
                  <a:cubicBezTo>
                    <a:pt x="5916" y="3848"/>
                    <a:pt x="11293" y="3745"/>
                    <a:pt x="11574" y="3561"/>
                  </a:cubicBezTo>
                  <a:cubicBezTo>
                    <a:pt x="11726" y="3464"/>
                    <a:pt x="11508" y="23"/>
                    <a:pt x="11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49"/>
            <p:cNvSpPr/>
            <p:nvPr/>
          </p:nvSpPr>
          <p:spPr>
            <a:xfrm>
              <a:off x="3746458" y="4632441"/>
              <a:ext cx="751715" cy="9862"/>
            </a:xfrm>
            <a:custGeom>
              <a:avLst/>
              <a:gdLst/>
              <a:ahLst/>
              <a:cxnLst/>
              <a:rect l="l" t="t" r="r" b="b"/>
              <a:pathLst>
                <a:path w="10748" h="141" extrusionOk="0">
                  <a:moveTo>
                    <a:pt x="8002" y="0"/>
                  </a:moveTo>
                  <a:cubicBezTo>
                    <a:pt x="5179" y="0"/>
                    <a:pt x="1281" y="51"/>
                    <a:pt x="37" y="95"/>
                  </a:cubicBezTo>
                  <a:cubicBezTo>
                    <a:pt x="0" y="95"/>
                    <a:pt x="0" y="118"/>
                    <a:pt x="37" y="122"/>
                  </a:cubicBezTo>
                  <a:cubicBezTo>
                    <a:pt x="605" y="134"/>
                    <a:pt x="1721" y="141"/>
                    <a:pt x="3035" y="141"/>
                  </a:cubicBezTo>
                  <a:cubicBezTo>
                    <a:pt x="5837" y="141"/>
                    <a:pt x="9538" y="111"/>
                    <a:pt x="10734" y="45"/>
                  </a:cubicBezTo>
                  <a:cubicBezTo>
                    <a:pt x="10748" y="45"/>
                    <a:pt x="10748" y="32"/>
                    <a:pt x="10734" y="32"/>
                  </a:cubicBezTo>
                  <a:cubicBezTo>
                    <a:pt x="10209" y="9"/>
                    <a:pt x="9203" y="0"/>
                    <a:pt x="80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49"/>
            <p:cNvSpPr/>
            <p:nvPr/>
          </p:nvSpPr>
          <p:spPr>
            <a:xfrm>
              <a:off x="4019084" y="4400101"/>
              <a:ext cx="150371" cy="38747"/>
            </a:xfrm>
            <a:custGeom>
              <a:avLst/>
              <a:gdLst/>
              <a:ahLst/>
              <a:cxnLst/>
              <a:rect l="l" t="t" r="r" b="b"/>
              <a:pathLst>
                <a:path w="2150" h="554" extrusionOk="0">
                  <a:moveTo>
                    <a:pt x="616" y="0"/>
                  </a:moveTo>
                  <a:cubicBezTo>
                    <a:pt x="418" y="0"/>
                    <a:pt x="222" y="20"/>
                    <a:pt x="37" y="56"/>
                  </a:cubicBezTo>
                  <a:cubicBezTo>
                    <a:pt x="17" y="59"/>
                    <a:pt x="4" y="76"/>
                    <a:pt x="4" y="95"/>
                  </a:cubicBezTo>
                  <a:cubicBezTo>
                    <a:pt x="1" y="122"/>
                    <a:pt x="17" y="142"/>
                    <a:pt x="40" y="145"/>
                  </a:cubicBezTo>
                  <a:cubicBezTo>
                    <a:pt x="743" y="205"/>
                    <a:pt x="1429" y="341"/>
                    <a:pt x="2102" y="553"/>
                  </a:cubicBezTo>
                  <a:cubicBezTo>
                    <a:pt x="2105" y="554"/>
                    <a:pt x="2108" y="554"/>
                    <a:pt x="2111" y="554"/>
                  </a:cubicBezTo>
                  <a:cubicBezTo>
                    <a:pt x="2133" y="554"/>
                    <a:pt x="2150" y="531"/>
                    <a:pt x="2129" y="510"/>
                  </a:cubicBezTo>
                  <a:cubicBezTo>
                    <a:pt x="1732" y="149"/>
                    <a:pt x="1165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49"/>
            <p:cNvSpPr/>
            <p:nvPr/>
          </p:nvSpPr>
          <p:spPr>
            <a:xfrm>
              <a:off x="3984114" y="4421432"/>
              <a:ext cx="150091" cy="38817"/>
            </a:xfrm>
            <a:custGeom>
              <a:avLst/>
              <a:gdLst/>
              <a:ahLst/>
              <a:cxnLst/>
              <a:rect l="l" t="t" r="r" b="b"/>
              <a:pathLst>
                <a:path w="2146" h="555" extrusionOk="0">
                  <a:moveTo>
                    <a:pt x="614" y="0"/>
                  </a:moveTo>
                  <a:cubicBezTo>
                    <a:pt x="416" y="0"/>
                    <a:pt x="221" y="20"/>
                    <a:pt x="36" y="56"/>
                  </a:cubicBezTo>
                  <a:cubicBezTo>
                    <a:pt x="17" y="62"/>
                    <a:pt x="3" y="79"/>
                    <a:pt x="3" y="99"/>
                  </a:cubicBezTo>
                  <a:cubicBezTo>
                    <a:pt x="0" y="122"/>
                    <a:pt x="17" y="142"/>
                    <a:pt x="40" y="148"/>
                  </a:cubicBezTo>
                  <a:cubicBezTo>
                    <a:pt x="739" y="205"/>
                    <a:pt x="1429" y="341"/>
                    <a:pt x="2098" y="553"/>
                  </a:cubicBezTo>
                  <a:cubicBezTo>
                    <a:pt x="2102" y="554"/>
                    <a:pt x="2105" y="555"/>
                    <a:pt x="2108" y="555"/>
                  </a:cubicBezTo>
                  <a:cubicBezTo>
                    <a:pt x="2128" y="555"/>
                    <a:pt x="2145" y="530"/>
                    <a:pt x="2128" y="513"/>
                  </a:cubicBezTo>
                  <a:cubicBezTo>
                    <a:pt x="1729" y="150"/>
                    <a:pt x="1163" y="0"/>
                    <a:pt x="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49"/>
            <p:cNvSpPr/>
            <p:nvPr/>
          </p:nvSpPr>
          <p:spPr>
            <a:xfrm>
              <a:off x="3948584" y="4443184"/>
              <a:ext cx="150371" cy="38887"/>
            </a:xfrm>
            <a:custGeom>
              <a:avLst/>
              <a:gdLst/>
              <a:ahLst/>
              <a:cxnLst/>
              <a:rect l="l" t="t" r="r" b="b"/>
              <a:pathLst>
                <a:path w="2150" h="556" extrusionOk="0">
                  <a:moveTo>
                    <a:pt x="621" y="1"/>
                  </a:moveTo>
                  <a:cubicBezTo>
                    <a:pt x="424" y="1"/>
                    <a:pt x="228" y="20"/>
                    <a:pt x="44" y="56"/>
                  </a:cubicBezTo>
                  <a:cubicBezTo>
                    <a:pt x="27" y="60"/>
                    <a:pt x="11" y="73"/>
                    <a:pt x="4" y="99"/>
                  </a:cubicBezTo>
                  <a:cubicBezTo>
                    <a:pt x="1" y="123"/>
                    <a:pt x="17" y="142"/>
                    <a:pt x="44" y="149"/>
                  </a:cubicBezTo>
                  <a:cubicBezTo>
                    <a:pt x="743" y="205"/>
                    <a:pt x="1430" y="341"/>
                    <a:pt x="2103" y="554"/>
                  </a:cubicBezTo>
                  <a:cubicBezTo>
                    <a:pt x="2106" y="555"/>
                    <a:pt x="2109" y="555"/>
                    <a:pt x="2113" y="555"/>
                  </a:cubicBezTo>
                  <a:cubicBezTo>
                    <a:pt x="2137" y="555"/>
                    <a:pt x="2150" y="525"/>
                    <a:pt x="2132" y="514"/>
                  </a:cubicBezTo>
                  <a:cubicBezTo>
                    <a:pt x="1735" y="151"/>
                    <a:pt x="1170" y="1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49"/>
            <p:cNvSpPr/>
            <p:nvPr/>
          </p:nvSpPr>
          <p:spPr>
            <a:xfrm>
              <a:off x="3963901" y="1957749"/>
              <a:ext cx="806688" cy="2451957"/>
            </a:xfrm>
            <a:custGeom>
              <a:avLst/>
              <a:gdLst/>
              <a:ahLst/>
              <a:cxnLst/>
              <a:rect l="l" t="t" r="r" b="b"/>
              <a:pathLst>
                <a:path w="11534" h="35058" extrusionOk="0">
                  <a:moveTo>
                    <a:pt x="5437" y="0"/>
                  </a:moveTo>
                  <a:cubicBezTo>
                    <a:pt x="5437" y="0"/>
                    <a:pt x="4728" y="2251"/>
                    <a:pt x="3833" y="5179"/>
                  </a:cubicBezTo>
                  <a:cubicBezTo>
                    <a:pt x="2378" y="9942"/>
                    <a:pt x="425" y="16496"/>
                    <a:pt x="233" y="18088"/>
                  </a:cubicBezTo>
                  <a:cubicBezTo>
                    <a:pt x="1" y="20014"/>
                    <a:pt x="856" y="35057"/>
                    <a:pt x="856" y="35057"/>
                  </a:cubicBezTo>
                  <a:lnTo>
                    <a:pt x="8046" y="35057"/>
                  </a:lnTo>
                  <a:cubicBezTo>
                    <a:pt x="8046" y="35057"/>
                    <a:pt x="6843" y="18383"/>
                    <a:pt x="6889" y="18157"/>
                  </a:cubicBezTo>
                  <a:cubicBezTo>
                    <a:pt x="6959" y="17779"/>
                    <a:pt x="7387" y="16082"/>
                    <a:pt x="7950" y="13861"/>
                  </a:cubicBezTo>
                  <a:cubicBezTo>
                    <a:pt x="8129" y="13165"/>
                    <a:pt x="8318" y="12419"/>
                    <a:pt x="8517" y="11650"/>
                  </a:cubicBezTo>
                  <a:cubicBezTo>
                    <a:pt x="9051" y="9561"/>
                    <a:pt x="9644" y="7277"/>
                    <a:pt x="10158" y="5291"/>
                  </a:cubicBezTo>
                  <a:cubicBezTo>
                    <a:pt x="10934" y="2318"/>
                    <a:pt x="11534" y="0"/>
                    <a:pt x="11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49"/>
            <p:cNvSpPr/>
            <p:nvPr/>
          </p:nvSpPr>
          <p:spPr>
            <a:xfrm>
              <a:off x="4045731" y="4314019"/>
              <a:ext cx="453141" cy="9862"/>
            </a:xfrm>
            <a:custGeom>
              <a:avLst/>
              <a:gdLst/>
              <a:ahLst/>
              <a:cxnLst/>
              <a:rect l="l" t="t" r="r" b="b"/>
              <a:pathLst>
                <a:path w="6479" h="141" extrusionOk="0">
                  <a:moveTo>
                    <a:pt x="3942" y="1"/>
                  </a:moveTo>
                  <a:cubicBezTo>
                    <a:pt x="3018" y="1"/>
                    <a:pt x="2143" y="8"/>
                    <a:pt x="1897" y="8"/>
                  </a:cubicBezTo>
                  <a:cubicBezTo>
                    <a:pt x="793" y="15"/>
                    <a:pt x="1115" y="25"/>
                    <a:pt x="17" y="48"/>
                  </a:cubicBezTo>
                  <a:cubicBezTo>
                    <a:pt x="7" y="48"/>
                    <a:pt x="1" y="58"/>
                    <a:pt x="1" y="75"/>
                  </a:cubicBezTo>
                  <a:cubicBezTo>
                    <a:pt x="1" y="81"/>
                    <a:pt x="7" y="91"/>
                    <a:pt x="17" y="91"/>
                  </a:cubicBezTo>
                  <a:cubicBezTo>
                    <a:pt x="1115" y="111"/>
                    <a:pt x="800" y="118"/>
                    <a:pt x="1897" y="131"/>
                  </a:cubicBezTo>
                  <a:cubicBezTo>
                    <a:pt x="2127" y="134"/>
                    <a:pt x="2904" y="140"/>
                    <a:pt x="3757" y="140"/>
                  </a:cubicBezTo>
                  <a:cubicBezTo>
                    <a:pt x="4899" y="140"/>
                    <a:pt x="6179" y="129"/>
                    <a:pt x="6465" y="81"/>
                  </a:cubicBezTo>
                  <a:cubicBezTo>
                    <a:pt x="6472" y="81"/>
                    <a:pt x="6478" y="75"/>
                    <a:pt x="6478" y="71"/>
                  </a:cubicBezTo>
                  <a:cubicBezTo>
                    <a:pt x="6478" y="61"/>
                    <a:pt x="6469" y="58"/>
                    <a:pt x="6465" y="58"/>
                  </a:cubicBezTo>
                  <a:cubicBezTo>
                    <a:pt x="6194" y="11"/>
                    <a:pt x="5034" y="1"/>
                    <a:pt x="3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49"/>
            <p:cNvSpPr/>
            <p:nvPr/>
          </p:nvSpPr>
          <p:spPr>
            <a:xfrm>
              <a:off x="4374028" y="2013841"/>
              <a:ext cx="326550" cy="2231506"/>
            </a:xfrm>
            <a:custGeom>
              <a:avLst/>
              <a:gdLst/>
              <a:ahLst/>
              <a:cxnLst/>
              <a:rect l="l" t="t" r="r" b="b"/>
              <a:pathLst>
                <a:path w="4669" h="31906" extrusionOk="0">
                  <a:moveTo>
                    <a:pt x="4669" y="1"/>
                  </a:moveTo>
                  <a:lnTo>
                    <a:pt x="3525" y="3939"/>
                  </a:lnTo>
                  <a:lnTo>
                    <a:pt x="2414" y="7884"/>
                  </a:lnTo>
                  <a:cubicBezTo>
                    <a:pt x="2040" y="9197"/>
                    <a:pt x="1685" y="10519"/>
                    <a:pt x="1324" y="11836"/>
                  </a:cubicBezTo>
                  <a:cubicBezTo>
                    <a:pt x="962" y="13155"/>
                    <a:pt x="611" y="14471"/>
                    <a:pt x="283" y="15804"/>
                  </a:cubicBezTo>
                  <a:cubicBezTo>
                    <a:pt x="203" y="16135"/>
                    <a:pt x="124" y="16467"/>
                    <a:pt x="54" y="16805"/>
                  </a:cubicBezTo>
                  <a:cubicBezTo>
                    <a:pt x="34" y="16888"/>
                    <a:pt x="27" y="16974"/>
                    <a:pt x="11" y="17060"/>
                  </a:cubicBezTo>
                  <a:cubicBezTo>
                    <a:pt x="11" y="17107"/>
                    <a:pt x="1" y="17160"/>
                    <a:pt x="1" y="17203"/>
                  </a:cubicBezTo>
                  <a:lnTo>
                    <a:pt x="14" y="17332"/>
                  </a:lnTo>
                  <a:lnTo>
                    <a:pt x="992" y="31862"/>
                  </a:lnTo>
                  <a:lnTo>
                    <a:pt x="992" y="31905"/>
                  </a:lnTo>
                  <a:lnTo>
                    <a:pt x="1075" y="31855"/>
                  </a:lnTo>
                  <a:lnTo>
                    <a:pt x="170" y="17319"/>
                  </a:lnTo>
                  <a:lnTo>
                    <a:pt x="163" y="17189"/>
                  </a:lnTo>
                  <a:lnTo>
                    <a:pt x="163" y="17077"/>
                  </a:lnTo>
                  <a:cubicBezTo>
                    <a:pt x="180" y="16994"/>
                    <a:pt x="193" y="16911"/>
                    <a:pt x="210" y="16828"/>
                  </a:cubicBezTo>
                  <a:cubicBezTo>
                    <a:pt x="276" y="16497"/>
                    <a:pt x="366" y="16165"/>
                    <a:pt x="442" y="15834"/>
                  </a:cubicBezTo>
                  <a:cubicBezTo>
                    <a:pt x="1095" y="13181"/>
                    <a:pt x="1824" y="10546"/>
                    <a:pt x="2534" y="7907"/>
                  </a:cubicBezTo>
                  <a:lnTo>
                    <a:pt x="4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49"/>
            <p:cNvSpPr/>
            <p:nvPr/>
          </p:nvSpPr>
          <p:spPr>
            <a:xfrm>
              <a:off x="4354375" y="1954742"/>
              <a:ext cx="416493" cy="921250"/>
            </a:xfrm>
            <a:custGeom>
              <a:avLst/>
              <a:gdLst/>
              <a:ahLst/>
              <a:cxnLst/>
              <a:rect l="l" t="t" r="r" b="b"/>
              <a:pathLst>
                <a:path w="5955" h="13172" extrusionOk="0">
                  <a:moveTo>
                    <a:pt x="0" y="0"/>
                  </a:moveTo>
                  <a:cubicBezTo>
                    <a:pt x="425" y="3276"/>
                    <a:pt x="1956" y="8716"/>
                    <a:pt x="2546" y="13171"/>
                  </a:cubicBezTo>
                  <a:cubicBezTo>
                    <a:pt x="3922" y="7774"/>
                    <a:pt x="5954" y="0"/>
                    <a:pt x="5954" y="0"/>
                  </a:cubicBezTo>
                  <a:close/>
                </a:path>
              </a:pathLst>
            </a:custGeom>
            <a:solidFill>
              <a:srgbClr val="263238">
                <a:alpha val="587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49"/>
            <p:cNvSpPr/>
            <p:nvPr/>
          </p:nvSpPr>
          <p:spPr>
            <a:xfrm>
              <a:off x="4650919" y="3956263"/>
              <a:ext cx="756121" cy="703596"/>
            </a:xfrm>
            <a:custGeom>
              <a:avLst/>
              <a:gdLst/>
              <a:ahLst/>
              <a:cxnLst/>
              <a:rect l="l" t="t" r="r" b="b"/>
              <a:pathLst>
                <a:path w="10811" h="10060" extrusionOk="0">
                  <a:moveTo>
                    <a:pt x="0" y="0"/>
                  </a:moveTo>
                  <a:cubicBezTo>
                    <a:pt x="0" y="0"/>
                    <a:pt x="842" y="6127"/>
                    <a:pt x="842" y="6491"/>
                  </a:cubicBezTo>
                  <a:lnTo>
                    <a:pt x="842" y="6548"/>
                  </a:lnTo>
                  <a:cubicBezTo>
                    <a:pt x="852" y="8321"/>
                    <a:pt x="902" y="9780"/>
                    <a:pt x="1048" y="9869"/>
                  </a:cubicBezTo>
                  <a:cubicBezTo>
                    <a:pt x="1252" y="10009"/>
                    <a:pt x="3869" y="10059"/>
                    <a:pt x="6293" y="10059"/>
                  </a:cubicBezTo>
                  <a:cubicBezTo>
                    <a:pt x="8363" y="10059"/>
                    <a:pt x="10293" y="10022"/>
                    <a:pt x="10456" y="9972"/>
                  </a:cubicBezTo>
                  <a:cubicBezTo>
                    <a:pt x="10811" y="9863"/>
                    <a:pt x="10526" y="8858"/>
                    <a:pt x="10138" y="8540"/>
                  </a:cubicBezTo>
                  <a:cubicBezTo>
                    <a:pt x="9753" y="8212"/>
                    <a:pt x="7303" y="6680"/>
                    <a:pt x="7303" y="6680"/>
                  </a:cubicBezTo>
                  <a:lnTo>
                    <a:pt x="7303" y="6567"/>
                  </a:lnTo>
                  <a:lnTo>
                    <a:pt x="6554" y="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49"/>
            <p:cNvSpPr/>
            <p:nvPr/>
          </p:nvSpPr>
          <p:spPr>
            <a:xfrm>
              <a:off x="4701206" y="4332539"/>
              <a:ext cx="705345" cy="326760"/>
            </a:xfrm>
            <a:custGeom>
              <a:avLst/>
              <a:gdLst/>
              <a:ahLst/>
              <a:cxnLst/>
              <a:rect l="l" t="t" r="r" b="b"/>
              <a:pathLst>
                <a:path w="10085" h="4672" extrusionOk="0">
                  <a:moveTo>
                    <a:pt x="6455" y="1"/>
                  </a:moveTo>
                  <a:lnTo>
                    <a:pt x="1" y="14"/>
                  </a:lnTo>
                  <a:cubicBezTo>
                    <a:pt x="77" y="597"/>
                    <a:pt x="127" y="1022"/>
                    <a:pt x="127" y="1101"/>
                  </a:cubicBezTo>
                  <a:lnTo>
                    <a:pt x="127" y="1154"/>
                  </a:lnTo>
                  <a:cubicBezTo>
                    <a:pt x="140" y="2925"/>
                    <a:pt x="190" y="4390"/>
                    <a:pt x="332" y="4483"/>
                  </a:cubicBezTo>
                  <a:cubicBezTo>
                    <a:pt x="539" y="4620"/>
                    <a:pt x="3224" y="4672"/>
                    <a:pt x="5672" y="4672"/>
                  </a:cubicBezTo>
                  <a:cubicBezTo>
                    <a:pt x="7703" y="4672"/>
                    <a:pt x="9571" y="4636"/>
                    <a:pt x="9730" y="4585"/>
                  </a:cubicBezTo>
                  <a:cubicBezTo>
                    <a:pt x="10085" y="4473"/>
                    <a:pt x="9797" y="3458"/>
                    <a:pt x="9422" y="3143"/>
                  </a:cubicBezTo>
                  <a:cubicBezTo>
                    <a:pt x="9044" y="2825"/>
                    <a:pt x="6591" y="1284"/>
                    <a:pt x="6591" y="1284"/>
                  </a:cubicBezTo>
                  <a:lnTo>
                    <a:pt x="6591" y="1171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49"/>
            <p:cNvSpPr/>
            <p:nvPr/>
          </p:nvSpPr>
          <p:spPr>
            <a:xfrm>
              <a:off x="4694701" y="4402129"/>
              <a:ext cx="743392" cy="269199"/>
            </a:xfrm>
            <a:custGeom>
              <a:avLst/>
              <a:gdLst/>
              <a:ahLst/>
              <a:cxnLst/>
              <a:rect l="l" t="t" r="r" b="b"/>
              <a:pathLst>
                <a:path w="10629" h="3849" extrusionOk="0">
                  <a:moveTo>
                    <a:pt x="220" y="0"/>
                  </a:moveTo>
                  <a:cubicBezTo>
                    <a:pt x="220" y="23"/>
                    <a:pt x="1" y="3464"/>
                    <a:pt x="153" y="3561"/>
                  </a:cubicBezTo>
                  <a:cubicBezTo>
                    <a:pt x="437" y="3745"/>
                    <a:pt x="5254" y="3848"/>
                    <a:pt x="8138" y="3848"/>
                  </a:cubicBezTo>
                  <a:cubicBezTo>
                    <a:pt x="9304" y="3848"/>
                    <a:pt x="10154" y="3831"/>
                    <a:pt x="10261" y="3796"/>
                  </a:cubicBezTo>
                  <a:cubicBezTo>
                    <a:pt x="10629" y="3677"/>
                    <a:pt x="10403" y="2619"/>
                    <a:pt x="9999" y="2288"/>
                  </a:cubicBezTo>
                  <a:cubicBezTo>
                    <a:pt x="9591" y="1956"/>
                    <a:pt x="6681" y="116"/>
                    <a:pt x="6681" y="116"/>
                  </a:cubicBezTo>
                  <a:lnTo>
                    <a:pt x="66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49"/>
            <p:cNvSpPr/>
            <p:nvPr/>
          </p:nvSpPr>
          <p:spPr>
            <a:xfrm>
              <a:off x="4738274" y="4632441"/>
              <a:ext cx="674571" cy="9862"/>
            </a:xfrm>
            <a:custGeom>
              <a:avLst/>
              <a:gdLst/>
              <a:ahLst/>
              <a:cxnLst/>
              <a:rect l="l" t="t" r="r" b="b"/>
              <a:pathLst>
                <a:path w="9645" h="141" extrusionOk="0">
                  <a:moveTo>
                    <a:pt x="2509" y="0"/>
                  </a:moveTo>
                  <a:cubicBezTo>
                    <a:pt x="1446" y="0"/>
                    <a:pt x="538" y="9"/>
                    <a:pt x="14" y="32"/>
                  </a:cubicBezTo>
                  <a:cubicBezTo>
                    <a:pt x="1" y="32"/>
                    <a:pt x="1" y="45"/>
                    <a:pt x="14" y="45"/>
                  </a:cubicBezTo>
                  <a:cubicBezTo>
                    <a:pt x="1210" y="111"/>
                    <a:pt x="4403" y="141"/>
                    <a:pt x="6878" y="141"/>
                  </a:cubicBezTo>
                  <a:cubicBezTo>
                    <a:pt x="8039" y="141"/>
                    <a:pt x="9042" y="134"/>
                    <a:pt x="9608" y="122"/>
                  </a:cubicBezTo>
                  <a:cubicBezTo>
                    <a:pt x="9645" y="118"/>
                    <a:pt x="9645" y="95"/>
                    <a:pt x="9608" y="95"/>
                  </a:cubicBezTo>
                  <a:cubicBezTo>
                    <a:pt x="8364" y="51"/>
                    <a:pt x="5008" y="0"/>
                    <a:pt x="2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49"/>
            <p:cNvSpPr/>
            <p:nvPr/>
          </p:nvSpPr>
          <p:spPr>
            <a:xfrm>
              <a:off x="4934105" y="4406046"/>
              <a:ext cx="194503" cy="31823"/>
            </a:xfrm>
            <a:custGeom>
              <a:avLst/>
              <a:gdLst/>
              <a:ahLst/>
              <a:cxnLst/>
              <a:rect l="l" t="t" r="r" b="b"/>
              <a:pathLst>
                <a:path w="2781" h="455" extrusionOk="0">
                  <a:moveTo>
                    <a:pt x="1566" y="1"/>
                  </a:moveTo>
                  <a:cubicBezTo>
                    <a:pt x="1002" y="1"/>
                    <a:pt x="449" y="119"/>
                    <a:pt x="29" y="405"/>
                  </a:cubicBezTo>
                  <a:cubicBezTo>
                    <a:pt x="0" y="421"/>
                    <a:pt x="26" y="455"/>
                    <a:pt x="61" y="455"/>
                  </a:cubicBezTo>
                  <a:cubicBezTo>
                    <a:pt x="62" y="455"/>
                    <a:pt x="64" y="455"/>
                    <a:pt x="65" y="455"/>
                  </a:cubicBezTo>
                  <a:cubicBezTo>
                    <a:pt x="842" y="323"/>
                    <a:pt x="1629" y="256"/>
                    <a:pt x="2418" y="256"/>
                  </a:cubicBezTo>
                  <a:cubicBezTo>
                    <a:pt x="2521" y="256"/>
                    <a:pt x="2624" y="257"/>
                    <a:pt x="2727" y="259"/>
                  </a:cubicBezTo>
                  <a:cubicBezTo>
                    <a:pt x="2730" y="260"/>
                    <a:pt x="2733" y="260"/>
                    <a:pt x="2736" y="260"/>
                  </a:cubicBezTo>
                  <a:cubicBezTo>
                    <a:pt x="2759" y="260"/>
                    <a:pt x="2777" y="239"/>
                    <a:pt x="2780" y="213"/>
                  </a:cubicBezTo>
                  <a:cubicBezTo>
                    <a:pt x="2780" y="186"/>
                    <a:pt x="2760" y="166"/>
                    <a:pt x="2731" y="160"/>
                  </a:cubicBezTo>
                  <a:cubicBezTo>
                    <a:pt x="2366" y="60"/>
                    <a:pt x="1963" y="1"/>
                    <a:pt x="1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49"/>
            <p:cNvSpPr/>
            <p:nvPr/>
          </p:nvSpPr>
          <p:spPr>
            <a:xfrm>
              <a:off x="4977678" y="4435071"/>
              <a:ext cx="194293" cy="31823"/>
            </a:xfrm>
            <a:custGeom>
              <a:avLst/>
              <a:gdLst/>
              <a:ahLst/>
              <a:cxnLst/>
              <a:rect l="l" t="t" r="r" b="b"/>
              <a:pathLst>
                <a:path w="2778" h="455" extrusionOk="0">
                  <a:moveTo>
                    <a:pt x="1566" y="0"/>
                  </a:moveTo>
                  <a:cubicBezTo>
                    <a:pt x="1002" y="0"/>
                    <a:pt x="450" y="118"/>
                    <a:pt x="26" y="404"/>
                  </a:cubicBezTo>
                  <a:cubicBezTo>
                    <a:pt x="0" y="420"/>
                    <a:pt x="23" y="454"/>
                    <a:pt x="60" y="454"/>
                  </a:cubicBezTo>
                  <a:cubicBezTo>
                    <a:pt x="62" y="454"/>
                    <a:pt x="64" y="454"/>
                    <a:pt x="65" y="454"/>
                  </a:cubicBezTo>
                  <a:cubicBezTo>
                    <a:pt x="839" y="322"/>
                    <a:pt x="1626" y="255"/>
                    <a:pt x="2415" y="255"/>
                  </a:cubicBezTo>
                  <a:cubicBezTo>
                    <a:pt x="2518" y="255"/>
                    <a:pt x="2621" y="256"/>
                    <a:pt x="2724" y="258"/>
                  </a:cubicBezTo>
                  <a:cubicBezTo>
                    <a:pt x="2728" y="259"/>
                    <a:pt x="2731" y="260"/>
                    <a:pt x="2734" y="260"/>
                  </a:cubicBezTo>
                  <a:cubicBezTo>
                    <a:pt x="2759" y="260"/>
                    <a:pt x="2777" y="238"/>
                    <a:pt x="2777" y="212"/>
                  </a:cubicBezTo>
                  <a:cubicBezTo>
                    <a:pt x="2777" y="186"/>
                    <a:pt x="2761" y="159"/>
                    <a:pt x="2734" y="159"/>
                  </a:cubicBezTo>
                  <a:cubicBezTo>
                    <a:pt x="2367" y="59"/>
                    <a:pt x="1964" y="0"/>
                    <a:pt x="15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49"/>
            <p:cNvSpPr/>
            <p:nvPr/>
          </p:nvSpPr>
          <p:spPr>
            <a:xfrm>
              <a:off x="5021250" y="4463606"/>
              <a:ext cx="194503" cy="32033"/>
            </a:xfrm>
            <a:custGeom>
              <a:avLst/>
              <a:gdLst/>
              <a:ahLst/>
              <a:cxnLst/>
              <a:rect l="l" t="t" r="r" b="b"/>
              <a:pathLst>
                <a:path w="2781" h="458" extrusionOk="0">
                  <a:moveTo>
                    <a:pt x="1563" y="1"/>
                  </a:moveTo>
                  <a:cubicBezTo>
                    <a:pt x="1000" y="1"/>
                    <a:pt x="449" y="120"/>
                    <a:pt x="29" y="407"/>
                  </a:cubicBezTo>
                  <a:cubicBezTo>
                    <a:pt x="1" y="423"/>
                    <a:pt x="27" y="457"/>
                    <a:pt x="58" y="457"/>
                  </a:cubicBezTo>
                  <a:cubicBezTo>
                    <a:pt x="59" y="457"/>
                    <a:pt x="61" y="457"/>
                    <a:pt x="62" y="457"/>
                  </a:cubicBezTo>
                  <a:cubicBezTo>
                    <a:pt x="839" y="325"/>
                    <a:pt x="1627" y="258"/>
                    <a:pt x="2415" y="258"/>
                  </a:cubicBezTo>
                  <a:cubicBezTo>
                    <a:pt x="2518" y="258"/>
                    <a:pt x="2621" y="259"/>
                    <a:pt x="2724" y="262"/>
                  </a:cubicBezTo>
                  <a:cubicBezTo>
                    <a:pt x="2726" y="262"/>
                    <a:pt x="2728" y="262"/>
                    <a:pt x="2730" y="262"/>
                  </a:cubicBezTo>
                  <a:cubicBezTo>
                    <a:pt x="2754" y="262"/>
                    <a:pt x="2774" y="243"/>
                    <a:pt x="2777" y="215"/>
                  </a:cubicBezTo>
                  <a:cubicBezTo>
                    <a:pt x="2781" y="192"/>
                    <a:pt x="2761" y="165"/>
                    <a:pt x="2731" y="162"/>
                  </a:cubicBezTo>
                  <a:cubicBezTo>
                    <a:pt x="2364" y="60"/>
                    <a:pt x="1961" y="1"/>
                    <a:pt x="1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49"/>
            <p:cNvSpPr/>
            <p:nvPr/>
          </p:nvSpPr>
          <p:spPr>
            <a:xfrm>
              <a:off x="4354375" y="1954742"/>
              <a:ext cx="819417" cy="2454055"/>
            </a:xfrm>
            <a:custGeom>
              <a:avLst/>
              <a:gdLst/>
              <a:ahLst/>
              <a:cxnLst/>
              <a:rect l="l" t="t" r="r" b="b"/>
              <a:pathLst>
                <a:path w="11716" h="35088" extrusionOk="0">
                  <a:moveTo>
                    <a:pt x="0" y="0"/>
                  </a:moveTo>
                  <a:cubicBezTo>
                    <a:pt x="0" y="0"/>
                    <a:pt x="932" y="5636"/>
                    <a:pt x="991" y="5818"/>
                  </a:cubicBezTo>
                  <a:cubicBezTo>
                    <a:pt x="991" y="5818"/>
                    <a:pt x="1336" y="5981"/>
                    <a:pt x="1956" y="6266"/>
                  </a:cubicBezTo>
                  <a:lnTo>
                    <a:pt x="4485" y="35057"/>
                  </a:lnTo>
                  <a:lnTo>
                    <a:pt x="11716" y="35087"/>
                  </a:lnTo>
                  <a:lnTo>
                    <a:pt x="7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49"/>
            <p:cNvSpPr/>
            <p:nvPr/>
          </p:nvSpPr>
          <p:spPr>
            <a:xfrm>
              <a:off x="4683581" y="4314718"/>
              <a:ext cx="455939" cy="9862"/>
            </a:xfrm>
            <a:custGeom>
              <a:avLst/>
              <a:gdLst/>
              <a:ahLst/>
              <a:cxnLst/>
              <a:rect l="l" t="t" r="r" b="b"/>
              <a:pathLst>
                <a:path w="6519" h="141" extrusionOk="0">
                  <a:moveTo>
                    <a:pt x="2971" y="0"/>
                  </a:moveTo>
                  <a:cubicBezTo>
                    <a:pt x="2466" y="0"/>
                    <a:pt x="2065" y="2"/>
                    <a:pt x="1910" y="2"/>
                  </a:cubicBezTo>
                  <a:cubicBezTo>
                    <a:pt x="809" y="5"/>
                    <a:pt x="1124" y="18"/>
                    <a:pt x="20" y="35"/>
                  </a:cubicBezTo>
                  <a:cubicBezTo>
                    <a:pt x="1" y="35"/>
                    <a:pt x="1" y="68"/>
                    <a:pt x="20" y="71"/>
                  </a:cubicBezTo>
                  <a:cubicBezTo>
                    <a:pt x="1124" y="98"/>
                    <a:pt x="809" y="104"/>
                    <a:pt x="1910" y="121"/>
                  </a:cubicBezTo>
                  <a:cubicBezTo>
                    <a:pt x="2200" y="126"/>
                    <a:pt x="3355" y="140"/>
                    <a:pt x="4443" y="140"/>
                  </a:cubicBezTo>
                  <a:cubicBezTo>
                    <a:pt x="5383" y="140"/>
                    <a:pt x="6273" y="130"/>
                    <a:pt x="6508" y="94"/>
                  </a:cubicBezTo>
                  <a:cubicBezTo>
                    <a:pt x="6518" y="88"/>
                    <a:pt x="6518" y="68"/>
                    <a:pt x="6508" y="68"/>
                  </a:cubicBezTo>
                  <a:cubicBezTo>
                    <a:pt x="6148" y="9"/>
                    <a:pt x="4234" y="0"/>
                    <a:pt x="29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6" name="Google Shape;3276;p49"/>
            <p:cNvSpPr/>
            <p:nvPr/>
          </p:nvSpPr>
          <p:spPr>
            <a:xfrm>
              <a:off x="4397248" y="2350321"/>
              <a:ext cx="151420" cy="79522"/>
            </a:xfrm>
            <a:custGeom>
              <a:avLst/>
              <a:gdLst/>
              <a:ahLst/>
              <a:cxnLst/>
              <a:rect l="l" t="t" r="r" b="b"/>
              <a:pathLst>
                <a:path w="2165" h="1137" extrusionOk="0">
                  <a:moveTo>
                    <a:pt x="52" y="1"/>
                  </a:moveTo>
                  <a:cubicBezTo>
                    <a:pt x="34" y="1"/>
                    <a:pt x="18" y="10"/>
                    <a:pt x="14" y="26"/>
                  </a:cubicBezTo>
                  <a:cubicBezTo>
                    <a:pt x="0" y="53"/>
                    <a:pt x="10" y="79"/>
                    <a:pt x="34" y="93"/>
                  </a:cubicBezTo>
                  <a:cubicBezTo>
                    <a:pt x="713" y="471"/>
                    <a:pt x="1426" y="792"/>
                    <a:pt x="2122" y="1134"/>
                  </a:cubicBezTo>
                  <a:cubicBezTo>
                    <a:pt x="2125" y="1135"/>
                    <a:pt x="2128" y="1136"/>
                    <a:pt x="2131" y="1136"/>
                  </a:cubicBezTo>
                  <a:cubicBezTo>
                    <a:pt x="2148" y="1136"/>
                    <a:pt x="2165" y="1105"/>
                    <a:pt x="2142" y="1091"/>
                  </a:cubicBezTo>
                  <a:cubicBezTo>
                    <a:pt x="1489" y="670"/>
                    <a:pt x="796" y="308"/>
                    <a:pt x="77" y="6"/>
                  </a:cubicBezTo>
                  <a:cubicBezTo>
                    <a:pt x="69" y="2"/>
                    <a:pt x="60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7" name="Google Shape;3277;p49"/>
            <p:cNvSpPr/>
            <p:nvPr/>
          </p:nvSpPr>
          <p:spPr>
            <a:xfrm>
              <a:off x="4419069" y="2123996"/>
              <a:ext cx="78682" cy="241922"/>
            </a:xfrm>
            <a:custGeom>
              <a:avLst/>
              <a:gdLst/>
              <a:ahLst/>
              <a:cxnLst/>
              <a:rect l="l" t="t" r="r" b="b"/>
              <a:pathLst>
                <a:path w="1125" h="3459" extrusionOk="0">
                  <a:moveTo>
                    <a:pt x="18" y="1"/>
                  </a:moveTo>
                  <a:cubicBezTo>
                    <a:pt x="9" y="1"/>
                    <a:pt x="0" y="7"/>
                    <a:pt x="0" y="20"/>
                  </a:cubicBezTo>
                  <a:cubicBezTo>
                    <a:pt x="7" y="759"/>
                    <a:pt x="56" y="1492"/>
                    <a:pt x="153" y="2221"/>
                  </a:cubicBezTo>
                  <a:cubicBezTo>
                    <a:pt x="186" y="2516"/>
                    <a:pt x="182" y="2865"/>
                    <a:pt x="398" y="3093"/>
                  </a:cubicBezTo>
                  <a:cubicBezTo>
                    <a:pt x="593" y="3272"/>
                    <a:pt x="829" y="3395"/>
                    <a:pt x="1084" y="3458"/>
                  </a:cubicBezTo>
                  <a:cubicBezTo>
                    <a:pt x="1086" y="3458"/>
                    <a:pt x="1089" y="3459"/>
                    <a:pt x="1091" y="3459"/>
                  </a:cubicBezTo>
                  <a:cubicBezTo>
                    <a:pt x="1116" y="3459"/>
                    <a:pt x="1125" y="3424"/>
                    <a:pt x="1097" y="3412"/>
                  </a:cubicBezTo>
                  <a:cubicBezTo>
                    <a:pt x="862" y="3305"/>
                    <a:pt x="603" y="3199"/>
                    <a:pt x="451" y="2974"/>
                  </a:cubicBezTo>
                  <a:cubicBezTo>
                    <a:pt x="381" y="2838"/>
                    <a:pt x="338" y="2692"/>
                    <a:pt x="335" y="2543"/>
                  </a:cubicBezTo>
                  <a:cubicBezTo>
                    <a:pt x="318" y="2381"/>
                    <a:pt x="298" y="2205"/>
                    <a:pt x="282" y="2052"/>
                  </a:cubicBezTo>
                  <a:cubicBezTo>
                    <a:pt x="206" y="1373"/>
                    <a:pt x="139" y="690"/>
                    <a:pt x="30" y="14"/>
                  </a:cubicBezTo>
                  <a:cubicBezTo>
                    <a:pt x="30" y="5"/>
                    <a:pt x="24" y="1"/>
                    <a:pt x="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8" name="Google Shape;3278;p49"/>
            <p:cNvSpPr/>
            <p:nvPr/>
          </p:nvSpPr>
          <p:spPr>
            <a:xfrm>
              <a:off x="4476769" y="2138473"/>
              <a:ext cx="16506" cy="204854"/>
            </a:xfrm>
            <a:custGeom>
              <a:avLst/>
              <a:gdLst/>
              <a:ahLst/>
              <a:cxnLst/>
              <a:rect l="l" t="t" r="r" b="b"/>
              <a:pathLst>
                <a:path w="236" h="2929" extrusionOk="0">
                  <a:moveTo>
                    <a:pt x="8" y="0"/>
                  </a:moveTo>
                  <a:cubicBezTo>
                    <a:pt x="4" y="0"/>
                    <a:pt x="1" y="1"/>
                    <a:pt x="1" y="2"/>
                  </a:cubicBezTo>
                  <a:cubicBezTo>
                    <a:pt x="44" y="490"/>
                    <a:pt x="57" y="987"/>
                    <a:pt x="87" y="1477"/>
                  </a:cubicBezTo>
                  <a:cubicBezTo>
                    <a:pt x="100" y="1723"/>
                    <a:pt x="117" y="1975"/>
                    <a:pt x="136" y="2213"/>
                  </a:cubicBezTo>
                  <a:cubicBezTo>
                    <a:pt x="156" y="2455"/>
                    <a:pt x="160" y="2691"/>
                    <a:pt x="203" y="2919"/>
                  </a:cubicBezTo>
                  <a:cubicBezTo>
                    <a:pt x="203" y="2923"/>
                    <a:pt x="206" y="2926"/>
                    <a:pt x="209" y="2926"/>
                  </a:cubicBezTo>
                  <a:cubicBezTo>
                    <a:pt x="212" y="2928"/>
                    <a:pt x="215" y="2929"/>
                    <a:pt x="217" y="2929"/>
                  </a:cubicBezTo>
                  <a:cubicBezTo>
                    <a:pt x="223" y="2929"/>
                    <a:pt x="228" y="2924"/>
                    <a:pt x="233" y="2919"/>
                  </a:cubicBezTo>
                  <a:cubicBezTo>
                    <a:pt x="236" y="2674"/>
                    <a:pt x="206" y="2422"/>
                    <a:pt x="193" y="2180"/>
                  </a:cubicBezTo>
                  <a:cubicBezTo>
                    <a:pt x="183" y="1945"/>
                    <a:pt x="166" y="1706"/>
                    <a:pt x="143" y="1464"/>
                  </a:cubicBezTo>
                  <a:cubicBezTo>
                    <a:pt x="103" y="983"/>
                    <a:pt x="50" y="496"/>
                    <a:pt x="24" y="9"/>
                  </a:cubicBezTo>
                  <a:cubicBezTo>
                    <a:pt x="24" y="3"/>
                    <a:pt x="14" y="0"/>
                    <a:pt x="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9" name="Google Shape;3279;p49"/>
            <p:cNvSpPr/>
            <p:nvPr/>
          </p:nvSpPr>
          <p:spPr>
            <a:xfrm>
              <a:off x="4501318" y="2444669"/>
              <a:ext cx="216884" cy="1826833"/>
            </a:xfrm>
            <a:custGeom>
              <a:avLst/>
              <a:gdLst/>
              <a:ahLst/>
              <a:cxnLst/>
              <a:rect l="l" t="t" r="r" b="b"/>
              <a:pathLst>
                <a:path w="3101" h="26120" extrusionOk="0">
                  <a:moveTo>
                    <a:pt x="1" y="0"/>
                  </a:moveTo>
                  <a:lnTo>
                    <a:pt x="385" y="3305"/>
                  </a:lnTo>
                  <a:lnTo>
                    <a:pt x="793" y="6614"/>
                  </a:lnTo>
                  <a:lnTo>
                    <a:pt x="1625" y="13217"/>
                  </a:lnTo>
                  <a:lnTo>
                    <a:pt x="3101" y="26120"/>
                  </a:lnTo>
                  <a:lnTo>
                    <a:pt x="1778" y="13201"/>
                  </a:lnTo>
                  <a:lnTo>
                    <a:pt x="909" y="6597"/>
                  </a:lnTo>
                  <a:lnTo>
                    <a:pt x="462" y="32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0" name="Google Shape;3280;p49"/>
            <p:cNvSpPr/>
            <p:nvPr/>
          </p:nvSpPr>
          <p:spPr>
            <a:xfrm>
              <a:off x="3591402" y="1190720"/>
              <a:ext cx="1031545" cy="429012"/>
            </a:xfrm>
            <a:custGeom>
              <a:avLst/>
              <a:gdLst/>
              <a:ahLst/>
              <a:cxnLst/>
              <a:rect l="l" t="t" r="r" b="b"/>
              <a:pathLst>
                <a:path w="14749" h="6134" extrusionOk="0">
                  <a:moveTo>
                    <a:pt x="2875" y="1"/>
                  </a:moveTo>
                  <a:cubicBezTo>
                    <a:pt x="2303" y="1"/>
                    <a:pt x="1" y="2978"/>
                    <a:pt x="341" y="3280"/>
                  </a:cubicBezTo>
                  <a:cubicBezTo>
                    <a:pt x="1193" y="4012"/>
                    <a:pt x="5025" y="5832"/>
                    <a:pt x="6301" y="6094"/>
                  </a:cubicBezTo>
                  <a:cubicBezTo>
                    <a:pt x="6431" y="6121"/>
                    <a:pt x="6571" y="6133"/>
                    <a:pt x="6719" y="6133"/>
                  </a:cubicBezTo>
                  <a:cubicBezTo>
                    <a:pt x="8771" y="6133"/>
                    <a:pt x="12403" y="3726"/>
                    <a:pt x="13628" y="2885"/>
                  </a:cubicBezTo>
                  <a:cubicBezTo>
                    <a:pt x="14620" y="2201"/>
                    <a:pt x="14749" y="1351"/>
                    <a:pt x="13637" y="1351"/>
                  </a:cubicBezTo>
                  <a:cubicBezTo>
                    <a:pt x="13483" y="1351"/>
                    <a:pt x="13304" y="1368"/>
                    <a:pt x="13100" y="1403"/>
                  </a:cubicBezTo>
                  <a:cubicBezTo>
                    <a:pt x="10119" y="1930"/>
                    <a:pt x="8259" y="2530"/>
                    <a:pt x="7603" y="2530"/>
                  </a:cubicBezTo>
                  <a:cubicBezTo>
                    <a:pt x="7549" y="2530"/>
                    <a:pt x="7503" y="2526"/>
                    <a:pt x="7465" y="2517"/>
                  </a:cubicBezTo>
                  <a:cubicBezTo>
                    <a:pt x="7080" y="2431"/>
                    <a:pt x="3798" y="412"/>
                    <a:pt x="2926" y="11"/>
                  </a:cubicBezTo>
                  <a:cubicBezTo>
                    <a:pt x="2911" y="4"/>
                    <a:pt x="2894" y="1"/>
                    <a:pt x="2875" y="1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1" name="Google Shape;3281;p49"/>
            <p:cNvSpPr/>
            <p:nvPr/>
          </p:nvSpPr>
          <p:spPr>
            <a:xfrm>
              <a:off x="3468448" y="1032516"/>
              <a:ext cx="267870" cy="217374"/>
            </a:xfrm>
            <a:custGeom>
              <a:avLst/>
              <a:gdLst/>
              <a:ahLst/>
              <a:cxnLst/>
              <a:rect l="l" t="t" r="r" b="b"/>
              <a:pathLst>
                <a:path w="3830" h="3108" extrusionOk="0">
                  <a:moveTo>
                    <a:pt x="1359" y="0"/>
                  </a:moveTo>
                  <a:cubicBezTo>
                    <a:pt x="676" y="0"/>
                    <a:pt x="49" y="841"/>
                    <a:pt x="23" y="1100"/>
                  </a:cubicBezTo>
                  <a:cubicBezTo>
                    <a:pt x="0" y="1365"/>
                    <a:pt x="133" y="3049"/>
                    <a:pt x="832" y="3105"/>
                  </a:cubicBezTo>
                  <a:cubicBezTo>
                    <a:pt x="848" y="3106"/>
                    <a:pt x="863" y="3107"/>
                    <a:pt x="878" y="3107"/>
                  </a:cubicBezTo>
                  <a:cubicBezTo>
                    <a:pt x="1518" y="3107"/>
                    <a:pt x="1218" y="1852"/>
                    <a:pt x="1257" y="1709"/>
                  </a:cubicBezTo>
                  <a:cubicBezTo>
                    <a:pt x="1292" y="1570"/>
                    <a:pt x="1330" y="1397"/>
                    <a:pt x="1449" y="1397"/>
                  </a:cubicBezTo>
                  <a:cubicBezTo>
                    <a:pt x="1454" y="1397"/>
                    <a:pt x="1460" y="1397"/>
                    <a:pt x="1466" y="1398"/>
                  </a:cubicBezTo>
                  <a:cubicBezTo>
                    <a:pt x="1598" y="1414"/>
                    <a:pt x="3829" y="2717"/>
                    <a:pt x="3829" y="2717"/>
                  </a:cubicBezTo>
                  <a:lnTo>
                    <a:pt x="3415" y="685"/>
                  </a:lnTo>
                  <a:cubicBezTo>
                    <a:pt x="2792" y="407"/>
                    <a:pt x="2119" y="42"/>
                    <a:pt x="1412" y="2"/>
                  </a:cubicBezTo>
                  <a:cubicBezTo>
                    <a:pt x="1394" y="1"/>
                    <a:pt x="1376" y="0"/>
                    <a:pt x="1359" y="0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2" name="Google Shape;3282;p49"/>
            <p:cNvSpPr/>
            <p:nvPr/>
          </p:nvSpPr>
          <p:spPr>
            <a:xfrm>
              <a:off x="3425505" y="1020696"/>
              <a:ext cx="278081" cy="217583"/>
            </a:xfrm>
            <a:custGeom>
              <a:avLst/>
              <a:gdLst/>
              <a:ahLst/>
              <a:cxnLst/>
              <a:rect l="l" t="t" r="r" b="b"/>
              <a:pathLst>
                <a:path w="3976" h="3111" extrusionOk="0">
                  <a:moveTo>
                    <a:pt x="1356" y="0"/>
                  </a:moveTo>
                  <a:cubicBezTo>
                    <a:pt x="671" y="0"/>
                    <a:pt x="47" y="841"/>
                    <a:pt x="21" y="1103"/>
                  </a:cubicBezTo>
                  <a:cubicBezTo>
                    <a:pt x="1" y="1368"/>
                    <a:pt x="124" y="3045"/>
                    <a:pt x="830" y="3108"/>
                  </a:cubicBezTo>
                  <a:cubicBezTo>
                    <a:pt x="845" y="3110"/>
                    <a:pt x="861" y="3110"/>
                    <a:pt x="875" y="3110"/>
                  </a:cubicBezTo>
                  <a:cubicBezTo>
                    <a:pt x="1518" y="3110"/>
                    <a:pt x="1212" y="1855"/>
                    <a:pt x="1251" y="1713"/>
                  </a:cubicBezTo>
                  <a:cubicBezTo>
                    <a:pt x="1292" y="1573"/>
                    <a:pt x="1327" y="1400"/>
                    <a:pt x="1446" y="1400"/>
                  </a:cubicBezTo>
                  <a:cubicBezTo>
                    <a:pt x="1452" y="1400"/>
                    <a:pt x="1457" y="1400"/>
                    <a:pt x="1463" y="1401"/>
                  </a:cubicBezTo>
                  <a:cubicBezTo>
                    <a:pt x="1596" y="1418"/>
                    <a:pt x="3823" y="2721"/>
                    <a:pt x="3823" y="2721"/>
                  </a:cubicBezTo>
                  <a:lnTo>
                    <a:pt x="3976" y="950"/>
                  </a:lnTo>
                  <a:cubicBezTo>
                    <a:pt x="3933" y="950"/>
                    <a:pt x="2113" y="45"/>
                    <a:pt x="1410" y="2"/>
                  </a:cubicBezTo>
                  <a:cubicBezTo>
                    <a:pt x="1392" y="1"/>
                    <a:pt x="1374" y="0"/>
                    <a:pt x="1356" y="0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3" name="Google Shape;3283;p49"/>
            <p:cNvSpPr/>
            <p:nvPr/>
          </p:nvSpPr>
          <p:spPr>
            <a:xfrm>
              <a:off x="3500201" y="1116234"/>
              <a:ext cx="114772" cy="118408"/>
            </a:xfrm>
            <a:custGeom>
              <a:avLst/>
              <a:gdLst/>
              <a:ahLst/>
              <a:cxnLst/>
              <a:rect l="l" t="t" r="r" b="b"/>
              <a:pathLst>
                <a:path w="1641" h="1693" extrusionOk="0">
                  <a:moveTo>
                    <a:pt x="348" y="1"/>
                  </a:moveTo>
                  <a:cubicBezTo>
                    <a:pt x="310" y="1"/>
                    <a:pt x="274" y="15"/>
                    <a:pt x="246" y="55"/>
                  </a:cubicBezTo>
                  <a:cubicBezTo>
                    <a:pt x="176" y="164"/>
                    <a:pt x="130" y="294"/>
                    <a:pt x="116" y="420"/>
                  </a:cubicBezTo>
                  <a:cubicBezTo>
                    <a:pt x="126" y="552"/>
                    <a:pt x="143" y="685"/>
                    <a:pt x="173" y="814"/>
                  </a:cubicBezTo>
                  <a:cubicBezTo>
                    <a:pt x="193" y="963"/>
                    <a:pt x="186" y="1116"/>
                    <a:pt x="160" y="1265"/>
                  </a:cubicBezTo>
                  <a:cubicBezTo>
                    <a:pt x="146" y="1414"/>
                    <a:pt x="93" y="1553"/>
                    <a:pt x="7" y="1673"/>
                  </a:cubicBezTo>
                  <a:cubicBezTo>
                    <a:pt x="0" y="1682"/>
                    <a:pt x="8" y="1693"/>
                    <a:pt x="19" y="1693"/>
                  </a:cubicBezTo>
                  <a:cubicBezTo>
                    <a:pt x="23" y="1693"/>
                    <a:pt x="29" y="1691"/>
                    <a:pt x="34" y="1686"/>
                  </a:cubicBezTo>
                  <a:cubicBezTo>
                    <a:pt x="110" y="1593"/>
                    <a:pt x="170" y="1497"/>
                    <a:pt x="226" y="1394"/>
                  </a:cubicBezTo>
                  <a:cubicBezTo>
                    <a:pt x="266" y="1278"/>
                    <a:pt x="289" y="1156"/>
                    <a:pt x="289" y="1030"/>
                  </a:cubicBezTo>
                  <a:cubicBezTo>
                    <a:pt x="289" y="900"/>
                    <a:pt x="276" y="768"/>
                    <a:pt x="246" y="642"/>
                  </a:cubicBezTo>
                  <a:cubicBezTo>
                    <a:pt x="209" y="516"/>
                    <a:pt x="209" y="383"/>
                    <a:pt x="246" y="261"/>
                  </a:cubicBezTo>
                  <a:cubicBezTo>
                    <a:pt x="262" y="217"/>
                    <a:pt x="299" y="88"/>
                    <a:pt x="352" y="82"/>
                  </a:cubicBezTo>
                  <a:cubicBezTo>
                    <a:pt x="356" y="81"/>
                    <a:pt x="361" y="80"/>
                    <a:pt x="365" y="80"/>
                  </a:cubicBezTo>
                  <a:cubicBezTo>
                    <a:pt x="421" y="80"/>
                    <a:pt x="498" y="133"/>
                    <a:pt x="537" y="151"/>
                  </a:cubicBezTo>
                  <a:cubicBezTo>
                    <a:pt x="657" y="214"/>
                    <a:pt x="766" y="284"/>
                    <a:pt x="896" y="353"/>
                  </a:cubicBezTo>
                  <a:cubicBezTo>
                    <a:pt x="1025" y="423"/>
                    <a:pt x="1154" y="496"/>
                    <a:pt x="1283" y="569"/>
                  </a:cubicBezTo>
                  <a:cubicBezTo>
                    <a:pt x="1393" y="638"/>
                    <a:pt x="1509" y="701"/>
                    <a:pt x="1625" y="761"/>
                  </a:cubicBezTo>
                  <a:cubicBezTo>
                    <a:pt x="1626" y="762"/>
                    <a:pt x="1627" y="762"/>
                    <a:pt x="1628" y="762"/>
                  </a:cubicBezTo>
                  <a:cubicBezTo>
                    <a:pt x="1636" y="762"/>
                    <a:pt x="1641" y="745"/>
                    <a:pt x="1635" y="745"/>
                  </a:cubicBezTo>
                  <a:cubicBezTo>
                    <a:pt x="1509" y="648"/>
                    <a:pt x="1383" y="562"/>
                    <a:pt x="1244" y="483"/>
                  </a:cubicBezTo>
                  <a:cubicBezTo>
                    <a:pt x="1121" y="400"/>
                    <a:pt x="992" y="324"/>
                    <a:pt x="862" y="247"/>
                  </a:cubicBezTo>
                  <a:cubicBezTo>
                    <a:pt x="743" y="171"/>
                    <a:pt x="624" y="105"/>
                    <a:pt x="494" y="42"/>
                  </a:cubicBezTo>
                  <a:cubicBezTo>
                    <a:pt x="447" y="22"/>
                    <a:pt x="396" y="1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4" name="Google Shape;3284;p49"/>
            <p:cNvSpPr/>
            <p:nvPr/>
          </p:nvSpPr>
          <p:spPr>
            <a:xfrm>
              <a:off x="3335143" y="887811"/>
              <a:ext cx="513569" cy="556932"/>
            </a:xfrm>
            <a:custGeom>
              <a:avLst/>
              <a:gdLst/>
              <a:ahLst/>
              <a:cxnLst/>
              <a:rect l="l" t="t" r="r" b="b"/>
              <a:pathLst>
                <a:path w="7343" h="7963" extrusionOk="0">
                  <a:moveTo>
                    <a:pt x="570" y="0"/>
                  </a:moveTo>
                  <a:cubicBezTo>
                    <a:pt x="136" y="0"/>
                    <a:pt x="1" y="933"/>
                    <a:pt x="2145" y="2091"/>
                  </a:cubicBezTo>
                  <a:cubicBezTo>
                    <a:pt x="3328" y="2731"/>
                    <a:pt x="3488" y="3450"/>
                    <a:pt x="3435" y="3835"/>
                  </a:cubicBezTo>
                  <a:cubicBezTo>
                    <a:pt x="3384" y="4203"/>
                    <a:pt x="2987" y="4852"/>
                    <a:pt x="2392" y="4852"/>
                  </a:cubicBezTo>
                  <a:cubicBezTo>
                    <a:pt x="2360" y="4852"/>
                    <a:pt x="2327" y="4850"/>
                    <a:pt x="2294" y="4846"/>
                  </a:cubicBezTo>
                  <a:cubicBezTo>
                    <a:pt x="1641" y="4773"/>
                    <a:pt x="1296" y="3785"/>
                    <a:pt x="703" y="3629"/>
                  </a:cubicBezTo>
                  <a:cubicBezTo>
                    <a:pt x="665" y="3619"/>
                    <a:pt x="631" y="3614"/>
                    <a:pt x="600" y="3614"/>
                  </a:cubicBezTo>
                  <a:cubicBezTo>
                    <a:pt x="149" y="3614"/>
                    <a:pt x="442" y="4654"/>
                    <a:pt x="789" y="5284"/>
                  </a:cubicBezTo>
                  <a:cubicBezTo>
                    <a:pt x="1184" y="5933"/>
                    <a:pt x="1757" y="6464"/>
                    <a:pt x="2437" y="6802"/>
                  </a:cubicBezTo>
                  <a:cubicBezTo>
                    <a:pt x="2984" y="7064"/>
                    <a:pt x="4674" y="7962"/>
                    <a:pt x="4674" y="7962"/>
                  </a:cubicBezTo>
                  <a:lnTo>
                    <a:pt x="7343" y="4879"/>
                  </a:lnTo>
                  <a:cubicBezTo>
                    <a:pt x="7343" y="4879"/>
                    <a:pt x="5540" y="2946"/>
                    <a:pt x="5172" y="2555"/>
                  </a:cubicBezTo>
                  <a:cubicBezTo>
                    <a:pt x="4416" y="1779"/>
                    <a:pt x="1107" y="99"/>
                    <a:pt x="630" y="6"/>
                  </a:cubicBezTo>
                  <a:cubicBezTo>
                    <a:pt x="609" y="2"/>
                    <a:pt x="589" y="0"/>
                    <a:pt x="570" y="0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5" name="Google Shape;3285;p49"/>
            <p:cNvSpPr/>
            <p:nvPr/>
          </p:nvSpPr>
          <p:spPr>
            <a:xfrm>
              <a:off x="3438863" y="1032516"/>
              <a:ext cx="137922" cy="199609"/>
            </a:xfrm>
            <a:custGeom>
              <a:avLst/>
              <a:gdLst/>
              <a:ahLst/>
              <a:cxnLst/>
              <a:rect l="l" t="t" r="r" b="b"/>
              <a:pathLst>
                <a:path w="1972" h="2854" extrusionOk="0">
                  <a:moveTo>
                    <a:pt x="619" y="0"/>
                  </a:moveTo>
                  <a:cubicBezTo>
                    <a:pt x="606" y="0"/>
                    <a:pt x="598" y="22"/>
                    <a:pt x="609" y="22"/>
                  </a:cubicBezTo>
                  <a:cubicBezTo>
                    <a:pt x="921" y="201"/>
                    <a:pt x="1202" y="423"/>
                    <a:pt x="1448" y="685"/>
                  </a:cubicBezTo>
                  <a:cubicBezTo>
                    <a:pt x="1650" y="901"/>
                    <a:pt x="1786" y="1169"/>
                    <a:pt x="1835" y="1461"/>
                  </a:cubicBezTo>
                  <a:cubicBezTo>
                    <a:pt x="1869" y="1779"/>
                    <a:pt x="1782" y="2097"/>
                    <a:pt x="1587" y="2353"/>
                  </a:cubicBezTo>
                  <a:cubicBezTo>
                    <a:pt x="1423" y="2596"/>
                    <a:pt x="1206" y="2775"/>
                    <a:pt x="920" y="2775"/>
                  </a:cubicBezTo>
                  <a:cubicBezTo>
                    <a:pt x="894" y="2775"/>
                    <a:pt x="868" y="2773"/>
                    <a:pt x="841" y="2770"/>
                  </a:cubicBezTo>
                  <a:cubicBezTo>
                    <a:pt x="519" y="2734"/>
                    <a:pt x="258" y="2462"/>
                    <a:pt x="29" y="2253"/>
                  </a:cubicBezTo>
                  <a:cubicBezTo>
                    <a:pt x="23" y="2246"/>
                    <a:pt x="17" y="2244"/>
                    <a:pt x="12" y="2244"/>
                  </a:cubicBezTo>
                  <a:cubicBezTo>
                    <a:pt x="5" y="2244"/>
                    <a:pt x="1" y="2249"/>
                    <a:pt x="9" y="2253"/>
                  </a:cubicBezTo>
                  <a:cubicBezTo>
                    <a:pt x="264" y="2508"/>
                    <a:pt x="572" y="2853"/>
                    <a:pt x="960" y="2853"/>
                  </a:cubicBezTo>
                  <a:cubicBezTo>
                    <a:pt x="1282" y="2853"/>
                    <a:pt x="1514" y="2621"/>
                    <a:pt x="1680" y="2373"/>
                  </a:cubicBezTo>
                  <a:cubicBezTo>
                    <a:pt x="1882" y="2114"/>
                    <a:pt x="1971" y="1789"/>
                    <a:pt x="1938" y="1464"/>
                  </a:cubicBezTo>
                  <a:cubicBezTo>
                    <a:pt x="1819" y="622"/>
                    <a:pt x="917" y="155"/>
                    <a:pt x="625" y="2"/>
                  </a:cubicBezTo>
                  <a:cubicBezTo>
                    <a:pt x="623" y="1"/>
                    <a:pt x="621" y="0"/>
                    <a:pt x="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6" name="Google Shape;3286;p49"/>
            <p:cNvSpPr/>
            <p:nvPr/>
          </p:nvSpPr>
          <p:spPr>
            <a:xfrm>
              <a:off x="3711628" y="1191489"/>
              <a:ext cx="918172" cy="455379"/>
            </a:xfrm>
            <a:custGeom>
              <a:avLst/>
              <a:gdLst/>
              <a:ahLst/>
              <a:cxnLst/>
              <a:rect l="l" t="t" r="r" b="b"/>
              <a:pathLst>
                <a:path w="13128" h="6511" extrusionOk="0">
                  <a:moveTo>
                    <a:pt x="2182" y="0"/>
                  </a:moveTo>
                  <a:lnTo>
                    <a:pt x="1" y="4761"/>
                  </a:lnTo>
                  <a:cubicBezTo>
                    <a:pt x="1" y="4761"/>
                    <a:pt x="3562" y="6510"/>
                    <a:pt x="4960" y="6510"/>
                  </a:cubicBezTo>
                  <a:cubicBezTo>
                    <a:pt x="5035" y="6510"/>
                    <a:pt x="5104" y="6505"/>
                    <a:pt x="5166" y="6494"/>
                  </a:cubicBezTo>
                  <a:cubicBezTo>
                    <a:pt x="6382" y="6279"/>
                    <a:pt x="10145" y="4323"/>
                    <a:pt x="12018" y="2891"/>
                  </a:cubicBezTo>
                  <a:cubicBezTo>
                    <a:pt x="13128" y="2041"/>
                    <a:pt x="12944" y="1207"/>
                    <a:pt x="11689" y="1207"/>
                  </a:cubicBezTo>
                  <a:cubicBezTo>
                    <a:pt x="11490" y="1207"/>
                    <a:pt x="11263" y="1228"/>
                    <a:pt x="11010" y="1273"/>
                  </a:cubicBezTo>
                  <a:cubicBezTo>
                    <a:pt x="9207" y="1595"/>
                    <a:pt x="6071" y="2374"/>
                    <a:pt x="5902" y="2417"/>
                  </a:cubicBezTo>
                  <a:cubicBezTo>
                    <a:pt x="5900" y="2417"/>
                    <a:pt x="5899" y="2417"/>
                    <a:pt x="5897" y="2417"/>
                  </a:cubicBezTo>
                  <a:cubicBezTo>
                    <a:pt x="5672" y="2417"/>
                    <a:pt x="2182" y="0"/>
                    <a:pt x="2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7" name="Google Shape;3287;p49"/>
            <p:cNvSpPr/>
            <p:nvPr/>
          </p:nvSpPr>
          <p:spPr>
            <a:xfrm>
              <a:off x="3799962" y="1247231"/>
              <a:ext cx="117639" cy="300113"/>
            </a:xfrm>
            <a:custGeom>
              <a:avLst/>
              <a:gdLst/>
              <a:ahLst/>
              <a:cxnLst/>
              <a:rect l="l" t="t" r="r" b="b"/>
              <a:pathLst>
                <a:path w="1682" h="4291" extrusionOk="0">
                  <a:moveTo>
                    <a:pt x="1675" y="1"/>
                  </a:moveTo>
                  <a:cubicBezTo>
                    <a:pt x="1673" y="1"/>
                    <a:pt x="1671" y="2"/>
                    <a:pt x="1668" y="5"/>
                  </a:cubicBezTo>
                  <a:cubicBezTo>
                    <a:pt x="1496" y="337"/>
                    <a:pt x="916" y="1746"/>
                    <a:pt x="773" y="2104"/>
                  </a:cubicBezTo>
                  <a:cubicBezTo>
                    <a:pt x="478" y="2813"/>
                    <a:pt x="220" y="3536"/>
                    <a:pt x="1" y="4275"/>
                  </a:cubicBezTo>
                  <a:cubicBezTo>
                    <a:pt x="1" y="4283"/>
                    <a:pt x="7" y="4290"/>
                    <a:pt x="14" y="4290"/>
                  </a:cubicBezTo>
                  <a:cubicBezTo>
                    <a:pt x="18" y="4290"/>
                    <a:pt x="22" y="4288"/>
                    <a:pt x="24" y="4282"/>
                  </a:cubicBezTo>
                  <a:cubicBezTo>
                    <a:pt x="362" y="3602"/>
                    <a:pt x="614" y="2886"/>
                    <a:pt x="886" y="2177"/>
                  </a:cubicBezTo>
                  <a:cubicBezTo>
                    <a:pt x="1029" y="1819"/>
                    <a:pt x="1575" y="377"/>
                    <a:pt x="1682" y="5"/>
                  </a:cubicBezTo>
                  <a:cubicBezTo>
                    <a:pt x="1682" y="5"/>
                    <a:pt x="1679" y="1"/>
                    <a:pt x="1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8" name="Google Shape;3288;p49"/>
            <p:cNvSpPr/>
            <p:nvPr/>
          </p:nvSpPr>
          <p:spPr>
            <a:xfrm>
              <a:off x="4013069" y="1306470"/>
              <a:ext cx="596658" cy="340048"/>
            </a:xfrm>
            <a:custGeom>
              <a:avLst/>
              <a:gdLst/>
              <a:ahLst/>
              <a:cxnLst/>
              <a:rect l="l" t="t" r="r" b="b"/>
              <a:pathLst>
                <a:path w="8531" h="4862" extrusionOk="0">
                  <a:moveTo>
                    <a:pt x="8404" y="0"/>
                  </a:moveTo>
                  <a:lnTo>
                    <a:pt x="0" y="4784"/>
                  </a:lnTo>
                  <a:cubicBezTo>
                    <a:pt x="203" y="4837"/>
                    <a:pt x="410" y="4862"/>
                    <a:pt x="616" y="4862"/>
                  </a:cubicBezTo>
                  <a:cubicBezTo>
                    <a:pt x="696" y="4862"/>
                    <a:pt x="776" y="4858"/>
                    <a:pt x="856" y="4850"/>
                  </a:cubicBezTo>
                  <a:cubicBezTo>
                    <a:pt x="2072" y="4635"/>
                    <a:pt x="5835" y="2682"/>
                    <a:pt x="7708" y="1247"/>
                  </a:cubicBezTo>
                  <a:cubicBezTo>
                    <a:pt x="8311" y="783"/>
                    <a:pt x="8530" y="325"/>
                    <a:pt x="8404" y="0"/>
                  </a:cubicBezTo>
                  <a:close/>
                </a:path>
              </a:pathLst>
            </a:custGeom>
            <a:solidFill>
              <a:srgbClr val="423542">
                <a:alpha val="3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9" name="Google Shape;3289;p49"/>
            <p:cNvSpPr/>
            <p:nvPr/>
          </p:nvSpPr>
          <p:spPr>
            <a:xfrm>
              <a:off x="4252333" y="1267444"/>
              <a:ext cx="716256" cy="921949"/>
            </a:xfrm>
            <a:custGeom>
              <a:avLst/>
              <a:gdLst/>
              <a:ahLst/>
              <a:cxnLst/>
              <a:rect l="l" t="t" r="r" b="b"/>
              <a:pathLst>
                <a:path w="10241" h="13182" extrusionOk="0">
                  <a:moveTo>
                    <a:pt x="4464" y="0"/>
                  </a:moveTo>
                  <a:cubicBezTo>
                    <a:pt x="3843" y="0"/>
                    <a:pt x="3239" y="299"/>
                    <a:pt x="2924" y="790"/>
                  </a:cubicBezTo>
                  <a:cubicBezTo>
                    <a:pt x="750" y="4188"/>
                    <a:pt x="1" y="12861"/>
                    <a:pt x="14" y="12940"/>
                  </a:cubicBezTo>
                  <a:cubicBezTo>
                    <a:pt x="14" y="12940"/>
                    <a:pt x="8206" y="13181"/>
                    <a:pt x="9828" y="13181"/>
                  </a:cubicBezTo>
                  <a:cubicBezTo>
                    <a:pt x="10001" y="13181"/>
                    <a:pt x="10099" y="13178"/>
                    <a:pt x="10105" y="13172"/>
                  </a:cubicBezTo>
                  <a:cubicBezTo>
                    <a:pt x="10241" y="13003"/>
                    <a:pt x="8162" y="3522"/>
                    <a:pt x="5901" y="691"/>
                  </a:cubicBezTo>
                  <a:cubicBezTo>
                    <a:pt x="5516" y="209"/>
                    <a:pt x="4984" y="0"/>
                    <a:pt x="44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0" name="Google Shape;3290;p49"/>
            <p:cNvSpPr/>
            <p:nvPr/>
          </p:nvSpPr>
          <p:spPr>
            <a:xfrm>
              <a:off x="4254431" y="1267724"/>
              <a:ext cx="703526" cy="902226"/>
            </a:xfrm>
            <a:custGeom>
              <a:avLst/>
              <a:gdLst/>
              <a:ahLst/>
              <a:cxnLst/>
              <a:rect l="l" t="t" r="r" b="b"/>
              <a:pathLst>
                <a:path w="10059" h="12900" extrusionOk="0">
                  <a:moveTo>
                    <a:pt x="4625" y="1"/>
                  </a:moveTo>
                  <a:lnTo>
                    <a:pt x="4632" y="4"/>
                  </a:lnTo>
                  <a:lnTo>
                    <a:pt x="4320" y="4"/>
                  </a:lnTo>
                  <a:cubicBezTo>
                    <a:pt x="4032" y="21"/>
                    <a:pt x="3746" y="103"/>
                    <a:pt x="3488" y="243"/>
                  </a:cubicBezTo>
                  <a:lnTo>
                    <a:pt x="5421" y="283"/>
                  </a:lnTo>
                  <a:cubicBezTo>
                    <a:pt x="5179" y="123"/>
                    <a:pt x="4910" y="27"/>
                    <a:pt x="4625" y="1"/>
                  </a:cubicBezTo>
                  <a:close/>
                  <a:moveTo>
                    <a:pt x="3047" y="604"/>
                  </a:moveTo>
                  <a:cubicBezTo>
                    <a:pt x="2991" y="664"/>
                    <a:pt x="2947" y="723"/>
                    <a:pt x="2904" y="790"/>
                  </a:cubicBezTo>
                  <a:cubicBezTo>
                    <a:pt x="2891" y="816"/>
                    <a:pt x="2875" y="836"/>
                    <a:pt x="2865" y="863"/>
                  </a:cubicBezTo>
                  <a:lnTo>
                    <a:pt x="6054" y="922"/>
                  </a:lnTo>
                  <a:cubicBezTo>
                    <a:pt x="5991" y="836"/>
                    <a:pt x="5934" y="763"/>
                    <a:pt x="5875" y="687"/>
                  </a:cubicBezTo>
                  <a:cubicBezTo>
                    <a:pt x="5868" y="674"/>
                    <a:pt x="5858" y="667"/>
                    <a:pt x="5851" y="657"/>
                  </a:cubicBezTo>
                  <a:lnTo>
                    <a:pt x="3047" y="604"/>
                  </a:lnTo>
                  <a:close/>
                  <a:moveTo>
                    <a:pt x="2649" y="1221"/>
                  </a:moveTo>
                  <a:cubicBezTo>
                    <a:pt x="2603" y="1304"/>
                    <a:pt x="2556" y="1386"/>
                    <a:pt x="2510" y="1479"/>
                  </a:cubicBezTo>
                  <a:lnTo>
                    <a:pt x="6452" y="1559"/>
                  </a:lnTo>
                  <a:cubicBezTo>
                    <a:pt x="6398" y="1463"/>
                    <a:pt x="6345" y="1376"/>
                    <a:pt x="6289" y="1294"/>
                  </a:cubicBezTo>
                  <a:lnTo>
                    <a:pt x="6296" y="1294"/>
                  </a:lnTo>
                  <a:lnTo>
                    <a:pt x="2649" y="1221"/>
                  </a:lnTo>
                  <a:close/>
                  <a:moveTo>
                    <a:pt x="2338" y="1844"/>
                  </a:moveTo>
                  <a:cubicBezTo>
                    <a:pt x="2301" y="1927"/>
                    <a:pt x="2261" y="2013"/>
                    <a:pt x="2225" y="2099"/>
                  </a:cubicBezTo>
                  <a:lnTo>
                    <a:pt x="6786" y="2189"/>
                  </a:lnTo>
                  <a:cubicBezTo>
                    <a:pt x="6737" y="2094"/>
                    <a:pt x="6698" y="2009"/>
                    <a:pt x="6652" y="1927"/>
                  </a:cubicBezTo>
                  <a:lnTo>
                    <a:pt x="6652" y="1927"/>
                  </a:lnTo>
                  <a:lnTo>
                    <a:pt x="6654" y="1927"/>
                  </a:lnTo>
                  <a:lnTo>
                    <a:pt x="6650" y="1923"/>
                  </a:lnTo>
                  <a:lnTo>
                    <a:pt x="6650" y="1923"/>
                  </a:lnTo>
                  <a:cubicBezTo>
                    <a:pt x="6651" y="1925"/>
                    <a:pt x="6652" y="1926"/>
                    <a:pt x="6652" y="1927"/>
                  </a:cubicBezTo>
                  <a:lnTo>
                    <a:pt x="6652" y="1927"/>
                  </a:lnTo>
                  <a:lnTo>
                    <a:pt x="2338" y="1844"/>
                  </a:lnTo>
                  <a:close/>
                  <a:moveTo>
                    <a:pt x="2076" y="2464"/>
                  </a:moveTo>
                  <a:cubicBezTo>
                    <a:pt x="2042" y="2550"/>
                    <a:pt x="2009" y="2633"/>
                    <a:pt x="1979" y="2722"/>
                  </a:cubicBezTo>
                  <a:lnTo>
                    <a:pt x="7085" y="2822"/>
                  </a:lnTo>
                  <a:cubicBezTo>
                    <a:pt x="7048" y="2729"/>
                    <a:pt x="7008" y="2640"/>
                    <a:pt x="6969" y="2557"/>
                  </a:cubicBezTo>
                  <a:lnTo>
                    <a:pt x="6969" y="2560"/>
                  </a:lnTo>
                  <a:lnTo>
                    <a:pt x="2076" y="2464"/>
                  </a:lnTo>
                  <a:close/>
                  <a:moveTo>
                    <a:pt x="1860" y="3087"/>
                  </a:moveTo>
                  <a:cubicBezTo>
                    <a:pt x="1830" y="3173"/>
                    <a:pt x="1804" y="3256"/>
                    <a:pt x="1774" y="3342"/>
                  </a:cubicBezTo>
                  <a:lnTo>
                    <a:pt x="7373" y="3452"/>
                  </a:lnTo>
                  <a:cubicBezTo>
                    <a:pt x="7333" y="3359"/>
                    <a:pt x="7297" y="3273"/>
                    <a:pt x="7260" y="3187"/>
                  </a:cubicBezTo>
                  <a:lnTo>
                    <a:pt x="7260" y="3190"/>
                  </a:lnTo>
                  <a:lnTo>
                    <a:pt x="1860" y="3087"/>
                  </a:lnTo>
                  <a:close/>
                  <a:moveTo>
                    <a:pt x="1645" y="3714"/>
                  </a:moveTo>
                  <a:cubicBezTo>
                    <a:pt x="1615" y="3800"/>
                    <a:pt x="1592" y="3883"/>
                    <a:pt x="1565" y="3969"/>
                  </a:cubicBezTo>
                  <a:lnTo>
                    <a:pt x="7615" y="4085"/>
                  </a:lnTo>
                  <a:cubicBezTo>
                    <a:pt x="7575" y="3989"/>
                    <a:pt x="7549" y="3903"/>
                    <a:pt x="7509" y="3820"/>
                  </a:cubicBezTo>
                  <a:lnTo>
                    <a:pt x="7509" y="3823"/>
                  </a:lnTo>
                  <a:lnTo>
                    <a:pt x="1645" y="3714"/>
                  </a:lnTo>
                  <a:close/>
                  <a:moveTo>
                    <a:pt x="1459" y="4330"/>
                  </a:moveTo>
                  <a:cubicBezTo>
                    <a:pt x="1432" y="4416"/>
                    <a:pt x="1409" y="4499"/>
                    <a:pt x="1389" y="4585"/>
                  </a:cubicBezTo>
                  <a:lnTo>
                    <a:pt x="7844" y="4711"/>
                  </a:lnTo>
                  <a:lnTo>
                    <a:pt x="7844" y="4711"/>
                  </a:lnTo>
                  <a:lnTo>
                    <a:pt x="7748" y="4453"/>
                  </a:lnTo>
                  <a:lnTo>
                    <a:pt x="1459" y="4330"/>
                  </a:lnTo>
                  <a:close/>
                  <a:moveTo>
                    <a:pt x="1297" y="4950"/>
                  </a:moveTo>
                  <a:lnTo>
                    <a:pt x="1230" y="5212"/>
                  </a:lnTo>
                  <a:lnTo>
                    <a:pt x="8073" y="5345"/>
                  </a:lnTo>
                  <a:cubicBezTo>
                    <a:pt x="8033" y="5258"/>
                    <a:pt x="8010" y="5172"/>
                    <a:pt x="7973" y="5079"/>
                  </a:cubicBezTo>
                  <a:lnTo>
                    <a:pt x="7980" y="5079"/>
                  </a:lnTo>
                  <a:lnTo>
                    <a:pt x="1297" y="4950"/>
                  </a:lnTo>
                  <a:close/>
                  <a:moveTo>
                    <a:pt x="1147" y="5587"/>
                  </a:moveTo>
                  <a:lnTo>
                    <a:pt x="1084" y="5845"/>
                  </a:lnTo>
                  <a:lnTo>
                    <a:pt x="8288" y="5988"/>
                  </a:lnTo>
                  <a:cubicBezTo>
                    <a:pt x="8252" y="5902"/>
                    <a:pt x="8222" y="5812"/>
                    <a:pt x="8195" y="5723"/>
                  </a:cubicBezTo>
                  <a:lnTo>
                    <a:pt x="8202" y="5723"/>
                  </a:lnTo>
                  <a:lnTo>
                    <a:pt x="1147" y="5587"/>
                  </a:lnTo>
                  <a:close/>
                  <a:moveTo>
                    <a:pt x="1002" y="6203"/>
                  </a:moveTo>
                  <a:lnTo>
                    <a:pt x="948" y="6465"/>
                  </a:lnTo>
                  <a:lnTo>
                    <a:pt x="8487" y="6608"/>
                  </a:lnTo>
                  <a:lnTo>
                    <a:pt x="8404" y="6342"/>
                  </a:lnTo>
                  <a:lnTo>
                    <a:pt x="1002" y="6203"/>
                  </a:lnTo>
                  <a:close/>
                  <a:moveTo>
                    <a:pt x="869" y="6820"/>
                  </a:moveTo>
                  <a:cubicBezTo>
                    <a:pt x="852" y="6906"/>
                    <a:pt x="832" y="6996"/>
                    <a:pt x="819" y="7082"/>
                  </a:cubicBezTo>
                  <a:lnTo>
                    <a:pt x="8676" y="7234"/>
                  </a:lnTo>
                  <a:lnTo>
                    <a:pt x="8600" y="6972"/>
                  </a:lnTo>
                  <a:lnTo>
                    <a:pt x="869" y="6820"/>
                  </a:lnTo>
                  <a:close/>
                  <a:moveTo>
                    <a:pt x="746" y="7450"/>
                  </a:moveTo>
                  <a:cubicBezTo>
                    <a:pt x="730" y="7536"/>
                    <a:pt x="713" y="7625"/>
                    <a:pt x="697" y="7708"/>
                  </a:cubicBezTo>
                  <a:lnTo>
                    <a:pt x="8855" y="7861"/>
                  </a:lnTo>
                  <a:cubicBezTo>
                    <a:pt x="8832" y="7778"/>
                    <a:pt x="8805" y="7692"/>
                    <a:pt x="8785" y="7602"/>
                  </a:cubicBezTo>
                  <a:lnTo>
                    <a:pt x="746" y="7450"/>
                  </a:lnTo>
                  <a:close/>
                  <a:moveTo>
                    <a:pt x="630" y="8096"/>
                  </a:moveTo>
                  <a:cubicBezTo>
                    <a:pt x="614" y="8182"/>
                    <a:pt x="600" y="8272"/>
                    <a:pt x="584" y="8355"/>
                  </a:cubicBezTo>
                  <a:lnTo>
                    <a:pt x="9034" y="8507"/>
                  </a:lnTo>
                  <a:cubicBezTo>
                    <a:pt x="9007" y="8424"/>
                    <a:pt x="8984" y="8338"/>
                    <a:pt x="8964" y="8249"/>
                  </a:cubicBezTo>
                  <a:lnTo>
                    <a:pt x="630" y="8096"/>
                  </a:lnTo>
                  <a:close/>
                  <a:moveTo>
                    <a:pt x="527" y="8706"/>
                  </a:moveTo>
                  <a:cubicBezTo>
                    <a:pt x="508" y="8792"/>
                    <a:pt x="498" y="8879"/>
                    <a:pt x="484" y="8968"/>
                  </a:cubicBezTo>
                  <a:lnTo>
                    <a:pt x="9206" y="9137"/>
                  </a:lnTo>
                  <a:cubicBezTo>
                    <a:pt x="9180" y="9051"/>
                    <a:pt x="9153" y="8961"/>
                    <a:pt x="9137" y="8872"/>
                  </a:cubicBezTo>
                  <a:lnTo>
                    <a:pt x="527" y="8706"/>
                  </a:lnTo>
                  <a:close/>
                  <a:moveTo>
                    <a:pt x="428" y="9319"/>
                  </a:moveTo>
                  <a:cubicBezTo>
                    <a:pt x="415" y="9406"/>
                    <a:pt x="398" y="9492"/>
                    <a:pt x="385" y="9581"/>
                  </a:cubicBezTo>
                  <a:lnTo>
                    <a:pt x="9369" y="9754"/>
                  </a:lnTo>
                  <a:cubicBezTo>
                    <a:pt x="9346" y="9671"/>
                    <a:pt x="9322" y="9585"/>
                    <a:pt x="9302" y="9492"/>
                  </a:cubicBezTo>
                  <a:lnTo>
                    <a:pt x="428" y="9319"/>
                  </a:lnTo>
                  <a:close/>
                  <a:moveTo>
                    <a:pt x="329" y="9943"/>
                  </a:moveTo>
                  <a:lnTo>
                    <a:pt x="289" y="10205"/>
                  </a:lnTo>
                  <a:lnTo>
                    <a:pt x="9521" y="10384"/>
                  </a:lnTo>
                  <a:lnTo>
                    <a:pt x="9521" y="10384"/>
                  </a:lnTo>
                  <a:lnTo>
                    <a:pt x="9455" y="10122"/>
                  </a:lnTo>
                  <a:lnTo>
                    <a:pt x="329" y="9943"/>
                  </a:lnTo>
                  <a:close/>
                  <a:moveTo>
                    <a:pt x="246" y="10569"/>
                  </a:moveTo>
                  <a:cubicBezTo>
                    <a:pt x="232" y="10659"/>
                    <a:pt x="222" y="10745"/>
                    <a:pt x="213" y="10831"/>
                  </a:cubicBezTo>
                  <a:lnTo>
                    <a:pt x="9670" y="11013"/>
                  </a:lnTo>
                  <a:cubicBezTo>
                    <a:pt x="9651" y="10931"/>
                    <a:pt x="9634" y="10844"/>
                    <a:pt x="9614" y="10752"/>
                  </a:cubicBezTo>
                  <a:lnTo>
                    <a:pt x="246" y="10569"/>
                  </a:lnTo>
                  <a:close/>
                  <a:moveTo>
                    <a:pt x="163" y="11196"/>
                  </a:moveTo>
                  <a:cubicBezTo>
                    <a:pt x="150" y="11289"/>
                    <a:pt x="140" y="11371"/>
                    <a:pt x="133" y="11458"/>
                  </a:cubicBezTo>
                  <a:lnTo>
                    <a:pt x="9816" y="11643"/>
                  </a:lnTo>
                  <a:cubicBezTo>
                    <a:pt x="9796" y="11560"/>
                    <a:pt x="9777" y="11474"/>
                    <a:pt x="9760" y="11381"/>
                  </a:cubicBezTo>
                  <a:lnTo>
                    <a:pt x="163" y="11196"/>
                  </a:lnTo>
                  <a:close/>
                  <a:moveTo>
                    <a:pt x="87" y="11822"/>
                  </a:moveTo>
                  <a:cubicBezTo>
                    <a:pt x="80" y="11912"/>
                    <a:pt x="70" y="12001"/>
                    <a:pt x="57" y="12078"/>
                  </a:cubicBezTo>
                  <a:lnTo>
                    <a:pt x="9942" y="12270"/>
                  </a:lnTo>
                  <a:cubicBezTo>
                    <a:pt x="9929" y="12190"/>
                    <a:pt x="9912" y="12104"/>
                    <a:pt x="9893" y="12011"/>
                  </a:cubicBezTo>
                  <a:lnTo>
                    <a:pt x="87" y="11822"/>
                  </a:lnTo>
                  <a:close/>
                  <a:moveTo>
                    <a:pt x="24" y="12442"/>
                  </a:moveTo>
                  <a:cubicBezTo>
                    <a:pt x="14" y="12552"/>
                    <a:pt x="0" y="12635"/>
                    <a:pt x="0" y="12704"/>
                  </a:cubicBezTo>
                  <a:lnTo>
                    <a:pt x="10058" y="12900"/>
                  </a:lnTo>
                  <a:cubicBezTo>
                    <a:pt x="10045" y="12833"/>
                    <a:pt x="10028" y="12741"/>
                    <a:pt x="10015" y="12638"/>
                  </a:cubicBezTo>
                  <a:lnTo>
                    <a:pt x="24" y="12442"/>
                  </a:lnTo>
                  <a:close/>
                </a:path>
              </a:pathLst>
            </a:custGeom>
            <a:solidFill>
              <a:srgbClr val="423542">
                <a:alpha val="3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1" name="Google Shape;3291;p49"/>
            <p:cNvSpPr/>
            <p:nvPr/>
          </p:nvSpPr>
          <p:spPr>
            <a:xfrm>
              <a:off x="4581819" y="1308289"/>
              <a:ext cx="817319" cy="639601"/>
            </a:xfrm>
            <a:custGeom>
              <a:avLst/>
              <a:gdLst/>
              <a:ahLst/>
              <a:cxnLst/>
              <a:rect l="l" t="t" r="r" b="b"/>
              <a:pathLst>
                <a:path w="11686" h="9145" extrusionOk="0">
                  <a:moveTo>
                    <a:pt x="611" y="1"/>
                  </a:moveTo>
                  <a:cubicBezTo>
                    <a:pt x="122" y="1"/>
                    <a:pt x="1" y="659"/>
                    <a:pt x="358" y="1509"/>
                  </a:cubicBezTo>
                  <a:cubicBezTo>
                    <a:pt x="978" y="2974"/>
                    <a:pt x="2951" y="7453"/>
                    <a:pt x="4791" y="8163"/>
                  </a:cubicBezTo>
                  <a:cubicBezTo>
                    <a:pt x="5882" y="8579"/>
                    <a:pt x="9294" y="9144"/>
                    <a:pt x="10788" y="9144"/>
                  </a:cubicBezTo>
                  <a:cubicBezTo>
                    <a:pt x="10961" y="9144"/>
                    <a:pt x="11107" y="9137"/>
                    <a:pt x="11222" y="9121"/>
                  </a:cubicBezTo>
                  <a:cubicBezTo>
                    <a:pt x="11686" y="9054"/>
                    <a:pt x="11427" y="4930"/>
                    <a:pt x="10910" y="4864"/>
                  </a:cubicBezTo>
                  <a:cubicBezTo>
                    <a:pt x="9962" y="4735"/>
                    <a:pt x="6243" y="4775"/>
                    <a:pt x="5735" y="4526"/>
                  </a:cubicBezTo>
                  <a:cubicBezTo>
                    <a:pt x="5285" y="4301"/>
                    <a:pt x="4005" y="2769"/>
                    <a:pt x="1592" y="538"/>
                  </a:cubicBezTo>
                  <a:cubicBezTo>
                    <a:pt x="1184" y="161"/>
                    <a:pt x="853" y="1"/>
                    <a:pt x="611" y="1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2" name="Google Shape;3292;p49"/>
            <p:cNvSpPr/>
            <p:nvPr/>
          </p:nvSpPr>
          <p:spPr>
            <a:xfrm>
              <a:off x="5311430" y="1680368"/>
              <a:ext cx="400057" cy="279620"/>
            </a:xfrm>
            <a:custGeom>
              <a:avLst/>
              <a:gdLst/>
              <a:ahLst/>
              <a:cxnLst/>
              <a:rect l="l" t="t" r="r" b="b"/>
              <a:pathLst>
                <a:path w="5720" h="3998" extrusionOk="0">
                  <a:moveTo>
                    <a:pt x="4661" y="0"/>
                  </a:moveTo>
                  <a:cubicBezTo>
                    <a:pt x="4206" y="0"/>
                    <a:pt x="3464" y="349"/>
                    <a:pt x="2984" y="376"/>
                  </a:cubicBezTo>
                  <a:cubicBezTo>
                    <a:pt x="2971" y="377"/>
                    <a:pt x="2935" y="378"/>
                    <a:pt x="2881" y="378"/>
                  </a:cubicBezTo>
                  <a:cubicBezTo>
                    <a:pt x="2343" y="378"/>
                    <a:pt x="1" y="336"/>
                    <a:pt x="1" y="336"/>
                  </a:cubicBezTo>
                  <a:lnTo>
                    <a:pt x="1" y="336"/>
                  </a:lnTo>
                  <a:lnTo>
                    <a:pt x="283" y="3797"/>
                  </a:lnTo>
                  <a:cubicBezTo>
                    <a:pt x="647" y="3861"/>
                    <a:pt x="2125" y="3998"/>
                    <a:pt x="2940" y="3998"/>
                  </a:cubicBezTo>
                  <a:cubicBezTo>
                    <a:pt x="3103" y="3998"/>
                    <a:pt x="3240" y="3992"/>
                    <a:pt x="3336" y="3980"/>
                  </a:cubicBezTo>
                  <a:cubicBezTo>
                    <a:pt x="3906" y="3900"/>
                    <a:pt x="5564" y="3559"/>
                    <a:pt x="5547" y="3111"/>
                  </a:cubicBezTo>
                  <a:cubicBezTo>
                    <a:pt x="5536" y="2758"/>
                    <a:pt x="5228" y="2721"/>
                    <a:pt x="5099" y="2721"/>
                  </a:cubicBezTo>
                  <a:cubicBezTo>
                    <a:pt x="5065" y="2721"/>
                    <a:pt x="5043" y="2723"/>
                    <a:pt x="5043" y="2723"/>
                  </a:cubicBezTo>
                  <a:cubicBezTo>
                    <a:pt x="5043" y="2723"/>
                    <a:pt x="5719" y="2471"/>
                    <a:pt x="5663" y="2017"/>
                  </a:cubicBezTo>
                  <a:cubicBezTo>
                    <a:pt x="5628" y="1722"/>
                    <a:pt x="5290" y="1671"/>
                    <a:pt x="5061" y="1671"/>
                  </a:cubicBezTo>
                  <a:cubicBezTo>
                    <a:pt x="4939" y="1671"/>
                    <a:pt x="4847" y="1686"/>
                    <a:pt x="4847" y="1686"/>
                  </a:cubicBezTo>
                  <a:cubicBezTo>
                    <a:pt x="4847" y="1686"/>
                    <a:pt x="5520" y="1377"/>
                    <a:pt x="5431" y="930"/>
                  </a:cubicBezTo>
                  <a:cubicBezTo>
                    <a:pt x="5391" y="718"/>
                    <a:pt x="5205" y="662"/>
                    <a:pt x="5019" y="662"/>
                  </a:cubicBezTo>
                  <a:cubicBezTo>
                    <a:pt x="4809" y="662"/>
                    <a:pt x="4599" y="734"/>
                    <a:pt x="4599" y="734"/>
                  </a:cubicBezTo>
                  <a:cubicBezTo>
                    <a:pt x="4599" y="734"/>
                    <a:pt x="5222" y="476"/>
                    <a:pt x="5000" y="141"/>
                  </a:cubicBezTo>
                  <a:cubicBezTo>
                    <a:pt x="4932" y="39"/>
                    <a:pt x="4812" y="0"/>
                    <a:pt x="4661" y="0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3" name="Google Shape;3293;p49"/>
            <p:cNvSpPr/>
            <p:nvPr/>
          </p:nvSpPr>
          <p:spPr>
            <a:xfrm>
              <a:off x="5485580" y="1729746"/>
              <a:ext cx="156106" cy="38677"/>
            </a:xfrm>
            <a:custGeom>
              <a:avLst/>
              <a:gdLst/>
              <a:ahLst/>
              <a:cxnLst/>
              <a:rect l="l" t="t" r="r" b="b"/>
              <a:pathLst>
                <a:path w="2232" h="553" extrusionOk="0">
                  <a:moveTo>
                    <a:pt x="2203" y="1"/>
                  </a:moveTo>
                  <a:cubicBezTo>
                    <a:pt x="2196" y="1"/>
                    <a:pt x="2188" y="3"/>
                    <a:pt x="2178" y="8"/>
                  </a:cubicBezTo>
                  <a:cubicBezTo>
                    <a:pt x="1535" y="358"/>
                    <a:pt x="1135" y="461"/>
                    <a:pt x="540" y="461"/>
                  </a:cubicBezTo>
                  <a:cubicBezTo>
                    <a:pt x="384" y="461"/>
                    <a:pt x="214" y="454"/>
                    <a:pt x="24" y="443"/>
                  </a:cubicBezTo>
                  <a:cubicBezTo>
                    <a:pt x="7" y="443"/>
                    <a:pt x="0" y="466"/>
                    <a:pt x="24" y="472"/>
                  </a:cubicBezTo>
                  <a:cubicBezTo>
                    <a:pt x="326" y="520"/>
                    <a:pt x="588" y="553"/>
                    <a:pt x="833" y="553"/>
                  </a:cubicBezTo>
                  <a:cubicBezTo>
                    <a:pt x="1309" y="553"/>
                    <a:pt x="1716" y="429"/>
                    <a:pt x="2208" y="48"/>
                  </a:cubicBezTo>
                  <a:cubicBezTo>
                    <a:pt x="2231" y="25"/>
                    <a:pt x="2225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4" name="Google Shape;3294;p49"/>
            <p:cNvSpPr/>
            <p:nvPr/>
          </p:nvSpPr>
          <p:spPr>
            <a:xfrm>
              <a:off x="5492504" y="1795839"/>
              <a:ext cx="165688" cy="36159"/>
            </a:xfrm>
            <a:custGeom>
              <a:avLst/>
              <a:gdLst/>
              <a:ahLst/>
              <a:cxnLst/>
              <a:rect l="l" t="t" r="r" b="b"/>
              <a:pathLst>
                <a:path w="2369" h="517" extrusionOk="0">
                  <a:moveTo>
                    <a:pt x="2347" y="0"/>
                  </a:moveTo>
                  <a:cubicBezTo>
                    <a:pt x="2341" y="0"/>
                    <a:pt x="2334" y="3"/>
                    <a:pt x="2325" y="8"/>
                  </a:cubicBezTo>
                  <a:cubicBezTo>
                    <a:pt x="1440" y="393"/>
                    <a:pt x="969" y="456"/>
                    <a:pt x="14" y="459"/>
                  </a:cubicBezTo>
                  <a:cubicBezTo>
                    <a:pt x="1" y="459"/>
                    <a:pt x="1" y="482"/>
                    <a:pt x="14" y="482"/>
                  </a:cubicBezTo>
                  <a:cubicBezTo>
                    <a:pt x="273" y="502"/>
                    <a:pt x="502" y="517"/>
                    <a:pt x="716" y="517"/>
                  </a:cubicBezTo>
                  <a:cubicBezTo>
                    <a:pt x="1279" y="517"/>
                    <a:pt x="1735" y="416"/>
                    <a:pt x="2338" y="51"/>
                  </a:cubicBezTo>
                  <a:cubicBezTo>
                    <a:pt x="2367" y="33"/>
                    <a:pt x="2369" y="0"/>
                    <a:pt x="2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5" name="Google Shape;3295;p49"/>
            <p:cNvSpPr/>
            <p:nvPr/>
          </p:nvSpPr>
          <p:spPr>
            <a:xfrm>
              <a:off x="5497190" y="1870254"/>
              <a:ext cx="167786" cy="30354"/>
            </a:xfrm>
            <a:custGeom>
              <a:avLst/>
              <a:gdLst/>
              <a:ahLst/>
              <a:cxnLst/>
              <a:rect l="l" t="t" r="r" b="b"/>
              <a:pathLst>
                <a:path w="2399" h="434" extrusionOk="0">
                  <a:moveTo>
                    <a:pt x="2378" y="0"/>
                  </a:moveTo>
                  <a:cubicBezTo>
                    <a:pt x="2370" y="0"/>
                    <a:pt x="2357" y="3"/>
                    <a:pt x="2341" y="8"/>
                  </a:cubicBezTo>
                  <a:cubicBezTo>
                    <a:pt x="1701" y="234"/>
                    <a:pt x="1255" y="343"/>
                    <a:pt x="705" y="343"/>
                  </a:cubicBezTo>
                  <a:cubicBezTo>
                    <a:pt x="496" y="343"/>
                    <a:pt x="272" y="328"/>
                    <a:pt x="17" y="297"/>
                  </a:cubicBezTo>
                  <a:cubicBezTo>
                    <a:pt x="7" y="297"/>
                    <a:pt x="0" y="307"/>
                    <a:pt x="0" y="313"/>
                  </a:cubicBezTo>
                  <a:cubicBezTo>
                    <a:pt x="0" y="323"/>
                    <a:pt x="7" y="330"/>
                    <a:pt x="17" y="330"/>
                  </a:cubicBezTo>
                  <a:cubicBezTo>
                    <a:pt x="328" y="400"/>
                    <a:pt x="608" y="434"/>
                    <a:pt x="870" y="434"/>
                  </a:cubicBezTo>
                  <a:cubicBezTo>
                    <a:pt x="1392" y="434"/>
                    <a:pt x="1847" y="298"/>
                    <a:pt x="2354" y="38"/>
                  </a:cubicBezTo>
                  <a:cubicBezTo>
                    <a:pt x="2390" y="17"/>
                    <a:pt x="2398" y="0"/>
                    <a:pt x="2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6" name="Google Shape;3296;p49"/>
            <p:cNvSpPr/>
            <p:nvPr/>
          </p:nvSpPr>
          <p:spPr>
            <a:xfrm>
              <a:off x="5298002" y="1605393"/>
              <a:ext cx="287523" cy="199259"/>
            </a:xfrm>
            <a:custGeom>
              <a:avLst/>
              <a:gdLst/>
              <a:ahLst/>
              <a:cxnLst/>
              <a:rect l="l" t="t" r="r" b="b"/>
              <a:pathLst>
                <a:path w="4111" h="2849" extrusionOk="0">
                  <a:moveTo>
                    <a:pt x="1921" y="0"/>
                  </a:moveTo>
                  <a:cubicBezTo>
                    <a:pt x="1765" y="0"/>
                    <a:pt x="1637" y="10"/>
                    <a:pt x="1552" y="29"/>
                  </a:cubicBezTo>
                  <a:cubicBezTo>
                    <a:pt x="1045" y="145"/>
                    <a:pt x="1" y="649"/>
                    <a:pt x="1" y="649"/>
                  </a:cubicBezTo>
                  <a:cubicBezTo>
                    <a:pt x="1" y="649"/>
                    <a:pt x="387" y="2849"/>
                    <a:pt x="1166" y="2849"/>
                  </a:cubicBezTo>
                  <a:cubicBezTo>
                    <a:pt x="1206" y="2849"/>
                    <a:pt x="1248" y="2843"/>
                    <a:pt x="1290" y="2831"/>
                  </a:cubicBezTo>
                  <a:cubicBezTo>
                    <a:pt x="2152" y="2575"/>
                    <a:pt x="2235" y="1239"/>
                    <a:pt x="2235" y="1239"/>
                  </a:cubicBezTo>
                  <a:cubicBezTo>
                    <a:pt x="2303" y="1243"/>
                    <a:pt x="2379" y="1245"/>
                    <a:pt x="2460" y="1245"/>
                  </a:cubicBezTo>
                  <a:cubicBezTo>
                    <a:pt x="3095" y="1245"/>
                    <a:pt x="4053" y="1114"/>
                    <a:pt x="4088" y="603"/>
                  </a:cubicBezTo>
                  <a:cubicBezTo>
                    <a:pt x="4110" y="231"/>
                    <a:pt x="2689" y="0"/>
                    <a:pt x="1921" y="0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7" name="Google Shape;3297;p49"/>
            <p:cNvSpPr/>
            <p:nvPr/>
          </p:nvSpPr>
          <p:spPr>
            <a:xfrm>
              <a:off x="5390042" y="1658197"/>
              <a:ext cx="190307" cy="148063"/>
            </a:xfrm>
            <a:custGeom>
              <a:avLst/>
              <a:gdLst/>
              <a:ahLst/>
              <a:cxnLst/>
              <a:rect l="l" t="t" r="r" b="b"/>
              <a:pathLst>
                <a:path w="2721" h="2117" extrusionOk="0">
                  <a:moveTo>
                    <a:pt x="2715" y="1"/>
                  </a:moveTo>
                  <a:cubicBezTo>
                    <a:pt x="2713" y="1"/>
                    <a:pt x="2712" y="1"/>
                    <a:pt x="2712" y="4"/>
                  </a:cubicBezTo>
                  <a:cubicBezTo>
                    <a:pt x="2392" y="390"/>
                    <a:pt x="1850" y="421"/>
                    <a:pt x="1350" y="421"/>
                  </a:cubicBezTo>
                  <a:cubicBezTo>
                    <a:pt x="1256" y="421"/>
                    <a:pt x="1164" y="420"/>
                    <a:pt x="1075" y="420"/>
                  </a:cubicBezTo>
                  <a:cubicBezTo>
                    <a:pt x="1024" y="420"/>
                    <a:pt x="974" y="420"/>
                    <a:pt x="926" y="421"/>
                  </a:cubicBezTo>
                  <a:cubicBezTo>
                    <a:pt x="899" y="421"/>
                    <a:pt x="873" y="445"/>
                    <a:pt x="873" y="474"/>
                  </a:cubicBezTo>
                  <a:cubicBezTo>
                    <a:pt x="873" y="478"/>
                    <a:pt x="873" y="488"/>
                    <a:pt x="876" y="491"/>
                  </a:cubicBezTo>
                  <a:cubicBezTo>
                    <a:pt x="803" y="1051"/>
                    <a:pt x="541" y="1817"/>
                    <a:pt x="14" y="2092"/>
                  </a:cubicBezTo>
                  <a:cubicBezTo>
                    <a:pt x="7" y="2095"/>
                    <a:pt x="1" y="2102"/>
                    <a:pt x="7" y="2109"/>
                  </a:cubicBezTo>
                  <a:cubicBezTo>
                    <a:pt x="10" y="2114"/>
                    <a:pt x="16" y="2117"/>
                    <a:pt x="20" y="2117"/>
                  </a:cubicBezTo>
                  <a:cubicBezTo>
                    <a:pt x="22" y="2117"/>
                    <a:pt x="23" y="2116"/>
                    <a:pt x="24" y="2115"/>
                  </a:cubicBezTo>
                  <a:cubicBezTo>
                    <a:pt x="627" y="1900"/>
                    <a:pt x="955" y="1167"/>
                    <a:pt x="989" y="547"/>
                  </a:cubicBezTo>
                  <a:cubicBezTo>
                    <a:pt x="1088" y="547"/>
                    <a:pt x="1192" y="549"/>
                    <a:pt x="1299" y="549"/>
                  </a:cubicBezTo>
                  <a:cubicBezTo>
                    <a:pt x="1839" y="549"/>
                    <a:pt x="2439" y="507"/>
                    <a:pt x="2716" y="4"/>
                  </a:cubicBezTo>
                  <a:cubicBezTo>
                    <a:pt x="2720" y="4"/>
                    <a:pt x="2717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8" name="Google Shape;3298;p49"/>
            <p:cNvSpPr/>
            <p:nvPr/>
          </p:nvSpPr>
          <p:spPr>
            <a:xfrm>
              <a:off x="4574825" y="1297658"/>
              <a:ext cx="711639" cy="671074"/>
            </a:xfrm>
            <a:custGeom>
              <a:avLst/>
              <a:gdLst/>
              <a:ahLst/>
              <a:cxnLst/>
              <a:rect l="l" t="t" r="r" b="b"/>
              <a:pathLst>
                <a:path w="10175" h="9595" extrusionOk="0">
                  <a:moveTo>
                    <a:pt x="754" y="1"/>
                  </a:moveTo>
                  <a:cubicBezTo>
                    <a:pt x="216" y="1"/>
                    <a:pt x="0" y="578"/>
                    <a:pt x="339" y="1522"/>
                  </a:cubicBezTo>
                  <a:cubicBezTo>
                    <a:pt x="1131" y="3740"/>
                    <a:pt x="3243" y="7423"/>
                    <a:pt x="4151" y="8255"/>
                  </a:cubicBezTo>
                  <a:cubicBezTo>
                    <a:pt x="5056" y="9090"/>
                    <a:pt x="9436" y="9594"/>
                    <a:pt x="9436" y="9594"/>
                  </a:cubicBezTo>
                  <a:lnTo>
                    <a:pt x="10175" y="4413"/>
                  </a:lnTo>
                  <a:lnTo>
                    <a:pt x="10175" y="4413"/>
                  </a:lnTo>
                  <a:cubicBezTo>
                    <a:pt x="10175" y="4413"/>
                    <a:pt x="8157" y="4475"/>
                    <a:pt x="6843" y="4475"/>
                  </a:cubicBezTo>
                  <a:cubicBezTo>
                    <a:pt x="6236" y="4475"/>
                    <a:pt x="5779" y="4461"/>
                    <a:pt x="5743" y="4423"/>
                  </a:cubicBezTo>
                  <a:cubicBezTo>
                    <a:pt x="5630" y="4303"/>
                    <a:pt x="3405" y="1940"/>
                    <a:pt x="2059" y="703"/>
                  </a:cubicBezTo>
                  <a:cubicBezTo>
                    <a:pt x="1538" y="219"/>
                    <a:pt x="1085" y="1"/>
                    <a:pt x="7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9" name="Google Shape;3299;p49"/>
            <p:cNvSpPr/>
            <p:nvPr/>
          </p:nvSpPr>
          <p:spPr>
            <a:xfrm>
              <a:off x="5147072" y="1624766"/>
              <a:ext cx="65184" cy="315220"/>
            </a:xfrm>
            <a:custGeom>
              <a:avLst/>
              <a:gdLst/>
              <a:ahLst/>
              <a:cxnLst/>
              <a:rect l="l" t="t" r="r" b="b"/>
              <a:pathLst>
                <a:path w="932" h="4507" extrusionOk="0">
                  <a:moveTo>
                    <a:pt x="919" y="1"/>
                  </a:moveTo>
                  <a:cubicBezTo>
                    <a:pt x="809" y="369"/>
                    <a:pt x="494" y="1877"/>
                    <a:pt x="415" y="2255"/>
                  </a:cubicBezTo>
                  <a:cubicBezTo>
                    <a:pt x="262" y="2994"/>
                    <a:pt x="83" y="3737"/>
                    <a:pt x="0" y="4496"/>
                  </a:cubicBezTo>
                  <a:cubicBezTo>
                    <a:pt x="0" y="4503"/>
                    <a:pt x="6" y="4506"/>
                    <a:pt x="12" y="4506"/>
                  </a:cubicBezTo>
                  <a:cubicBezTo>
                    <a:pt x="18" y="4506"/>
                    <a:pt x="24" y="4503"/>
                    <a:pt x="24" y="4496"/>
                  </a:cubicBezTo>
                  <a:cubicBezTo>
                    <a:pt x="239" y="3757"/>
                    <a:pt x="418" y="3004"/>
                    <a:pt x="551" y="2245"/>
                  </a:cubicBezTo>
                  <a:cubicBezTo>
                    <a:pt x="620" y="1867"/>
                    <a:pt x="899" y="372"/>
                    <a:pt x="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0" name="Google Shape;3300;p49"/>
            <p:cNvSpPr/>
            <p:nvPr/>
          </p:nvSpPr>
          <p:spPr>
            <a:xfrm>
              <a:off x="4632805" y="1486635"/>
              <a:ext cx="396070" cy="449155"/>
            </a:xfrm>
            <a:custGeom>
              <a:avLst/>
              <a:gdLst/>
              <a:ahLst/>
              <a:cxnLst/>
              <a:rect l="l" t="t" r="r" b="b"/>
              <a:pathLst>
                <a:path w="5663" h="6422" extrusionOk="0">
                  <a:moveTo>
                    <a:pt x="1" y="0"/>
                  </a:moveTo>
                  <a:lnTo>
                    <a:pt x="1" y="0"/>
                  </a:lnTo>
                  <a:cubicBezTo>
                    <a:pt x="289" y="693"/>
                    <a:pt x="604" y="1379"/>
                    <a:pt x="952" y="2046"/>
                  </a:cubicBezTo>
                  <a:cubicBezTo>
                    <a:pt x="1300" y="2712"/>
                    <a:pt x="1658" y="3372"/>
                    <a:pt x="2073" y="4001"/>
                  </a:cubicBezTo>
                  <a:cubicBezTo>
                    <a:pt x="2278" y="4320"/>
                    <a:pt x="2497" y="4631"/>
                    <a:pt x="2729" y="4926"/>
                  </a:cubicBezTo>
                  <a:cubicBezTo>
                    <a:pt x="2845" y="5072"/>
                    <a:pt x="2964" y="5218"/>
                    <a:pt x="3094" y="5357"/>
                  </a:cubicBezTo>
                  <a:cubicBezTo>
                    <a:pt x="3216" y="5500"/>
                    <a:pt x="3365" y="5626"/>
                    <a:pt x="3528" y="5725"/>
                  </a:cubicBezTo>
                  <a:cubicBezTo>
                    <a:pt x="3856" y="5911"/>
                    <a:pt x="4204" y="6057"/>
                    <a:pt x="4569" y="6160"/>
                  </a:cubicBezTo>
                  <a:cubicBezTo>
                    <a:pt x="4923" y="6269"/>
                    <a:pt x="5295" y="6355"/>
                    <a:pt x="5663" y="6421"/>
                  </a:cubicBezTo>
                  <a:cubicBezTo>
                    <a:pt x="5295" y="6345"/>
                    <a:pt x="4933" y="6246"/>
                    <a:pt x="4585" y="6126"/>
                  </a:cubicBezTo>
                  <a:cubicBezTo>
                    <a:pt x="4224" y="6020"/>
                    <a:pt x="3886" y="5865"/>
                    <a:pt x="3561" y="5676"/>
                  </a:cubicBezTo>
                  <a:cubicBezTo>
                    <a:pt x="3405" y="5579"/>
                    <a:pt x="3266" y="5450"/>
                    <a:pt x="3157" y="5301"/>
                  </a:cubicBezTo>
                  <a:cubicBezTo>
                    <a:pt x="3034" y="5162"/>
                    <a:pt x="2924" y="5013"/>
                    <a:pt x="2815" y="4860"/>
                  </a:cubicBezTo>
                  <a:cubicBezTo>
                    <a:pt x="2596" y="4555"/>
                    <a:pt x="2394" y="4240"/>
                    <a:pt x="2195" y="3925"/>
                  </a:cubicBezTo>
                  <a:cubicBezTo>
                    <a:pt x="1996" y="3610"/>
                    <a:pt x="1814" y="3285"/>
                    <a:pt x="1622" y="2961"/>
                  </a:cubicBezTo>
                  <a:cubicBezTo>
                    <a:pt x="1433" y="2639"/>
                    <a:pt x="1254" y="2311"/>
                    <a:pt x="1071" y="1983"/>
                  </a:cubicBezTo>
                  <a:cubicBezTo>
                    <a:pt x="710" y="1326"/>
                    <a:pt x="359" y="663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1" name="Google Shape;3301;p49"/>
            <p:cNvSpPr/>
            <p:nvPr/>
          </p:nvSpPr>
          <p:spPr>
            <a:xfrm>
              <a:off x="4631196" y="1515380"/>
              <a:ext cx="33431" cy="36718"/>
            </a:xfrm>
            <a:custGeom>
              <a:avLst/>
              <a:gdLst/>
              <a:ahLst/>
              <a:cxnLst/>
              <a:rect l="l" t="t" r="r" b="b"/>
              <a:pathLst>
                <a:path w="478" h="525" extrusionOk="0">
                  <a:moveTo>
                    <a:pt x="0" y="0"/>
                  </a:moveTo>
                  <a:cubicBezTo>
                    <a:pt x="47" y="113"/>
                    <a:pt x="106" y="216"/>
                    <a:pt x="189" y="309"/>
                  </a:cubicBezTo>
                  <a:cubicBezTo>
                    <a:pt x="269" y="398"/>
                    <a:pt x="365" y="474"/>
                    <a:pt x="478" y="524"/>
                  </a:cubicBezTo>
                  <a:cubicBezTo>
                    <a:pt x="438" y="474"/>
                    <a:pt x="398" y="431"/>
                    <a:pt x="362" y="388"/>
                  </a:cubicBezTo>
                  <a:lnTo>
                    <a:pt x="246" y="256"/>
                  </a:lnTo>
                  <a:cubicBezTo>
                    <a:pt x="166" y="173"/>
                    <a:pt x="90" y="83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2" name="Google Shape;3302;p49"/>
            <p:cNvSpPr/>
            <p:nvPr/>
          </p:nvSpPr>
          <p:spPr>
            <a:xfrm>
              <a:off x="4461732" y="1139804"/>
              <a:ext cx="181424" cy="247867"/>
            </a:xfrm>
            <a:custGeom>
              <a:avLst/>
              <a:gdLst/>
              <a:ahLst/>
              <a:cxnLst/>
              <a:rect l="l" t="t" r="r" b="b"/>
              <a:pathLst>
                <a:path w="2594" h="3544" extrusionOk="0">
                  <a:moveTo>
                    <a:pt x="2545" y="0"/>
                  </a:moveTo>
                  <a:cubicBezTo>
                    <a:pt x="2207" y="0"/>
                    <a:pt x="189" y="341"/>
                    <a:pt x="189" y="341"/>
                  </a:cubicBezTo>
                  <a:cubicBezTo>
                    <a:pt x="275" y="822"/>
                    <a:pt x="305" y="1309"/>
                    <a:pt x="269" y="1800"/>
                  </a:cubicBezTo>
                  <a:cubicBezTo>
                    <a:pt x="265" y="1853"/>
                    <a:pt x="252" y="1903"/>
                    <a:pt x="239" y="1952"/>
                  </a:cubicBezTo>
                  <a:lnTo>
                    <a:pt x="239" y="1976"/>
                  </a:lnTo>
                  <a:cubicBezTo>
                    <a:pt x="149" y="2264"/>
                    <a:pt x="0" y="3338"/>
                    <a:pt x="517" y="3514"/>
                  </a:cubicBezTo>
                  <a:cubicBezTo>
                    <a:pt x="575" y="3534"/>
                    <a:pt x="638" y="3544"/>
                    <a:pt x="705" y="3544"/>
                  </a:cubicBezTo>
                  <a:cubicBezTo>
                    <a:pt x="1266" y="3544"/>
                    <a:pt x="2130" y="2888"/>
                    <a:pt x="2526" y="2314"/>
                  </a:cubicBezTo>
                  <a:cubicBezTo>
                    <a:pt x="2556" y="2267"/>
                    <a:pt x="2536" y="1770"/>
                    <a:pt x="2539" y="1160"/>
                  </a:cubicBezTo>
                  <a:cubicBezTo>
                    <a:pt x="2539" y="792"/>
                    <a:pt x="2556" y="388"/>
                    <a:pt x="2592" y="10"/>
                  </a:cubicBezTo>
                  <a:cubicBezTo>
                    <a:pt x="2593" y="3"/>
                    <a:pt x="2576" y="0"/>
                    <a:pt x="2545" y="0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3" name="Google Shape;3303;p49"/>
            <p:cNvSpPr/>
            <p:nvPr/>
          </p:nvSpPr>
          <p:spPr>
            <a:xfrm>
              <a:off x="4474461" y="1140223"/>
              <a:ext cx="158414" cy="141349"/>
            </a:xfrm>
            <a:custGeom>
              <a:avLst/>
              <a:gdLst/>
              <a:ahLst/>
              <a:cxnLst/>
              <a:rect l="l" t="t" r="r" b="b"/>
              <a:pathLst>
                <a:path w="2265" h="2021" extrusionOk="0">
                  <a:moveTo>
                    <a:pt x="2265" y="0"/>
                  </a:moveTo>
                  <a:lnTo>
                    <a:pt x="2265" y="0"/>
                  </a:lnTo>
                  <a:cubicBezTo>
                    <a:pt x="1747" y="40"/>
                    <a:pt x="4" y="339"/>
                    <a:pt x="0" y="342"/>
                  </a:cubicBezTo>
                  <a:cubicBezTo>
                    <a:pt x="87" y="823"/>
                    <a:pt x="116" y="1313"/>
                    <a:pt x="83" y="1801"/>
                  </a:cubicBezTo>
                  <a:cubicBezTo>
                    <a:pt x="73" y="1850"/>
                    <a:pt x="67" y="1907"/>
                    <a:pt x="50" y="1956"/>
                  </a:cubicBezTo>
                  <a:lnTo>
                    <a:pt x="50" y="1980"/>
                  </a:lnTo>
                  <a:cubicBezTo>
                    <a:pt x="126" y="1999"/>
                    <a:pt x="209" y="2013"/>
                    <a:pt x="289" y="2016"/>
                  </a:cubicBezTo>
                  <a:cubicBezTo>
                    <a:pt x="327" y="2019"/>
                    <a:pt x="364" y="2020"/>
                    <a:pt x="400" y="2020"/>
                  </a:cubicBezTo>
                  <a:cubicBezTo>
                    <a:pt x="1578" y="2020"/>
                    <a:pt x="2097" y="602"/>
                    <a:pt x="2265" y="0"/>
                  </a:cubicBezTo>
                  <a:close/>
                </a:path>
              </a:pathLst>
            </a:custGeom>
            <a:solidFill>
              <a:srgbClr val="263238">
                <a:alpha val="587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4" name="Google Shape;3304;p49"/>
            <p:cNvSpPr/>
            <p:nvPr/>
          </p:nvSpPr>
          <p:spPr>
            <a:xfrm>
              <a:off x="4364306" y="840602"/>
              <a:ext cx="318437" cy="401805"/>
            </a:xfrm>
            <a:custGeom>
              <a:avLst/>
              <a:gdLst/>
              <a:ahLst/>
              <a:cxnLst/>
              <a:rect l="l" t="t" r="r" b="b"/>
              <a:pathLst>
                <a:path w="4553" h="5745" extrusionOk="0">
                  <a:moveTo>
                    <a:pt x="2301" y="1"/>
                  </a:moveTo>
                  <a:cubicBezTo>
                    <a:pt x="1888" y="1"/>
                    <a:pt x="1484" y="118"/>
                    <a:pt x="1164" y="369"/>
                  </a:cubicBezTo>
                  <a:cubicBezTo>
                    <a:pt x="518" y="883"/>
                    <a:pt x="1" y="4042"/>
                    <a:pt x="680" y="5024"/>
                  </a:cubicBezTo>
                  <a:cubicBezTo>
                    <a:pt x="1029" y="5522"/>
                    <a:pt x="1549" y="5744"/>
                    <a:pt x="2086" y="5744"/>
                  </a:cubicBezTo>
                  <a:cubicBezTo>
                    <a:pt x="2635" y="5744"/>
                    <a:pt x="3203" y="5511"/>
                    <a:pt x="3624" y="5100"/>
                  </a:cubicBezTo>
                  <a:cubicBezTo>
                    <a:pt x="4201" y="4540"/>
                    <a:pt x="4552" y="2106"/>
                    <a:pt x="4267" y="1284"/>
                  </a:cubicBezTo>
                  <a:cubicBezTo>
                    <a:pt x="3987" y="471"/>
                    <a:pt x="3127" y="1"/>
                    <a:pt x="2301" y="1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5" name="Google Shape;3305;p49"/>
            <p:cNvSpPr/>
            <p:nvPr/>
          </p:nvSpPr>
          <p:spPr>
            <a:xfrm>
              <a:off x="4523349" y="1035174"/>
              <a:ext cx="12869" cy="32102"/>
            </a:xfrm>
            <a:custGeom>
              <a:avLst/>
              <a:gdLst/>
              <a:ahLst/>
              <a:cxnLst/>
              <a:rect l="l" t="t" r="r" b="b"/>
              <a:pathLst>
                <a:path w="184" h="459" extrusionOk="0">
                  <a:moveTo>
                    <a:pt x="64" y="1"/>
                  </a:moveTo>
                  <a:lnTo>
                    <a:pt x="64" y="1"/>
                  </a:lnTo>
                  <a:cubicBezTo>
                    <a:pt x="8" y="150"/>
                    <a:pt x="1" y="402"/>
                    <a:pt x="183" y="458"/>
                  </a:cubicBezTo>
                  <a:lnTo>
                    <a:pt x="183" y="448"/>
                  </a:lnTo>
                  <a:cubicBezTo>
                    <a:pt x="41" y="375"/>
                    <a:pt x="47" y="170"/>
                    <a:pt x="74" y="17"/>
                  </a:cubicBezTo>
                  <a:cubicBezTo>
                    <a:pt x="74" y="7"/>
                    <a:pt x="64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6" name="Google Shape;3306;p49"/>
            <p:cNvSpPr/>
            <p:nvPr/>
          </p:nvSpPr>
          <p:spPr>
            <a:xfrm>
              <a:off x="4520831" y="1024473"/>
              <a:ext cx="37558" cy="37208"/>
            </a:xfrm>
            <a:custGeom>
              <a:avLst/>
              <a:gdLst/>
              <a:ahLst/>
              <a:cxnLst/>
              <a:rect l="l" t="t" r="r" b="b"/>
              <a:pathLst>
                <a:path w="537" h="532" extrusionOk="0">
                  <a:moveTo>
                    <a:pt x="267" y="1"/>
                  </a:moveTo>
                  <a:cubicBezTo>
                    <a:pt x="52" y="1"/>
                    <a:pt x="0" y="515"/>
                    <a:pt x="242" y="532"/>
                  </a:cubicBezTo>
                  <a:cubicBezTo>
                    <a:pt x="246" y="532"/>
                    <a:pt x="250" y="532"/>
                    <a:pt x="254" y="532"/>
                  </a:cubicBezTo>
                  <a:cubicBezTo>
                    <a:pt x="489" y="532"/>
                    <a:pt x="537" y="18"/>
                    <a:pt x="276" y="1"/>
                  </a:cubicBezTo>
                  <a:cubicBezTo>
                    <a:pt x="273" y="1"/>
                    <a:pt x="270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7" name="Google Shape;3307;p49"/>
            <p:cNvSpPr/>
            <p:nvPr/>
          </p:nvSpPr>
          <p:spPr>
            <a:xfrm>
              <a:off x="4446136" y="1028460"/>
              <a:ext cx="16786" cy="29025"/>
            </a:xfrm>
            <a:custGeom>
              <a:avLst/>
              <a:gdLst/>
              <a:ahLst/>
              <a:cxnLst/>
              <a:rect l="l" t="t" r="r" b="b"/>
              <a:pathLst>
                <a:path w="240" h="415" extrusionOk="0">
                  <a:moveTo>
                    <a:pt x="223" y="1"/>
                  </a:moveTo>
                  <a:cubicBezTo>
                    <a:pt x="223" y="1"/>
                    <a:pt x="210" y="1"/>
                    <a:pt x="210" y="14"/>
                  </a:cubicBezTo>
                  <a:cubicBezTo>
                    <a:pt x="197" y="180"/>
                    <a:pt x="153" y="365"/>
                    <a:pt x="1" y="408"/>
                  </a:cubicBezTo>
                  <a:lnTo>
                    <a:pt x="1" y="415"/>
                  </a:lnTo>
                  <a:cubicBezTo>
                    <a:pt x="183" y="408"/>
                    <a:pt x="240" y="160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8" name="Google Shape;3308;p49"/>
            <p:cNvSpPr/>
            <p:nvPr/>
          </p:nvSpPr>
          <p:spPr>
            <a:xfrm>
              <a:off x="4430189" y="1015031"/>
              <a:ext cx="37488" cy="37348"/>
            </a:xfrm>
            <a:custGeom>
              <a:avLst/>
              <a:gdLst/>
              <a:ahLst/>
              <a:cxnLst/>
              <a:rect l="l" t="t" r="r" b="b"/>
              <a:pathLst>
                <a:path w="536" h="534" extrusionOk="0">
                  <a:moveTo>
                    <a:pt x="293" y="1"/>
                  </a:moveTo>
                  <a:cubicBezTo>
                    <a:pt x="58" y="1"/>
                    <a:pt x="1" y="486"/>
                    <a:pt x="236" y="531"/>
                  </a:cubicBezTo>
                  <a:cubicBezTo>
                    <a:pt x="245" y="532"/>
                    <a:pt x="254" y="533"/>
                    <a:pt x="263" y="533"/>
                  </a:cubicBezTo>
                  <a:cubicBezTo>
                    <a:pt x="479" y="533"/>
                    <a:pt x="535" y="42"/>
                    <a:pt x="325" y="4"/>
                  </a:cubicBezTo>
                  <a:cubicBezTo>
                    <a:pt x="314" y="2"/>
                    <a:pt x="30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9" name="Google Shape;3309;p49"/>
            <p:cNvSpPr/>
            <p:nvPr/>
          </p:nvSpPr>
          <p:spPr>
            <a:xfrm>
              <a:off x="4528035" y="981320"/>
              <a:ext cx="40635" cy="28256"/>
            </a:xfrm>
            <a:custGeom>
              <a:avLst/>
              <a:gdLst/>
              <a:ahLst/>
              <a:cxnLst/>
              <a:rect l="l" t="t" r="r" b="b"/>
              <a:pathLst>
                <a:path w="581" h="404" extrusionOk="0">
                  <a:moveTo>
                    <a:pt x="194" y="1"/>
                  </a:moveTo>
                  <a:cubicBezTo>
                    <a:pt x="145" y="1"/>
                    <a:pt x="96" y="13"/>
                    <a:pt x="53" y="38"/>
                  </a:cubicBezTo>
                  <a:cubicBezTo>
                    <a:pt x="13" y="71"/>
                    <a:pt x="0" y="124"/>
                    <a:pt x="20" y="171"/>
                  </a:cubicBezTo>
                  <a:cubicBezTo>
                    <a:pt x="66" y="237"/>
                    <a:pt x="133" y="283"/>
                    <a:pt x="206" y="307"/>
                  </a:cubicBezTo>
                  <a:cubicBezTo>
                    <a:pt x="272" y="340"/>
                    <a:pt x="338" y="370"/>
                    <a:pt x="405" y="399"/>
                  </a:cubicBezTo>
                  <a:cubicBezTo>
                    <a:pt x="417" y="402"/>
                    <a:pt x="429" y="404"/>
                    <a:pt x="441" y="404"/>
                  </a:cubicBezTo>
                  <a:cubicBezTo>
                    <a:pt x="458" y="404"/>
                    <a:pt x="474" y="401"/>
                    <a:pt x="487" y="393"/>
                  </a:cubicBezTo>
                  <a:cubicBezTo>
                    <a:pt x="550" y="370"/>
                    <a:pt x="580" y="300"/>
                    <a:pt x="554" y="237"/>
                  </a:cubicBezTo>
                  <a:cubicBezTo>
                    <a:pt x="511" y="144"/>
                    <a:pt x="431" y="75"/>
                    <a:pt x="335" y="38"/>
                  </a:cubicBezTo>
                  <a:cubicBezTo>
                    <a:pt x="292" y="13"/>
                    <a:pt x="243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0" name="Google Shape;3310;p49"/>
            <p:cNvSpPr/>
            <p:nvPr/>
          </p:nvSpPr>
          <p:spPr>
            <a:xfrm>
              <a:off x="4430609" y="971948"/>
              <a:ext cx="42733" cy="23430"/>
            </a:xfrm>
            <a:custGeom>
              <a:avLst/>
              <a:gdLst/>
              <a:ahLst/>
              <a:cxnLst/>
              <a:rect l="l" t="t" r="r" b="b"/>
              <a:pathLst>
                <a:path w="611" h="335" extrusionOk="0">
                  <a:moveTo>
                    <a:pt x="378" y="0"/>
                  </a:moveTo>
                  <a:cubicBezTo>
                    <a:pt x="354" y="0"/>
                    <a:pt x="330" y="3"/>
                    <a:pt x="306" y="10"/>
                  </a:cubicBezTo>
                  <a:cubicBezTo>
                    <a:pt x="203" y="16"/>
                    <a:pt x="114" y="66"/>
                    <a:pt x="41" y="142"/>
                  </a:cubicBezTo>
                  <a:cubicBezTo>
                    <a:pt x="1" y="192"/>
                    <a:pt x="7" y="265"/>
                    <a:pt x="57" y="311"/>
                  </a:cubicBezTo>
                  <a:cubicBezTo>
                    <a:pt x="84" y="325"/>
                    <a:pt x="114" y="334"/>
                    <a:pt x="140" y="334"/>
                  </a:cubicBezTo>
                  <a:cubicBezTo>
                    <a:pt x="216" y="325"/>
                    <a:pt x="286" y="318"/>
                    <a:pt x="356" y="301"/>
                  </a:cubicBezTo>
                  <a:cubicBezTo>
                    <a:pt x="435" y="301"/>
                    <a:pt x="511" y="272"/>
                    <a:pt x="571" y="225"/>
                  </a:cubicBezTo>
                  <a:cubicBezTo>
                    <a:pt x="604" y="189"/>
                    <a:pt x="611" y="129"/>
                    <a:pt x="581" y="89"/>
                  </a:cubicBezTo>
                  <a:cubicBezTo>
                    <a:pt x="528" y="31"/>
                    <a:pt x="454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1" name="Google Shape;3311;p49"/>
            <p:cNvSpPr/>
            <p:nvPr/>
          </p:nvSpPr>
          <p:spPr>
            <a:xfrm>
              <a:off x="4499989" y="1141762"/>
              <a:ext cx="24549" cy="9442"/>
            </a:xfrm>
            <a:custGeom>
              <a:avLst/>
              <a:gdLst/>
              <a:ahLst/>
              <a:cxnLst/>
              <a:rect l="l" t="t" r="r" b="b"/>
              <a:pathLst>
                <a:path w="351" h="135" extrusionOk="0">
                  <a:moveTo>
                    <a:pt x="342" y="0"/>
                  </a:moveTo>
                  <a:cubicBezTo>
                    <a:pt x="340" y="0"/>
                    <a:pt x="337" y="1"/>
                    <a:pt x="335" y="2"/>
                  </a:cubicBezTo>
                  <a:cubicBezTo>
                    <a:pt x="292" y="38"/>
                    <a:pt x="249" y="85"/>
                    <a:pt x="182" y="85"/>
                  </a:cubicBezTo>
                  <a:cubicBezTo>
                    <a:pt x="119" y="78"/>
                    <a:pt x="60" y="55"/>
                    <a:pt x="7" y="22"/>
                  </a:cubicBezTo>
                  <a:lnTo>
                    <a:pt x="0" y="22"/>
                  </a:lnTo>
                  <a:cubicBezTo>
                    <a:pt x="38" y="92"/>
                    <a:pt x="111" y="134"/>
                    <a:pt x="190" y="134"/>
                  </a:cubicBezTo>
                  <a:cubicBezTo>
                    <a:pt x="193" y="134"/>
                    <a:pt x="196" y="134"/>
                    <a:pt x="199" y="134"/>
                  </a:cubicBezTo>
                  <a:cubicBezTo>
                    <a:pt x="269" y="121"/>
                    <a:pt x="325" y="71"/>
                    <a:pt x="342" y="2"/>
                  </a:cubicBezTo>
                  <a:cubicBezTo>
                    <a:pt x="350" y="2"/>
                    <a:pt x="347" y="0"/>
                    <a:pt x="3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2" name="Google Shape;3312;p49"/>
            <p:cNvSpPr/>
            <p:nvPr/>
          </p:nvSpPr>
          <p:spPr>
            <a:xfrm>
              <a:off x="4449143" y="977753"/>
              <a:ext cx="67352" cy="144566"/>
            </a:xfrm>
            <a:custGeom>
              <a:avLst/>
              <a:gdLst/>
              <a:ahLst/>
              <a:cxnLst/>
              <a:rect l="l" t="t" r="r" b="b"/>
              <a:pathLst>
                <a:path w="963" h="2067" extrusionOk="0">
                  <a:moveTo>
                    <a:pt x="408" y="0"/>
                  </a:moveTo>
                  <a:cubicBezTo>
                    <a:pt x="402" y="0"/>
                    <a:pt x="398" y="5"/>
                    <a:pt x="396" y="9"/>
                  </a:cubicBezTo>
                  <a:cubicBezTo>
                    <a:pt x="207" y="553"/>
                    <a:pt x="74" y="1117"/>
                    <a:pt x="4" y="1684"/>
                  </a:cubicBezTo>
                  <a:cubicBezTo>
                    <a:pt x="1" y="1702"/>
                    <a:pt x="17" y="1709"/>
                    <a:pt x="44" y="1709"/>
                  </a:cubicBezTo>
                  <a:cubicBezTo>
                    <a:pt x="112" y="1709"/>
                    <a:pt x="250" y="1662"/>
                    <a:pt x="286" y="1650"/>
                  </a:cubicBezTo>
                  <a:lnTo>
                    <a:pt x="286" y="1650"/>
                  </a:lnTo>
                  <a:cubicBezTo>
                    <a:pt x="286" y="1651"/>
                    <a:pt x="253" y="1843"/>
                    <a:pt x="246" y="1969"/>
                  </a:cubicBezTo>
                  <a:lnTo>
                    <a:pt x="246" y="1982"/>
                  </a:lnTo>
                  <a:lnTo>
                    <a:pt x="246" y="1999"/>
                  </a:lnTo>
                  <a:cubicBezTo>
                    <a:pt x="246" y="2015"/>
                    <a:pt x="256" y="2032"/>
                    <a:pt x="273" y="2035"/>
                  </a:cubicBezTo>
                  <a:lnTo>
                    <a:pt x="313" y="2045"/>
                  </a:lnTo>
                  <a:cubicBezTo>
                    <a:pt x="323" y="2048"/>
                    <a:pt x="336" y="2052"/>
                    <a:pt x="349" y="2052"/>
                  </a:cubicBezTo>
                  <a:cubicBezTo>
                    <a:pt x="400" y="2062"/>
                    <a:pt x="452" y="2066"/>
                    <a:pt x="504" y="2066"/>
                  </a:cubicBezTo>
                  <a:cubicBezTo>
                    <a:pt x="520" y="2066"/>
                    <a:pt x="536" y="2066"/>
                    <a:pt x="551" y="2065"/>
                  </a:cubicBezTo>
                  <a:cubicBezTo>
                    <a:pt x="710" y="2052"/>
                    <a:pt x="853" y="1979"/>
                    <a:pt x="952" y="1853"/>
                  </a:cubicBezTo>
                  <a:cubicBezTo>
                    <a:pt x="962" y="1843"/>
                    <a:pt x="949" y="1829"/>
                    <a:pt x="933" y="1829"/>
                  </a:cubicBezTo>
                  <a:cubicBezTo>
                    <a:pt x="804" y="1919"/>
                    <a:pt x="651" y="1965"/>
                    <a:pt x="495" y="1965"/>
                  </a:cubicBezTo>
                  <a:cubicBezTo>
                    <a:pt x="442" y="1965"/>
                    <a:pt x="389" y="1960"/>
                    <a:pt x="336" y="1949"/>
                  </a:cubicBezTo>
                  <a:cubicBezTo>
                    <a:pt x="336" y="1892"/>
                    <a:pt x="419" y="1521"/>
                    <a:pt x="402" y="1521"/>
                  </a:cubicBezTo>
                  <a:lnTo>
                    <a:pt x="402" y="1521"/>
                  </a:lnTo>
                  <a:cubicBezTo>
                    <a:pt x="313" y="1528"/>
                    <a:pt x="220" y="1548"/>
                    <a:pt x="134" y="1578"/>
                  </a:cubicBezTo>
                  <a:cubicBezTo>
                    <a:pt x="203" y="1050"/>
                    <a:pt x="362" y="537"/>
                    <a:pt x="422" y="9"/>
                  </a:cubicBezTo>
                  <a:cubicBezTo>
                    <a:pt x="422" y="6"/>
                    <a:pt x="419" y="3"/>
                    <a:pt x="415" y="3"/>
                  </a:cubicBezTo>
                  <a:cubicBezTo>
                    <a:pt x="413" y="1"/>
                    <a:pt x="410" y="0"/>
                    <a:pt x="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3" name="Google Shape;3313;p49"/>
            <p:cNvSpPr/>
            <p:nvPr/>
          </p:nvSpPr>
          <p:spPr>
            <a:xfrm>
              <a:off x="4478378" y="1106582"/>
              <a:ext cx="40915" cy="28815"/>
            </a:xfrm>
            <a:custGeom>
              <a:avLst/>
              <a:gdLst/>
              <a:ahLst/>
              <a:cxnLst/>
              <a:rect l="l" t="t" r="r" b="b"/>
              <a:pathLst>
                <a:path w="585" h="412" extrusionOk="0">
                  <a:moveTo>
                    <a:pt x="515" y="1"/>
                  </a:moveTo>
                  <a:cubicBezTo>
                    <a:pt x="373" y="101"/>
                    <a:pt x="204" y="160"/>
                    <a:pt x="29" y="160"/>
                  </a:cubicBezTo>
                  <a:cubicBezTo>
                    <a:pt x="19" y="160"/>
                    <a:pt x="10" y="160"/>
                    <a:pt x="1" y="160"/>
                  </a:cubicBezTo>
                  <a:lnTo>
                    <a:pt x="1" y="160"/>
                  </a:lnTo>
                  <a:cubicBezTo>
                    <a:pt x="67" y="256"/>
                    <a:pt x="153" y="332"/>
                    <a:pt x="259" y="385"/>
                  </a:cubicBezTo>
                  <a:cubicBezTo>
                    <a:pt x="298" y="401"/>
                    <a:pt x="341" y="411"/>
                    <a:pt x="384" y="411"/>
                  </a:cubicBezTo>
                  <a:cubicBezTo>
                    <a:pt x="403" y="411"/>
                    <a:pt x="422" y="409"/>
                    <a:pt x="442" y="405"/>
                  </a:cubicBezTo>
                  <a:cubicBezTo>
                    <a:pt x="574" y="382"/>
                    <a:pt x="584" y="253"/>
                    <a:pt x="564" y="153"/>
                  </a:cubicBezTo>
                  <a:cubicBezTo>
                    <a:pt x="551" y="100"/>
                    <a:pt x="534" y="50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4" name="Google Shape;3314;p49"/>
            <p:cNvSpPr/>
            <p:nvPr/>
          </p:nvSpPr>
          <p:spPr>
            <a:xfrm>
              <a:off x="4496003" y="1117283"/>
              <a:ext cx="23010" cy="18114"/>
            </a:xfrm>
            <a:custGeom>
              <a:avLst/>
              <a:gdLst/>
              <a:ahLst/>
              <a:cxnLst/>
              <a:rect l="l" t="t" r="r" b="b"/>
              <a:pathLst>
                <a:path w="329" h="259" extrusionOk="0">
                  <a:moveTo>
                    <a:pt x="302" y="0"/>
                  </a:moveTo>
                  <a:cubicBezTo>
                    <a:pt x="162" y="0"/>
                    <a:pt x="40" y="92"/>
                    <a:pt x="1" y="232"/>
                  </a:cubicBezTo>
                  <a:cubicBezTo>
                    <a:pt x="42" y="248"/>
                    <a:pt x="85" y="258"/>
                    <a:pt x="128" y="258"/>
                  </a:cubicBezTo>
                  <a:cubicBezTo>
                    <a:pt x="146" y="258"/>
                    <a:pt x="165" y="256"/>
                    <a:pt x="183" y="252"/>
                  </a:cubicBezTo>
                  <a:cubicBezTo>
                    <a:pt x="316" y="229"/>
                    <a:pt x="329" y="100"/>
                    <a:pt x="309" y="0"/>
                  </a:cubicBezTo>
                  <a:cubicBezTo>
                    <a:pt x="307" y="0"/>
                    <a:pt x="304" y="0"/>
                    <a:pt x="302" y="0"/>
                  </a:cubicBezTo>
                  <a:close/>
                </a:path>
              </a:pathLst>
            </a:custGeom>
            <a:solidFill>
              <a:srgbClr val="FF9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5" name="Google Shape;3315;p49"/>
            <p:cNvSpPr/>
            <p:nvPr/>
          </p:nvSpPr>
          <p:spPr>
            <a:xfrm>
              <a:off x="4382420" y="799407"/>
              <a:ext cx="340188" cy="283257"/>
            </a:xfrm>
            <a:custGeom>
              <a:avLst/>
              <a:gdLst/>
              <a:ahLst/>
              <a:cxnLst/>
              <a:rect l="l" t="t" r="r" b="b"/>
              <a:pathLst>
                <a:path w="4864" h="4050" extrusionOk="0">
                  <a:moveTo>
                    <a:pt x="1888" y="0"/>
                  </a:moveTo>
                  <a:cubicBezTo>
                    <a:pt x="1773" y="0"/>
                    <a:pt x="1657" y="7"/>
                    <a:pt x="1542" y="20"/>
                  </a:cubicBezTo>
                  <a:cubicBezTo>
                    <a:pt x="753" y="143"/>
                    <a:pt x="259" y="534"/>
                    <a:pt x="130" y="1104"/>
                  </a:cubicBezTo>
                  <a:cubicBezTo>
                    <a:pt x="1" y="1679"/>
                    <a:pt x="211" y="2132"/>
                    <a:pt x="937" y="2132"/>
                  </a:cubicBezTo>
                  <a:cubicBezTo>
                    <a:pt x="940" y="2132"/>
                    <a:pt x="942" y="2132"/>
                    <a:pt x="945" y="2132"/>
                  </a:cubicBezTo>
                  <a:cubicBezTo>
                    <a:pt x="1524" y="2129"/>
                    <a:pt x="2318" y="1567"/>
                    <a:pt x="2879" y="1567"/>
                  </a:cubicBezTo>
                  <a:cubicBezTo>
                    <a:pt x="3025" y="1567"/>
                    <a:pt x="3156" y="1605"/>
                    <a:pt x="3262" y="1701"/>
                  </a:cubicBezTo>
                  <a:cubicBezTo>
                    <a:pt x="3504" y="1916"/>
                    <a:pt x="3229" y="2725"/>
                    <a:pt x="3392" y="3206"/>
                  </a:cubicBezTo>
                  <a:cubicBezTo>
                    <a:pt x="3453" y="3393"/>
                    <a:pt x="3799" y="4050"/>
                    <a:pt x="3992" y="4050"/>
                  </a:cubicBezTo>
                  <a:cubicBezTo>
                    <a:pt x="3998" y="4050"/>
                    <a:pt x="4003" y="4049"/>
                    <a:pt x="4008" y="4048"/>
                  </a:cubicBezTo>
                  <a:cubicBezTo>
                    <a:pt x="4151" y="4025"/>
                    <a:pt x="4748" y="2208"/>
                    <a:pt x="4754" y="1827"/>
                  </a:cubicBezTo>
                  <a:cubicBezTo>
                    <a:pt x="4764" y="1439"/>
                    <a:pt x="4423" y="991"/>
                    <a:pt x="4423" y="991"/>
                  </a:cubicBezTo>
                  <a:cubicBezTo>
                    <a:pt x="4605" y="985"/>
                    <a:pt x="4864" y="952"/>
                    <a:pt x="4850" y="909"/>
                  </a:cubicBezTo>
                  <a:cubicBezTo>
                    <a:pt x="4738" y="802"/>
                    <a:pt x="4588" y="736"/>
                    <a:pt x="4433" y="723"/>
                  </a:cubicBezTo>
                  <a:cubicBezTo>
                    <a:pt x="4421" y="723"/>
                    <a:pt x="4410" y="722"/>
                    <a:pt x="4399" y="722"/>
                  </a:cubicBezTo>
                  <a:cubicBezTo>
                    <a:pt x="4301" y="722"/>
                    <a:pt x="4206" y="735"/>
                    <a:pt x="4108" y="756"/>
                  </a:cubicBezTo>
                  <a:cubicBezTo>
                    <a:pt x="4071" y="637"/>
                    <a:pt x="4012" y="521"/>
                    <a:pt x="3935" y="418"/>
                  </a:cubicBezTo>
                  <a:cubicBezTo>
                    <a:pt x="3841" y="309"/>
                    <a:pt x="3568" y="89"/>
                    <a:pt x="3453" y="89"/>
                  </a:cubicBezTo>
                  <a:cubicBezTo>
                    <a:pt x="3435" y="89"/>
                    <a:pt x="3421" y="94"/>
                    <a:pt x="3412" y="106"/>
                  </a:cubicBezTo>
                  <a:cubicBezTo>
                    <a:pt x="3345" y="196"/>
                    <a:pt x="3524" y="484"/>
                    <a:pt x="3524" y="484"/>
                  </a:cubicBezTo>
                  <a:cubicBezTo>
                    <a:pt x="3037" y="166"/>
                    <a:pt x="2468" y="0"/>
                    <a:pt x="1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6" name="Google Shape;3316;p49"/>
            <p:cNvSpPr/>
            <p:nvPr/>
          </p:nvSpPr>
          <p:spPr>
            <a:xfrm>
              <a:off x="4673160" y="866829"/>
              <a:ext cx="50846" cy="195272"/>
            </a:xfrm>
            <a:custGeom>
              <a:avLst/>
              <a:gdLst/>
              <a:ahLst/>
              <a:cxnLst/>
              <a:rect l="l" t="t" r="r" b="b"/>
              <a:pathLst>
                <a:path w="727" h="2792" extrusionOk="0">
                  <a:moveTo>
                    <a:pt x="193" y="1"/>
                  </a:moveTo>
                  <a:cubicBezTo>
                    <a:pt x="193" y="1"/>
                    <a:pt x="176" y="1"/>
                    <a:pt x="183" y="14"/>
                  </a:cubicBezTo>
                  <a:cubicBezTo>
                    <a:pt x="362" y="153"/>
                    <a:pt x="494" y="339"/>
                    <a:pt x="564" y="555"/>
                  </a:cubicBezTo>
                  <a:cubicBezTo>
                    <a:pt x="640" y="813"/>
                    <a:pt x="640" y="1085"/>
                    <a:pt x="571" y="1347"/>
                  </a:cubicBezTo>
                  <a:cubicBezTo>
                    <a:pt x="461" y="1847"/>
                    <a:pt x="216" y="2305"/>
                    <a:pt x="0" y="2772"/>
                  </a:cubicBezTo>
                  <a:cubicBezTo>
                    <a:pt x="0" y="2782"/>
                    <a:pt x="9" y="2791"/>
                    <a:pt x="16" y="2791"/>
                  </a:cubicBezTo>
                  <a:cubicBezTo>
                    <a:pt x="19" y="2791"/>
                    <a:pt x="22" y="2789"/>
                    <a:pt x="24" y="2786"/>
                  </a:cubicBezTo>
                  <a:cubicBezTo>
                    <a:pt x="312" y="2308"/>
                    <a:pt x="518" y="1791"/>
                    <a:pt x="647" y="1251"/>
                  </a:cubicBezTo>
                  <a:cubicBezTo>
                    <a:pt x="726" y="783"/>
                    <a:pt x="617" y="263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7" name="Google Shape;3317;p49"/>
            <p:cNvSpPr/>
            <p:nvPr/>
          </p:nvSpPr>
          <p:spPr>
            <a:xfrm>
              <a:off x="4437323" y="904806"/>
              <a:ext cx="176529" cy="49028"/>
            </a:xfrm>
            <a:custGeom>
              <a:avLst/>
              <a:gdLst/>
              <a:ahLst/>
              <a:cxnLst/>
              <a:rect l="l" t="t" r="r" b="b"/>
              <a:pathLst>
                <a:path w="2524" h="701" extrusionOk="0">
                  <a:moveTo>
                    <a:pt x="2301" y="1"/>
                  </a:moveTo>
                  <a:cubicBezTo>
                    <a:pt x="2154" y="1"/>
                    <a:pt x="2006" y="18"/>
                    <a:pt x="1861" y="55"/>
                  </a:cubicBezTo>
                  <a:cubicBezTo>
                    <a:pt x="1665" y="121"/>
                    <a:pt x="1480" y="210"/>
                    <a:pt x="1310" y="326"/>
                  </a:cubicBezTo>
                  <a:cubicBezTo>
                    <a:pt x="1305" y="330"/>
                    <a:pt x="1299" y="334"/>
                    <a:pt x="1293" y="337"/>
                  </a:cubicBezTo>
                  <a:lnTo>
                    <a:pt x="1293" y="337"/>
                  </a:lnTo>
                  <a:lnTo>
                    <a:pt x="1468" y="290"/>
                  </a:lnTo>
                  <a:lnTo>
                    <a:pt x="1468" y="290"/>
                  </a:lnTo>
                  <a:cubicBezTo>
                    <a:pt x="1466" y="291"/>
                    <a:pt x="1464" y="292"/>
                    <a:pt x="1463" y="293"/>
                  </a:cubicBezTo>
                  <a:lnTo>
                    <a:pt x="1463" y="293"/>
                  </a:lnTo>
                  <a:lnTo>
                    <a:pt x="1836" y="191"/>
                  </a:lnTo>
                  <a:lnTo>
                    <a:pt x="1468" y="290"/>
                  </a:lnTo>
                  <a:lnTo>
                    <a:pt x="1468" y="290"/>
                  </a:lnTo>
                  <a:cubicBezTo>
                    <a:pt x="1574" y="233"/>
                    <a:pt x="1682" y="179"/>
                    <a:pt x="1791" y="128"/>
                  </a:cubicBezTo>
                  <a:cubicBezTo>
                    <a:pt x="1982" y="73"/>
                    <a:pt x="2178" y="48"/>
                    <a:pt x="2376" y="44"/>
                  </a:cubicBezTo>
                  <a:lnTo>
                    <a:pt x="2376" y="44"/>
                  </a:lnTo>
                  <a:lnTo>
                    <a:pt x="1836" y="191"/>
                  </a:lnTo>
                  <a:lnTo>
                    <a:pt x="2383" y="44"/>
                  </a:lnTo>
                  <a:lnTo>
                    <a:pt x="2383" y="44"/>
                  </a:lnTo>
                  <a:cubicBezTo>
                    <a:pt x="2397" y="44"/>
                    <a:pt x="2411" y="44"/>
                    <a:pt x="2425" y="44"/>
                  </a:cubicBezTo>
                  <a:cubicBezTo>
                    <a:pt x="2451" y="44"/>
                    <a:pt x="2478" y="44"/>
                    <a:pt x="2504" y="45"/>
                  </a:cubicBezTo>
                  <a:cubicBezTo>
                    <a:pt x="2510" y="45"/>
                    <a:pt x="2524" y="38"/>
                    <a:pt x="2524" y="28"/>
                  </a:cubicBezTo>
                  <a:cubicBezTo>
                    <a:pt x="2524" y="22"/>
                    <a:pt x="2514" y="8"/>
                    <a:pt x="2507" y="8"/>
                  </a:cubicBezTo>
                  <a:lnTo>
                    <a:pt x="2497" y="11"/>
                  </a:lnTo>
                  <a:lnTo>
                    <a:pt x="2497" y="11"/>
                  </a:lnTo>
                  <a:cubicBezTo>
                    <a:pt x="2432" y="4"/>
                    <a:pt x="2367" y="1"/>
                    <a:pt x="2301" y="1"/>
                  </a:cubicBezTo>
                  <a:close/>
                  <a:moveTo>
                    <a:pt x="1463" y="293"/>
                  </a:moveTo>
                  <a:lnTo>
                    <a:pt x="1287" y="341"/>
                  </a:lnTo>
                  <a:lnTo>
                    <a:pt x="1287" y="341"/>
                  </a:lnTo>
                  <a:cubicBezTo>
                    <a:pt x="1289" y="340"/>
                    <a:pt x="1291" y="338"/>
                    <a:pt x="1293" y="337"/>
                  </a:cubicBezTo>
                  <a:lnTo>
                    <a:pt x="1293" y="337"/>
                  </a:lnTo>
                  <a:lnTo>
                    <a:pt x="1" y="685"/>
                  </a:lnTo>
                  <a:cubicBezTo>
                    <a:pt x="9" y="685"/>
                    <a:pt x="17" y="685"/>
                    <a:pt x="24" y="685"/>
                  </a:cubicBezTo>
                  <a:lnTo>
                    <a:pt x="24" y="685"/>
                  </a:lnTo>
                  <a:lnTo>
                    <a:pt x="1287" y="341"/>
                  </a:lnTo>
                  <a:lnTo>
                    <a:pt x="1287" y="341"/>
                  </a:lnTo>
                  <a:cubicBezTo>
                    <a:pt x="908" y="567"/>
                    <a:pt x="473" y="685"/>
                    <a:pt x="36" y="685"/>
                  </a:cubicBezTo>
                  <a:cubicBezTo>
                    <a:pt x="32" y="685"/>
                    <a:pt x="28" y="685"/>
                    <a:pt x="24" y="685"/>
                  </a:cubicBezTo>
                  <a:lnTo>
                    <a:pt x="24" y="685"/>
                  </a:lnTo>
                  <a:lnTo>
                    <a:pt x="1" y="691"/>
                  </a:lnTo>
                  <a:cubicBezTo>
                    <a:pt x="65" y="697"/>
                    <a:pt x="129" y="700"/>
                    <a:pt x="193" y="700"/>
                  </a:cubicBezTo>
                  <a:cubicBezTo>
                    <a:pt x="550" y="700"/>
                    <a:pt x="903" y="607"/>
                    <a:pt x="1218" y="433"/>
                  </a:cubicBezTo>
                  <a:cubicBezTo>
                    <a:pt x="1298" y="384"/>
                    <a:pt x="1380" y="337"/>
                    <a:pt x="1463" y="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8" name="Google Shape;3318;p49"/>
            <p:cNvSpPr/>
            <p:nvPr/>
          </p:nvSpPr>
          <p:spPr>
            <a:xfrm>
              <a:off x="4384239" y="795141"/>
              <a:ext cx="213667" cy="126591"/>
            </a:xfrm>
            <a:custGeom>
              <a:avLst/>
              <a:gdLst/>
              <a:ahLst/>
              <a:cxnLst/>
              <a:rect l="l" t="t" r="r" b="b"/>
              <a:pathLst>
                <a:path w="3055" h="1810" extrusionOk="0">
                  <a:moveTo>
                    <a:pt x="1603" y="0"/>
                  </a:moveTo>
                  <a:cubicBezTo>
                    <a:pt x="1478" y="0"/>
                    <a:pt x="1354" y="9"/>
                    <a:pt x="1231" y="28"/>
                  </a:cubicBezTo>
                  <a:cubicBezTo>
                    <a:pt x="704" y="114"/>
                    <a:pt x="223" y="446"/>
                    <a:pt x="100" y="983"/>
                  </a:cubicBezTo>
                  <a:cubicBezTo>
                    <a:pt x="34" y="1261"/>
                    <a:pt x="70" y="1553"/>
                    <a:pt x="203" y="1802"/>
                  </a:cubicBezTo>
                  <a:cubicBezTo>
                    <a:pt x="205" y="1807"/>
                    <a:pt x="211" y="1810"/>
                    <a:pt x="217" y="1810"/>
                  </a:cubicBezTo>
                  <a:cubicBezTo>
                    <a:pt x="219" y="1810"/>
                    <a:pt x="221" y="1809"/>
                    <a:pt x="223" y="1808"/>
                  </a:cubicBezTo>
                  <a:cubicBezTo>
                    <a:pt x="233" y="1805"/>
                    <a:pt x="236" y="1795"/>
                    <a:pt x="233" y="1788"/>
                  </a:cubicBezTo>
                  <a:cubicBezTo>
                    <a:pt x="1" y="1314"/>
                    <a:pt x="110" y="744"/>
                    <a:pt x="501" y="393"/>
                  </a:cubicBezTo>
                  <a:cubicBezTo>
                    <a:pt x="804" y="130"/>
                    <a:pt x="1191" y="37"/>
                    <a:pt x="1582" y="37"/>
                  </a:cubicBezTo>
                  <a:cubicBezTo>
                    <a:pt x="1748" y="37"/>
                    <a:pt x="1915" y="53"/>
                    <a:pt x="2076" y="81"/>
                  </a:cubicBezTo>
                  <a:cubicBezTo>
                    <a:pt x="2408" y="137"/>
                    <a:pt x="2736" y="230"/>
                    <a:pt x="3054" y="360"/>
                  </a:cubicBezTo>
                  <a:cubicBezTo>
                    <a:pt x="2769" y="217"/>
                    <a:pt x="2461" y="114"/>
                    <a:pt x="2146" y="55"/>
                  </a:cubicBezTo>
                  <a:cubicBezTo>
                    <a:pt x="1967" y="19"/>
                    <a:pt x="1785" y="0"/>
                    <a:pt x="1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9" name="Google Shape;3319;p49"/>
            <p:cNvSpPr/>
            <p:nvPr/>
          </p:nvSpPr>
          <p:spPr>
            <a:xfrm>
              <a:off x="4480686" y="1003072"/>
              <a:ext cx="107708" cy="96237"/>
            </a:xfrm>
            <a:custGeom>
              <a:avLst/>
              <a:gdLst/>
              <a:ahLst/>
              <a:cxnLst/>
              <a:rect l="l" t="t" r="r" b="b"/>
              <a:pathLst>
                <a:path w="1540" h="1376" extrusionOk="0">
                  <a:moveTo>
                    <a:pt x="762" y="94"/>
                  </a:moveTo>
                  <a:cubicBezTo>
                    <a:pt x="773" y="94"/>
                    <a:pt x="785" y="94"/>
                    <a:pt x="797" y="95"/>
                  </a:cubicBezTo>
                  <a:cubicBezTo>
                    <a:pt x="843" y="95"/>
                    <a:pt x="883" y="105"/>
                    <a:pt x="929" y="115"/>
                  </a:cubicBezTo>
                  <a:cubicBezTo>
                    <a:pt x="1244" y="208"/>
                    <a:pt x="1423" y="529"/>
                    <a:pt x="1330" y="844"/>
                  </a:cubicBezTo>
                  <a:cubicBezTo>
                    <a:pt x="1256" y="1104"/>
                    <a:pt x="1020" y="1272"/>
                    <a:pt x="764" y="1272"/>
                  </a:cubicBezTo>
                  <a:cubicBezTo>
                    <a:pt x="710" y="1272"/>
                    <a:pt x="655" y="1264"/>
                    <a:pt x="601" y="1249"/>
                  </a:cubicBezTo>
                  <a:cubicBezTo>
                    <a:pt x="286" y="1156"/>
                    <a:pt x="110" y="828"/>
                    <a:pt x="200" y="519"/>
                  </a:cubicBezTo>
                  <a:cubicBezTo>
                    <a:pt x="276" y="269"/>
                    <a:pt x="504" y="94"/>
                    <a:pt x="762" y="94"/>
                  </a:cubicBezTo>
                  <a:close/>
                  <a:moveTo>
                    <a:pt x="775" y="1"/>
                  </a:moveTo>
                  <a:cubicBezTo>
                    <a:pt x="477" y="1"/>
                    <a:pt x="201" y="190"/>
                    <a:pt x="114" y="490"/>
                  </a:cubicBezTo>
                  <a:cubicBezTo>
                    <a:pt x="1" y="854"/>
                    <a:pt x="210" y="1235"/>
                    <a:pt x="568" y="1348"/>
                  </a:cubicBezTo>
                  <a:cubicBezTo>
                    <a:pt x="624" y="1365"/>
                    <a:pt x="677" y="1371"/>
                    <a:pt x="734" y="1375"/>
                  </a:cubicBezTo>
                  <a:cubicBezTo>
                    <a:pt x="746" y="1375"/>
                    <a:pt x="758" y="1376"/>
                    <a:pt x="770" y="1376"/>
                  </a:cubicBezTo>
                  <a:cubicBezTo>
                    <a:pt x="1077" y="1376"/>
                    <a:pt x="1344" y="1177"/>
                    <a:pt x="1430" y="887"/>
                  </a:cubicBezTo>
                  <a:cubicBezTo>
                    <a:pt x="1539" y="523"/>
                    <a:pt x="1337" y="138"/>
                    <a:pt x="972" y="29"/>
                  </a:cubicBezTo>
                  <a:cubicBezTo>
                    <a:pt x="907" y="10"/>
                    <a:pt x="840" y="1"/>
                    <a:pt x="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0" name="Google Shape;3320;p49"/>
            <p:cNvSpPr/>
            <p:nvPr/>
          </p:nvSpPr>
          <p:spPr>
            <a:xfrm>
              <a:off x="4388645" y="985027"/>
              <a:ext cx="77074" cy="95678"/>
            </a:xfrm>
            <a:custGeom>
              <a:avLst/>
              <a:gdLst/>
              <a:ahLst/>
              <a:cxnLst/>
              <a:rect l="l" t="t" r="r" b="b"/>
              <a:pathLst>
                <a:path w="1102" h="1368" extrusionOk="0">
                  <a:moveTo>
                    <a:pt x="664" y="114"/>
                  </a:moveTo>
                  <a:cubicBezTo>
                    <a:pt x="780" y="138"/>
                    <a:pt x="879" y="217"/>
                    <a:pt x="922" y="323"/>
                  </a:cubicBezTo>
                  <a:cubicBezTo>
                    <a:pt x="989" y="466"/>
                    <a:pt x="1012" y="618"/>
                    <a:pt x="982" y="767"/>
                  </a:cubicBezTo>
                  <a:cubicBezTo>
                    <a:pt x="933" y="1071"/>
                    <a:pt x="729" y="1288"/>
                    <a:pt x="516" y="1288"/>
                  </a:cubicBezTo>
                  <a:cubicBezTo>
                    <a:pt x="501" y="1288"/>
                    <a:pt x="487" y="1287"/>
                    <a:pt x="472" y="1285"/>
                  </a:cubicBezTo>
                  <a:cubicBezTo>
                    <a:pt x="243" y="1251"/>
                    <a:pt x="100" y="953"/>
                    <a:pt x="153" y="631"/>
                  </a:cubicBezTo>
                  <a:cubicBezTo>
                    <a:pt x="173" y="479"/>
                    <a:pt x="243" y="340"/>
                    <a:pt x="349" y="230"/>
                  </a:cubicBezTo>
                  <a:lnTo>
                    <a:pt x="352" y="237"/>
                  </a:lnTo>
                  <a:cubicBezTo>
                    <a:pt x="422" y="157"/>
                    <a:pt x="521" y="118"/>
                    <a:pt x="624" y="114"/>
                  </a:cubicBezTo>
                  <a:close/>
                  <a:moveTo>
                    <a:pt x="612" y="0"/>
                  </a:moveTo>
                  <a:cubicBezTo>
                    <a:pt x="491" y="0"/>
                    <a:pt x="371" y="51"/>
                    <a:pt x="286" y="151"/>
                  </a:cubicBezTo>
                  <a:cubicBezTo>
                    <a:pt x="167" y="273"/>
                    <a:pt x="87" y="433"/>
                    <a:pt x="60" y="602"/>
                  </a:cubicBezTo>
                  <a:cubicBezTo>
                    <a:pt x="1" y="980"/>
                    <a:pt x="177" y="1318"/>
                    <a:pt x="455" y="1364"/>
                  </a:cubicBezTo>
                  <a:lnTo>
                    <a:pt x="505" y="1367"/>
                  </a:lnTo>
                  <a:cubicBezTo>
                    <a:pt x="510" y="1368"/>
                    <a:pt x="514" y="1368"/>
                    <a:pt x="519" y="1368"/>
                  </a:cubicBezTo>
                  <a:cubicBezTo>
                    <a:pt x="773" y="1368"/>
                    <a:pt x="1016" y="1112"/>
                    <a:pt x="1072" y="767"/>
                  </a:cubicBezTo>
                  <a:cubicBezTo>
                    <a:pt x="1101" y="598"/>
                    <a:pt x="1082" y="423"/>
                    <a:pt x="1005" y="270"/>
                  </a:cubicBezTo>
                  <a:cubicBezTo>
                    <a:pt x="982" y="204"/>
                    <a:pt x="939" y="147"/>
                    <a:pt x="886" y="101"/>
                  </a:cubicBezTo>
                  <a:cubicBezTo>
                    <a:pt x="806" y="33"/>
                    <a:pt x="709" y="0"/>
                    <a:pt x="6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1" name="Google Shape;3321;p49"/>
            <p:cNvSpPr/>
            <p:nvPr/>
          </p:nvSpPr>
          <p:spPr>
            <a:xfrm>
              <a:off x="4459354" y="1026921"/>
              <a:ext cx="35110" cy="16226"/>
            </a:xfrm>
            <a:custGeom>
              <a:avLst/>
              <a:gdLst/>
              <a:ahLst/>
              <a:cxnLst/>
              <a:rect l="l" t="t" r="r" b="b"/>
              <a:pathLst>
                <a:path w="502" h="232" extrusionOk="0">
                  <a:moveTo>
                    <a:pt x="176" y="0"/>
                  </a:moveTo>
                  <a:cubicBezTo>
                    <a:pt x="117" y="0"/>
                    <a:pt x="58" y="18"/>
                    <a:pt x="1" y="62"/>
                  </a:cubicBezTo>
                  <a:lnTo>
                    <a:pt x="57" y="135"/>
                  </a:lnTo>
                  <a:cubicBezTo>
                    <a:pt x="97" y="104"/>
                    <a:pt x="137" y="91"/>
                    <a:pt x="177" y="91"/>
                  </a:cubicBezTo>
                  <a:cubicBezTo>
                    <a:pt x="306" y="91"/>
                    <a:pt x="422" y="224"/>
                    <a:pt x="432" y="231"/>
                  </a:cubicBezTo>
                  <a:lnTo>
                    <a:pt x="501" y="168"/>
                  </a:lnTo>
                  <a:cubicBezTo>
                    <a:pt x="441" y="96"/>
                    <a:pt x="312" y="0"/>
                    <a:pt x="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2" name="Google Shape;3322;p49"/>
            <p:cNvSpPr/>
            <p:nvPr/>
          </p:nvSpPr>
          <p:spPr>
            <a:xfrm>
              <a:off x="4579511" y="1044476"/>
              <a:ext cx="126172" cy="45251"/>
            </a:xfrm>
            <a:custGeom>
              <a:avLst/>
              <a:gdLst/>
              <a:ahLst/>
              <a:cxnLst/>
              <a:rect l="l" t="t" r="r" b="b"/>
              <a:pathLst>
                <a:path w="1804" h="647" extrusionOk="0">
                  <a:moveTo>
                    <a:pt x="0" y="0"/>
                  </a:moveTo>
                  <a:lnTo>
                    <a:pt x="0" y="93"/>
                  </a:lnTo>
                  <a:cubicBezTo>
                    <a:pt x="355" y="116"/>
                    <a:pt x="1306" y="186"/>
                    <a:pt x="1449" y="236"/>
                  </a:cubicBezTo>
                  <a:cubicBezTo>
                    <a:pt x="1588" y="282"/>
                    <a:pt x="1684" y="547"/>
                    <a:pt x="1717" y="647"/>
                  </a:cubicBezTo>
                  <a:lnTo>
                    <a:pt x="1804" y="617"/>
                  </a:lnTo>
                  <a:cubicBezTo>
                    <a:pt x="1790" y="577"/>
                    <a:pt x="1668" y="216"/>
                    <a:pt x="1472" y="153"/>
                  </a:cubicBezTo>
                  <a:cubicBezTo>
                    <a:pt x="1273" y="86"/>
                    <a:pt x="56" y="1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3" name="Google Shape;3323;p49"/>
            <p:cNvSpPr/>
            <p:nvPr/>
          </p:nvSpPr>
          <p:spPr>
            <a:xfrm>
              <a:off x="4622873" y="1025243"/>
              <a:ext cx="96237" cy="109036"/>
            </a:xfrm>
            <a:custGeom>
              <a:avLst/>
              <a:gdLst/>
              <a:ahLst/>
              <a:cxnLst/>
              <a:rect l="l" t="t" r="r" b="b"/>
              <a:pathLst>
                <a:path w="1376" h="1559" extrusionOk="0">
                  <a:moveTo>
                    <a:pt x="899" y="1"/>
                  </a:moveTo>
                  <a:cubicBezTo>
                    <a:pt x="555" y="1"/>
                    <a:pt x="126" y="633"/>
                    <a:pt x="126" y="633"/>
                  </a:cubicBezTo>
                  <a:lnTo>
                    <a:pt x="0" y="1300"/>
                  </a:lnTo>
                  <a:cubicBezTo>
                    <a:pt x="3" y="1303"/>
                    <a:pt x="3" y="1313"/>
                    <a:pt x="7" y="1316"/>
                  </a:cubicBezTo>
                  <a:cubicBezTo>
                    <a:pt x="79" y="1470"/>
                    <a:pt x="230" y="1559"/>
                    <a:pt x="389" y="1559"/>
                  </a:cubicBezTo>
                  <a:cubicBezTo>
                    <a:pt x="450" y="1559"/>
                    <a:pt x="512" y="1546"/>
                    <a:pt x="570" y="1518"/>
                  </a:cubicBezTo>
                  <a:cubicBezTo>
                    <a:pt x="981" y="1356"/>
                    <a:pt x="1376" y="222"/>
                    <a:pt x="1018" y="30"/>
                  </a:cubicBezTo>
                  <a:cubicBezTo>
                    <a:pt x="980" y="10"/>
                    <a:pt x="940" y="1"/>
                    <a:pt x="899" y="1"/>
                  </a:cubicBezTo>
                  <a:close/>
                </a:path>
              </a:pathLst>
            </a:custGeom>
            <a:solidFill>
              <a:srgbClr val="AB6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4" name="Google Shape;3324;p49"/>
            <p:cNvSpPr/>
            <p:nvPr/>
          </p:nvSpPr>
          <p:spPr>
            <a:xfrm>
              <a:off x="4638120" y="1050001"/>
              <a:ext cx="48119" cy="68821"/>
            </a:xfrm>
            <a:custGeom>
              <a:avLst/>
              <a:gdLst/>
              <a:ahLst/>
              <a:cxnLst/>
              <a:rect l="l" t="t" r="r" b="b"/>
              <a:pathLst>
                <a:path w="688" h="984" extrusionOk="0">
                  <a:moveTo>
                    <a:pt x="680" y="1"/>
                  </a:moveTo>
                  <a:cubicBezTo>
                    <a:pt x="279" y="41"/>
                    <a:pt x="1" y="568"/>
                    <a:pt x="7" y="952"/>
                  </a:cubicBezTo>
                  <a:cubicBezTo>
                    <a:pt x="1" y="971"/>
                    <a:pt x="18" y="983"/>
                    <a:pt x="35" y="983"/>
                  </a:cubicBezTo>
                  <a:cubicBezTo>
                    <a:pt x="44" y="983"/>
                    <a:pt x="53" y="979"/>
                    <a:pt x="57" y="969"/>
                  </a:cubicBezTo>
                  <a:cubicBezTo>
                    <a:pt x="97" y="886"/>
                    <a:pt x="137" y="810"/>
                    <a:pt x="190" y="733"/>
                  </a:cubicBezTo>
                  <a:cubicBezTo>
                    <a:pt x="241" y="667"/>
                    <a:pt x="320" y="626"/>
                    <a:pt x="403" y="626"/>
                  </a:cubicBezTo>
                  <a:cubicBezTo>
                    <a:pt x="428" y="626"/>
                    <a:pt x="453" y="630"/>
                    <a:pt x="478" y="637"/>
                  </a:cubicBezTo>
                  <a:cubicBezTo>
                    <a:pt x="485" y="637"/>
                    <a:pt x="491" y="621"/>
                    <a:pt x="485" y="621"/>
                  </a:cubicBezTo>
                  <a:cubicBezTo>
                    <a:pt x="478" y="614"/>
                    <a:pt x="468" y="604"/>
                    <a:pt x="455" y="601"/>
                  </a:cubicBezTo>
                  <a:cubicBezTo>
                    <a:pt x="421" y="581"/>
                    <a:pt x="383" y="572"/>
                    <a:pt x="345" y="572"/>
                  </a:cubicBezTo>
                  <a:cubicBezTo>
                    <a:pt x="262" y="572"/>
                    <a:pt x="180" y="616"/>
                    <a:pt x="137" y="694"/>
                  </a:cubicBezTo>
                  <a:cubicBezTo>
                    <a:pt x="240" y="405"/>
                    <a:pt x="389" y="137"/>
                    <a:pt x="680" y="14"/>
                  </a:cubicBezTo>
                  <a:cubicBezTo>
                    <a:pt x="687" y="1"/>
                    <a:pt x="680" y="1"/>
                    <a:pt x="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5" name="Google Shape;3325;p49"/>
            <p:cNvSpPr/>
            <p:nvPr/>
          </p:nvSpPr>
          <p:spPr>
            <a:xfrm>
              <a:off x="5446134" y="2603922"/>
              <a:ext cx="350679" cy="29025"/>
            </a:xfrm>
            <a:custGeom>
              <a:avLst/>
              <a:gdLst/>
              <a:ahLst/>
              <a:cxnLst/>
              <a:rect l="l" t="t" r="r" b="b"/>
              <a:pathLst>
                <a:path w="5014" h="415" extrusionOk="0">
                  <a:moveTo>
                    <a:pt x="1" y="1"/>
                  </a:moveTo>
                  <a:lnTo>
                    <a:pt x="1" y="415"/>
                  </a:lnTo>
                  <a:lnTo>
                    <a:pt x="5013" y="415"/>
                  </a:lnTo>
                  <a:lnTo>
                    <a:pt x="5013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6" name="Google Shape;3326;p49"/>
            <p:cNvSpPr/>
            <p:nvPr/>
          </p:nvSpPr>
          <p:spPr>
            <a:xfrm>
              <a:off x="3504397" y="2485235"/>
              <a:ext cx="2625827" cy="1663593"/>
            </a:xfrm>
            <a:custGeom>
              <a:avLst/>
              <a:gdLst/>
              <a:ahLst/>
              <a:cxnLst/>
              <a:rect l="l" t="t" r="r" b="b"/>
              <a:pathLst>
                <a:path w="37544" h="23786" extrusionOk="0">
                  <a:moveTo>
                    <a:pt x="0" y="0"/>
                  </a:moveTo>
                  <a:lnTo>
                    <a:pt x="0" y="23786"/>
                  </a:lnTo>
                  <a:lnTo>
                    <a:pt x="37543" y="23786"/>
                  </a:lnTo>
                  <a:lnTo>
                    <a:pt x="375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7" name="Google Shape;3327;p49"/>
            <p:cNvSpPr/>
            <p:nvPr/>
          </p:nvSpPr>
          <p:spPr>
            <a:xfrm>
              <a:off x="3501390" y="2482227"/>
              <a:ext cx="2631632" cy="1669398"/>
            </a:xfrm>
            <a:custGeom>
              <a:avLst/>
              <a:gdLst/>
              <a:ahLst/>
              <a:cxnLst/>
              <a:rect l="l" t="t" r="r" b="b"/>
              <a:pathLst>
                <a:path w="37627" h="23869" extrusionOk="0">
                  <a:moveTo>
                    <a:pt x="37543" y="83"/>
                  </a:moveTo>
                  <a:lnTo>
                    <a:pt x="37543" y="23786"/>
                  </a:lnTo>
                  <a:lnTo>
                    <a:pt x="83" y="23786"/>
                  </a:lnTo>
                  <a:lnTo>
                    <a:pt x="83" y="83"/>
                  </a:lnTo>
                  <a:close/>
                  <a:moveTo>
                    <a:pt x="0" y="0"/>
                  </a:moveTo>
                  <a:lnTo>
                    <a:pt x="0" y="23869"/>
                  </a:lnTo>
                  <a:lnTo>
                    <a:pt x="37626" y="23869"/>
                  </a:lnTo>
                  <a:lnTo>
                    <a:pt x="37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8" name="Google Shape;3328;p49"/>
            <p:cNvSpPr/>
            <p:nvPr/>
          </p:nvSpPr>
          <p:spPr>
            <a:xfrm>
              <a:off x="3504397" y="2485235"/>
              <a:ext cx="2625827" cy="63785"/>
            </a:xfrm>
            <a:custGeom>
              <a:avLst/>
              <a:gdLst/>
              <a:ahLst/>
              <a:cxnLst/>
              <a:rect l="l" t="t" r="r" b="b"/>
              <a:pathLst>
                <a:path w="37544" h="912" extrusionOk="0">
                  <a:moveTo>
                    <a:pt x="0" y="0"/>
                  </a:moveTo>
                  <a:lnTo>
                    <a:pt x="0" y="912"/>
                  </a:lnTo>
                  <a:lnTo>
                    <a:pt x="37543" y="912"/>
                  </a:lnTo>
                  <a:lnTo>
                    <a:pt x="375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9" name="Google Shape;3329;p49"/>
            <p:cNvSpPr/>
            <p:nvPr/>
          </p:nvSpPr>
          <p:spPr>
            <a:xfrm>
              <a:off x="3541955" y="2504468"/>
              <a:ext cx="27836" cy="28116"/>
            </a:xfrm>
            <a:custGeom>
              <a:avLst/>
              <a:gdLst/>
              <a:ahLst/>
              <a:cxnLst/>
              <a:rect l="l" t="t" r="r" b="b"/>
              <a:pathLst>
                <a:path w="398" h="402" extrusionOk="0">
                  <a:moveTo>
                    <a:pt x="199" y="0"/>
                  </a:moveTo>
                  <a:cubicBezTo>
                    <a:pt x="90" y="0"/>
                    <a:pt x="0" y="90"/>
                    <a:pt x="0" y="203"/>
                  </a:cubicBezTo>
                  <a:cubicBezTo>
                    <a:pt x="0" y="312"/>
                    <a:pt x="90" y="402"/>
                    <a:pt x="199" y="402"/>
                  </a:cubicBezTo>
                  <a:cubicBezTo>
                    <a:pt x="308" y="402"/>
                    <a:pt x="398" y="312"/>
                    <a:pt x="398" y="203"/>
                  </a:cubicBezTo>
                  <a:cubicBezTo>
                    <a:pt x="398" y="90"/>
                    <a:pt x="308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0" name="Google Shape;3330;p49"/>
            <p:cNvSpPr/>
            <p:nvPr/>
          </p:nvSpPr>
          <p:spPr>
            <a:xfrm>
              <a:off x="3598536" y="2504468"/>
              <a:ext cx="27836" cy="28116"/>
            </a:xfrm>
            <a:custGeom>
              <a:avLst/>
              <a:gdLst/>
              <a:ahLst/>
              <a:cxnLst/>
              <a:rect l="l" t="t" r="r" b="b"/>
              <a:pathLst>
                <a:path w="398" h="402" extrusionOk="0">
                  <a:moveTo>
                    <a:pt x="199" y="0"/>
                  </a:moveTo>
                  <a:cubicBezTo>
                    <a:pt x="90" y="0"/>
                    <a:pt x="0" y="90"/>
                    <a:pt x="0" y="203"/>
                  </a:cubicBezTo>
                  <a:cubicBezTo>
                    <a:pt x="0" y="312"/>
                    <a:pt x="90" y="402"/>
                    <a:pt x="199" y="402"/>
                  </a:cubicBezTo>
                  <a:cubicBezTo>
                    <a:pt x="308" y="402"/>
                    <a:pt x="398" y="312"/>
                    <a:pt x="398" y="203"/>
                  </a:cubicBezTo>
                  <a:cubicBezTo>
                    <a:pt x="398" y="90"/>
                    <a:pt x="308" y="0"/>
                    <a:pt x="1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1" name="Google Shape;3331;p49"/>
            <p:cNvSpPr/>
            <p:nvPr/>
          </p:nvSpPr>
          <p:spPr>
            <a:xfrm>
              <a:off x="3654348" y="2504678"/>
              <a:ext cx="27906" cy="27906"/>
            </a:xfrm>
            <a:custGeom>
              <a:avLst/>
              <a:gdLst/>
              <a:ahLst/>
              <a:cxnLst/>
              <a:rect l="l" t="t" r="r" b="b"/>
              <a:pathLst>
                <a:path w="399" h="399" extrusionOk="0">
                  <a:moveTo>
                    <a:pt x="200" y="1"/>
                  </a:moveTo>
                  <a:cubicBezTo>
                    <a:pt x="87" y="1"/>
                    <a:pt x="1" y="87"/>
                    <a:pt x="1" y="200"/>
                  </a:cubicBezTo>
                  <a:cubicBezTo>
                    <a:pt x="1" y="309"/>
                    <a:pt x="94" y="399"/>
                    <a:pt x="200" y="399"/>
                  </a:cubicBezTo>
                  <a:cubicBezTo>
                    <a:pt x="313" y="399"/>
                    <a:pt x="399" y="306"/>
                    <a:pt x="399" y="200"/>
                  </a:cubicBezTo>
                  <a:cubicBezTo>
                    <a:pt x="399" y="87"/>
                    <a:pt x="313" y="1"/>
                    <a:pt x="2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2" name="Google Shape;3332;p49"/>
            <p:cNvSpPr/>
            <p:nvPr/>
          </p:nvSpPr>
          <p:spPr>
            <a:xfrm>
              <a:off x="3504397" y="2548950"/>
              <a:ext cx="2625827" cy="252134"/>
            </a:xfrm>
            <a:custGeom>
              <a:avLst/>
              <a:gdLst/>
              <a:ahLst/>
              <a:cxnLst/>
              <a:rect l="l" t="t" r="r" b="b"/>
              <a:pathLst>
                <a:path w="37544" h="3605" extrusionOk="0">
                  <a:moveTo>
                    <a:pt x="0" y="1"/>
                  </a:moveTo>
                  <a:lnTo>
                    <a:pt x="0" y="3604"/>
                  </a:lnTo>
                  <a:lnTo>
                    <a:pt x="37543" y="3604"/>
                  </a:lnTo>
                  <a:lnTo>
                    <a:pt x="375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3" name="Google Shape;3333;p49"/>
            <p:cNvSpPr/>
            <p:nvPr/>
          </p:nvSpPr>
          <p:spPr>
            <a:xfrm>
              <a:off x="3805767" y="2641690"/>
              <a:ext cx="2164923" cy="60848"/>
            </a:xfrm>
            <a:custGeom>
              <a:avLst/>
              <a:gdLst/>
              <a:ahLst/>
              <a:cxnLst/>
              <a:rect l="l" t="t" r="r" b="b"/>
              <a:pathLst>
                <a:path w="30954" h="870" extrusionOk="0">
                  <a:moveTo>
                    <a:pt x="1" y="1"/>
                  </a:moveTo>
                  <a:lnTo>
                    <a:pt x="1" y="869"/>
                  </a:lnTo>
                  <a:lnTo>
                    <a:pt x="30954" y="869"/>
                  </a:lnTo>
                  <a:lnTo>
                    <a:pt x="309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4" name="Google Shape;3334;p49"/>
            <p:cNvSpPr/>
            <p:nvPr/>
          </p:nvSpPr>
          <p:spPr>
            <a:xfrm>
              <a:off x="3805767" y="2641690"/>
              <a:ext cx="2868" cy="60848"/>
            </a:xfrm>
            <a:custGeom>
              <a:avLst/>
              <a:gdLst/>
              <a:ahLst/>
              <a:cxnLst/>
              <a:rect l="l" t="t" r="r" b="b"/>
              <a:pathLst>
                <a:path w="41" h="870" extrusionOk="0">
                  <a:moveTo>
                    <a:pt x="1" y="1"/>
                  </a:moveTo>
                  <a:lnTo>
                    <a:pt x="1" y="869"/>
                  </a:lnTo>
                  <a:lnTo>
                    <a:pt x="40" y="869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5" name="Google Shape;3335;p49"/>
            <p:cNvSpPr/>
            <p:nvPr/>
          </p:nvSpPr>
          <p:spPr>
            <a:xfrm>
              <a:off x="3839618" y="2674212"/>
              <a:ext cx="13988" cy="15317"/>
            </a:xfrm>
            <a:custGeom>
              <a:avLst/>
              <a:gdLst/>
              <a:ahLst/>
              <a:cxnLst/>
              <a:rect l="l" t="t" r="r" b="b"/>
              <a:pathLst>
                <a:path w="200" h="219" extrusionOk="0">
                  <a:moveTo>
                    <a:pt x="54" y="0"/>
                  </a:moveTo>
                  <a:cubicBezTo>
                    <a:pt x="47" y="13"/>
                    <a:pt x="37" y="23"/>
                    <a:pt x="27" y="33"/>
                  </a:cubicBezTo>
                  <a:lnTo>
                    <a:pt x="1" y="46"/>
                  </a:lnTo>
                  <a:lnTo>
                    <a:pt x="21" y="70"/>
                  </a:lnTo>
                  <a:lnTo>
                    <a:pt x="44" y="96"/>
                  </a:lnTo>
                  <a:lnTo>
                    <a:pt x="137" y="219"/>
                  </a:lnTo>
                  <a:lnTo>
                    <a:pt x="200" y="172"/>
                  </a:lnTo>
                  <a:lnTo>
                    <a:pt x="97" y="53"/>
                  </a:lnTo>
                  <a:lnTo>
                    <a:pt x="77" y="2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6" name="Google Shape;3336;p49"/>
            <p:cNvSpPr/>
            <p:nvPr/>
          </p:nvSpPr>
          <p:spPr>
            <a:xfrm>
              <a:off x="3838709" y="2671134"/>
              <a:ext cx="14897" cy="16296"/>
            </a:xfrm>
            <a:custGeom>
              <a:avLst/>
              <a:gdLst/>
              <a:ahLst/>
              <a:cxnLst/>
              <a:rect l="l" t="t" r="r" b="b"/>
              <a:pathLst>
                <a:path w="213" h="233" extrusionOk="0">
                  <a:moveTo>
                    <a:pt x="93" y="1"/>
                  </a:moveTo>
                  <a:cubicBezTo>
                    <a:pt x="90" y="14"/>
                    <a:pt x="83" y="24"/>
                    <a:pt x="80" y="34"/>
                  </a:cubicBezTo>
                  <a:cubicBezTo>
                    <a:pt x="73" y="47"/>
                    <a:pt x="63" y="57"/>
                    <a:pt x="57" y="67"/>
                  </a:cubicBezTo>
                  <a:lnTo>
                    <a:pt x="73" y="90"/>
                  </a:lnTo>
                  <a:lnTo>
                    <a:pt x="90" y="114"/>
                  </a:lnTo>
                  <a:lnTo>
                    <a:pt x="160" y="206"/>
                  </a:lnTo>
                  <a:lnTo>
                    <a:pt x="150" y="206"/>
                  </a:lnTo>
                  <a:lnTo>
                    <a:pt x="83" y="117"/>
                  </a:lnTo>
                  <a:lnTo>
                    <a:pt x="67" y="94"/>
                  </a:lnTo>
                  <a:lnTo>
                    <a:pt x="50" y="67"/>
                  </a:lnTo>
                  <a:cubicBezTo>
                    <a:pt x="44" y="74"/>
                    <a:pt x="34" y="77"/>
                    <a:pt x="30" y="81"/>
                  </a:cubicBezTo>
                  <a:lnTo>
                    <a:pt x="0" y="81"/>
                  </a:lnTo>
                  <a:lnTo>
                    <a:pt x="24" y="107"/>
                  </a:lnTo>
                  <a:cubicBezTo>
                    <a:pt x="30" y="107"/>
                    <a:pt x="44" y="100"/>
                    <a:pt x="50" y="94"/>
                  </a:cubicBezTo>
                  <a:lnTo>
                    <a:pt x="67" y="117"/>
                  </a:lnTo>
                  <a:lnTo>
                    <a:pt x="156" y="233"/>
                  </a:lnTo>
                  <a:lnTo>
                    <a:pt x="213" y="193"/>
                  </a:lnTo>
                  <a:lnTo>
                    <a:pt x="113" y="84"/>
                  </a:lnTo>
                  <a:lnTo>
                    <a:pt x="97" y="61"/>
                  </a:lnTo>
                  <a:cubicBezTo>
                    <a:pt x="107" y="51"/>
                    <a:pt x="110" y="44"/>
                    <a:pt x="113" y="31"/>
                  </a:cubicBezTo>
                  <a:lnTo>
                    <a:pt x="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7" name="Google Shape;3337;p49"/>
            <p:cNvSpPr/>
            <p:nvPr/>
          </p:nvSpPr>
          <p:spPr>
            <a:xfrm>
              <a:off x="3821993" y="2656797"/>
              <a:ext cx="26088" cy="23850"/>
            </a:xfrm>
            <a:custGeom>
              <a:avLst/>
              <a:gdLst/>
              <a:ahLst/>
              <a:cxnLst/>
              <a:rect l="l" t="t" r="r" b="b"/>
              <a:pathLst>
                <a:path w="373" h="341" extrusionOk="0">
                  <a:moveTo>
                    <a:pt x="177" y="39"/>
                  </a:moveTo>
                  <a:cubicBezTo>
                    <a:pt x="218" y="39"/>
                    <a:pt x="259" y="57"/>
                    <a:pt x="286" y="90"/>
                  </a:cubicBezTo>
                  <a:cubicBezTo>
                    <a:pt x="312" y="123"/>
                    <a:pt x="319" y="166"/>
                    <a:pt x="312" y="206"/>
                  </a:cubicBezTo>
                  <a:cubicBezTo>
                    <a:pt x="306" y="213"/>
                    <a:pt x="306" y="216"/>
                    <a:pt x="306" y="219"/>
                  </a:cubicBezTo>
                  <a:lnTo>
                    <a:pt x="306" y="236"/>
                  </a:lnTo>
                  <a:cubicBezTo>
                    <a:pt x="299" y="249"/>
                    <a:pt x="289" y="262"/>
                    <a:pt x="279" y="269"/>
                  </a:cubicBezTo>
                  <a:lnTo>
                    <a:pt x="253" y="282"/>
                  </a:lnTo>
                  <a:lnTo>
                    <a:pt x="196" y="282"/>
                  </a:lnTo>
                  <a:cubicBezTo>
                    <a:pt x="184" y="286"/>
                    <a:pt x="171" y="288"/>
                    <a:pt x="158" y="288"/>
                  </a:cubicBezTo>
                  <a:cubicBezTo>
                    <a:pt x="126" y="288"/>
                    <a:pt x="94" y="277"/>
                    <a:pt x="70" y="256"/>
                  </a:cubicBezTo>
                  <a:cubicBezTo>
                    <a:pt x="24" y="199"/>
                    <a:pt x="37" y="113"/>
                    <a:pt x="97" y="67"/>
                  </a:cubicBezTo>
                  <a:cubicBezTo>
                    <a:pt x="120" y="48"/>
                    <a:pt x="148" y="39"/>
                    <a:pt x="177" y="39"/>
                  </a:cubicBezTo>
                  <a:close/>
                  <a:moveTo>
                    <a:pt x="197" y="1"/>
                  </a:moveTo>
                  <a:cubicBezTo>
                    <a:pt x="160" y="1"/>
                    <a:pt x="123" y="13"/>
                    <a:pt x="90" y="37"/>
                  </a:cubicBezTo>
                  <a:cubicBezTo>
                    <a:pt x="17" y="90"/>
                    <a:pt x="1" y="199"/>
                    <a:pt x="54" y="272"/>
                  </a:cubicBezTo>
                  <a:cubicBezTo>
                    <a:pt x="88" y="317"/>
                    <a:pt x="137" y="341"/>
                    <a:pt x="190" y="341"/>
                  </a:cubicBezTo>
                  <a:cubicBezTo>
                    <a:pt x="209" y="341"/>
                    <a:pt x="227" y="338"/>
                    <a:pt x="246" y="332"/>
                  </a:cubicBezTo>
                  <a:cubicBezTo>
                    <a:pt x="256" y="329"/>
                    <a:pt x="266" y="322"/>
                    <a:pt x="273" y="319"/>
                  </a:cubicBezTo>
                  <a:lnTo>
                    <a:pt x="299" y="305"/>
                  </a:lnTo>
                  <a:lnTo>
                    <a:pt x="306" y="299"/>
                  </a:lnTo>
                  <a:lnTo>
                    <a:pt x="332" y="272"/>
                  </a:lnTo>
                  <a:cubicBezTo>
                    <a:pt x="339" y="266"/>
                    <a:pt x="346" y="252"/>
                    <a:pt x="349" y="246"/>
                  </a:cubicBezTo>
                  <a:cubicBezTo>
                    <a:pt x="372" y="183"/>
                    <a:pt x="369" y="116"/>
                    <a:pt x="329" y="67"/>
                  </a:cubicBezTo>
                  <a:cubicBezTo>
                    <a:pt x="295" y="23"/>
                    <a:pt x="246" y="1"/>
                    <a:pt x="19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8" name="Google Shape;3338;p49"/>
            <p:cNvSpPr/>
            <p:nvPr/>
          </p:nvSpPr>
          <p:spPr>
            <a:xfrm>
              <a:off x="3821993" y="2656797"/>
              <a:ext cx="26088" cy="24199"/>
            </a:xfrm>
            <a:custGeom>
              <a:avLst/>
              <a:gdLst/>
              <a:ahLst/>
              <a:cxnLst/>
              <a:rect l="l" t="t" r="r" b="b"/>
              <a:pathLst>
                <a:path w="373" h="346" extrusionOk="0">
                  <a:moveTo>
                    <a:pt x="190" y="37"/>
                  </a:moveTo>
                  <a:cubicBezTo>
                    <a:pt x="233" y="37"/>
                    <a:pt x="273" y="57"/>
                    <a:pt x="299" y="90"/>
                  </a:cubicBezTo>
                  <a:cubicBezTo>
                    <a:pt x="322" y="123"/>
                    <a:pt x="332" y="166"/>
                    <a:pt x="322" y="206"/>
                  </a:cubicBezTo>
                  <a:cubicBezTo>
                    <a:pt x="319" y="223"/>
                    <a:pt x="312" y="236"/>
                    <a:pt x="306" y="249"/>
                  </a:cubicBezTo>
                  <a:lnTo>
                    <a:pt x="289" y="266"/>
                  </a:lnTo>
                  <a:cubicBezTo>
                    <a:pt x="286" y="269"/>
                    <a:pt x="279" y="272"/>
                    <a:pt x="273" y="279"/>
                  </a:cubicBezTo>
                  <a:cubicBezTo>
                    <a:pt x="266" y="282"/>
                    <a:pt x="253" y="286"/>
                    <a:pt x="239" y="289"/>
                  </a:cubicBezTo>
                  <a:cubicBezTo>
                    <a:pt x="221" y="298"/>
                    <a:pt x="201" y="303"/>
                    <a:pt x="181" y="303"/>
                  </a:cubicBezTo>
                  <a:cubicBezTo>
                    <a:pt x="145" y="303"/>
                    <a:pt x="109" y="288"/>
                    <a:pt x="84" y="262"/>
                  </a:cubicBezTo>
                  <a:cubicBezTo>
                    <a:pt x="60" y="232"/>
                    <a:pt x="50" y="196"/>
                    <a:pt x="57" y="156"/>
                  </a:cubicBezTo>
                  <a:cubicBezTo>
                    <a:pt x="60" y="120"/>
                    <a:pt x="84" y="90"/>
                    <a:pt x="107" y="67"/>
                  </a:cubicBezTo>
                  <a:cubicBezTo>
                    <a:pt x="133" y="50"/>
                    <a:pt x="163" y="37"/>
                    <a:pt x="190" y="37"/>
                  </a:cubicBezTo>
                  <a:close/>
                  <a:moveTo>
                    <a:pt x="197" y="1"/>
                  </a:moveTo>
                  <a:cubicBezTo>
                    <a:pt x="160" y="1"/>
                    <a:pt x="123" y="13"/>
                    <a:pt x="90" y="37"/>
                  </a:cubicBezTo>
                  <a:cubicBezTo>
                    <a:pt x="17" y="90"/>
                    <a:pt x="1" y="199"/>
                    <a:pt x="54" y="272"/>
                  </a:cubicBezTo>
                  <a:cubicBezTo>
                    <a:pt x="88" y="317"/>
                    <a:pt x="137" y="341"/>
                    <a:pt x="190" y="341"/>
                  </a:cubicBezTo>
                  <a:cubicBezTo>
                    <a:pt x="209" y="341"/>
                    <a:pt x="227" y="338"/>
                    <a:pt x="246" y="332"/>
                  </a:cubicBezTo>
                  <a:cubicBezTo>
                    <a:pt x="256" y="329"/>
                    <a:pt x="266" y="322"/>
                    <a:pt x="273" y="319"/>
                  </a:cubicBezTo>
                  <a:lnTo>
                    <a:pt x="296" y="345"/>
                  </a:lnTo>
                  <a:cubicBezTo>
                    <a:pt x="302" y="339"/>
                    <a:pt x="312" y="335"/>
                    <a:pt x="319" y="329"/>
                  </a:cubicBezTo>
                  <a:lnTo>
                    <a:pt x="329" y="319"/>
                  </a:lnTo>
                  <a:lnTo>
                    <a:pt x="352" y="295"/>
                  </a:lnTo>
                  <a:lnTo>
                    <a:pt x="332" y="269"/>
                  </a:lnTo>
                  <a:cubicBezTo>
                    <a:pt x="339" y="262"/>
                    <a:pt x="346" y="249"/>
                    <a:pt x="349" y="236"/>
                  </a:cubicBezTo>
                  <a:cubicBezTo>
                    <a:pt x="372" y="179"/>
                    <a:pt x="365" y="116"/>
                    <a:pt x="329" y="67"/>
                  </a:cubicBezTo>
                  <a:cubicBezTo>
                    <a:pt x="295" y="23"/>
                    <a:pt x="246" y="1"/>
                    <a:pt x="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9" name="Google Shape;3339;p49"/>
            <p:cNvSpPr/>
            <p:nvPr/>
          </p:nvSpPr>
          <p:spPr>
            <a:xfrm>
              <a:off x="3564405" y="2652391"/>
              <a:ext cx="25598" cy="41824"/>
            </a:xfrm>
            <a:custGeom>
              <a:avLst/>
              <a:gdLst/>
              <a:ahLst/>
              <a:cxnLst/>
              <a:rect l="l" t="t" r="r" b="b"/>
              <a:pathLst>
                <a:path w="366" h="598" extrusionOk="0">
                  <a:moveTo>
                    <a:pt x="316" y="0"/>
                  </a:moveTo>
                  <a:lnTo>
                    <a:pt x="1" y="302"/>
                  </a:lnTo>
                  <a:lnTo>
                    <a:pt x="319" y="597"/>
                  </a:lnTo>
                  <a:lnTo>
                    <a:pt x="365" y="547"/>
                  </a:lnTo>
                  <a:lnTo>
                    <a:pt x="103" y="302"/>
                  </a:lnTo>
                  <a:lnTo>
                    <a:pt x="365" y="50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0" name="Google Shape;3340;p49"/>
            <p:cNvSpPr/>
            <p:nvPr/>
          </p:nvSpPr>
          <p:spPr>
            <a:xfrm>
              <a:off x="3637003" y="2652391"/>
              <a:ext cx="25528" cy="41824"/>
            </a:xfrm>
            <a:custGeom>
              <a:avLst/>
              <a:gdLst/>
              <a:ahLst/>
              <a:cxnLst/>
              <a:rect l="l" t="t" r="r" b="b"/>
              <a:pathLst>
                <a:path w="365" h="598" extrusionOk="0">
                  <a:moveTo>
                    <a:pt x="47" y="0"/>
                  </a:moveTo>
                  <a:lnTo>
                    <a:pt x="0" y="50"/>
                  </a:lnTo>
                  <a:lnTo>
                    <a:pt x="262" y="295"/>
                  </a:lnTo>
                  <a:lnTo>
                    <a:pt x="0" y="547"/>
                  </a:lnTo>
                  <a:lnTo>
                    <a:pt x="47" y="597"/>
                  </a:lnTo>
                  <a:lnTo>
                    <a:pt x="365" y="295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1" name="Google Shape;3341;p49"/>
            <p:cNvSpPr/>
            <p:nvPr/>
          </p:nvSpPr>
          <p:spPr>
            <a:xfrm>
              <a:off x="6010967" y="2643438"/>
              <a:ext cx="64065" cy="59239"/>
            </a:xfrm>
            <a:custGeom>
              <a:avLst/>
              <a:gdLst/>
              <a:ahLst/>
              <a:cxnLst/>
              <a:rect l="l" t="t" r="r" b="b"/>
              <a:pathLst>
                <a:path w="916" h="847" extrusionOk="0">
                  <a:moveTo>
                    <a:pt x="465" y="1"/>
                  </a:moveTo>
                  <a:cubicBezTo>
                    <a:pt x="432" y="1"/>
                    <a:pt x="398" y="5"/>
                    <a:pt x="365" y="12"/>
                  </a:cubicBezTo>
                  <a:cubicBezTo>
                    <a:pt x="136" y="65"/>
                    <a:pt x="0" y="294"/>
                    <a:pt x="53" y="523"/>
                  </a:cubicBezTo>
                  <a:cubicBezTo>
                    <a:pt x="80" y="629"/>
                    <a:pt x="146" y="725"/>
                    <a:pt x="242" y="785"/>
                  </a:cubicBezTo>
                  <a:cubicBezTo>
                    <a:pt x="308" y="825"/>
                    <a:pt x="385" y="846"/>
                    <a:pt x="464" y="846"/>
                  </a:cubicBezTo>
                  <a:cubicBezTo>
                    <a:pt x="497" y="846"/>
                    <a:pt x="531" y="842"/>
                    <a:pt x="564" y="835"/>
                  </a:cubicBezTo>
                  <a:cubicBezTo>
                    <a:pt x="607" y="825"/>
                    <a:pt x="647" y="805"/>
                    <a:pt x="683" y="785"/>
                  </a:cubicBezTo>
                  <a:cubicBezTo>
                    <a:pt x="836" y="689"/>
                    <a:pt x="915" y="506"/>
                    <a:pt x="876" y="324"/>
                  </a:cubicBezTo>
                  <a:cubicBezTo>
                    <a:pt x="830" y="129"/>
                    <a:pt x="657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2" name="Google Shape;3342;p49"/>
            <p:cNvSpPr/>
            <p:nvPr/>
          </p:nvSpPr>
          <p:spPr>
            <a:xfrm>
              <a:off x="6034117" y="2660713"/>
              <a:ext cx="17975" cy="18184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30" y="1"/>
                  </a:moveTo>
                  <a:cubicBezTo>
                    <a:pt x="57" y="1"/>
                    <a:pt x="1" y="60"/>
                    <a:pt x="1" y="130"/>
                  </a:cubicBezTo>
                  <a:cubicBezTo>
                    <a:pt x="1" y="200"/>
                    <a:pt x="57" y="259"/>
                    <a:pt x="130" y="259"/>
                  </a:cubicBezTo>
                  <a:cubicBezTo>
                    <a:pt x="200" y="259"/>
                    <a:pt x="256" y="200"/>
                    <a:pt x="256" y="130"/>
                  </a:cubicBezTo>
                  <a:cubicBezTo>
                    <a:pt x="256" y="60"/>
                    <a:pt x="203" y="1"/>
                    <a:pt x="1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3" name="Google Shape;3343;p49"/>
            <p:cNvSpPr/>
            <p:nvPr/>
          </p:nvSpPr>
          <p:spPr>
            <a:xfrm>
              <a:off x="6028592" y="2678828"/>
              <a:ext cx="32033" cy="24409"/>
            </a:xfrm>
            <a:custGeom>
              <a:avLst/>
              <a:gdLst/>
              <a:ahLst/>
              <a:cxnLst/>
              <a:rect l="l" t="t" r="r" b="b"/>
              <a:pathLst>
                <a:path w="458" h="349" extrusionOk="0">
                  <a:moveTo>
                    <a:pt x="229" y="0"/>
                  </a:moveTo>
                  <a:cubicBezTo>
                    <a:pt x="106" y="0"/>
                    <a:pt x="0" y="103"/>
                    <a:pt x="0" y="229"/>
                  </a:cubicBezTo>
                  <a:lnTo>
                    <a:pt x="0" y="282"/>
                  </a:lnTo>
                  <a:cubicBezTo>
                    <a:pt x="69" y="326"/>
                    <a:pt x="150" y="349"/>
                    <a:pt x="229" y="349"/>
                  </a:cubicBezTo>
                  <a:cubicBezTo>
                    <a:pt x="264" y="349"/>
                    <a:pt x="298" y="344"/>
                    <a:pt x="332" y="335"/>
                  </a:cubicBezTo>
                  <a:cubicBezTo>
                    <a:pt x="378" y="322"/>
                    <a:pt x="421" y="305"/>
                    <a:pt x="458" y="282"/>
                  </a:cubicBezTo>
                  <a:lnTo>
                    <a:pt x="458" y="229"/>
                  </a:lnTo>
                  <a:cubicBezTo>
                    <a:pt x="455" y="103"/>
                    <a:pt x="355" y="0"/>
                    <a:pt x="2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4" name="Google Shape;3344;p49"/>
            <p:cNvSpPr/>
            <p:nvPr/>
          </p:nvSpPr>
          <p:spPr>
            <a:xfrm>
              <a:off x="3700088" y="2641690"/>
              <a:ext cx="57980" cy="58330"/>
            </a:xfrm>
            <a:custGeom>
              <a:avLst/>
              <a:gdLst/>
              <a:ahLst/>
              <a:cxnLst/>
              <a:rect l="l" t="t" r="r" b="b"/>
              <a:pathLst>
                <a:path w="829" h="834" extrusionOk="0">
                  <a:moveTo>
                    <a:pt x="414" y="1"/>
                  </a:moveTo>
                  <a:cubicBezTo>
                    <a:pt x="186" y="4"/>
                    <a:pt x="0" y="190"/>
                    <a:pt x="0" y="419"/>
                  </a:cubicBezTo>
                  <a:cubicBezTo>
                    <a:pt x="3" y="647"/>
                    <a:pt x="189" y="833"/>
                    <a:pt x="418" y="833"/>
                  </a:cubicBezTo>
                  <a:cubicBezTo>
                    <a:pt x="534" y="833"/>
                    <a:pt x="646" y="783"/>
                    <a:pt x="723" y="697"/>
                  </a:cubicBezTo>
                  <a:lnTo>
                    <a:pt x="670" y="647"/>
                  </a:lnTo>
                  <a:cubicBezTo>
                    <a:pt x="617" y="704"/>
                    <a:pt x="540" y="740"/>
                    <a:pt x="464" y="753"/>
                  </a:cubicBezTo>
                  <a:cubicBezTo>
                    <a:pt x="448" y="756"/>
                    <a:pt x="431" y="757"/>
                    <a:pt x="415" y="757"/>
                  </a:cubicBezTo>
                  <a:cubicBezTo>
                    <a:pt x="247" y="757"/>
                    <a:pt x="104" y="634"/>
                    <a:pt x="83" y="465"/>
                  </a:cubicBezTo>
                  <a:cubicBezTo>
                    <a:pt x="56" y="279"/>
                    <a:pt x="186" y="107"/>
                    <a:pt x="371" y="84"/>
                  </a:cubicBezTo>
                  <a:cubicBezTo>
                    <a:pt x="388" y="81"/>
                    <a:pt x="404" y="80"/>
                    <a:pt x="420" y="80"/>
                  </a:cubicBezTo>
                  <a:cubicBezTo>
                    <a:pt x="586" y="80"/>
                    <a:pt x="731" y="203"/>
                    <a:pt x="753" y="372"/>
                  </a:cubicBezTo>
                  <a:lnTo>
                    <a:pt x="829" y="366"/>
                  </a:lnTo>
                  <a:cubicBezTo>
                    <a:pt x="802" y="157"/>
                    <a:pt x="623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5" name="Google Shape;3345;p49"/>
            <p:cNvSpPr/>
            <p:nvPr/>
          </p:nvSpPr>
          <p:spPr>
            <a:xfrm>
              <a:off x="3739674" y="2652600"/>
              <a:ext cx="25388" cy="18394"/>
            </a:xfrm>
            <a:custGeom>
              <a:avLst/>
              <a:gdLst/>
              <a:ahLst/>
              <a:cxnLst/>
              <a:rect l="l" t="t" r="r" b="b"/>
              <a:pathLst>
                <a:path w="363" h="263" extrusionOk="0">
                  <a:moveTo>
                    <a:pt x="322" y="1"/>
                  </a:moveTo>
                  <a:lnTo>
                    <a:pt x="213" y="196"/>
                  </a:lnTo>
                  <a:lnTo>
                    <a:pt x="24" y="74"/>
                  </a:lnTo>
                  <a:lnTo>
                    <a:pt x="1" y="110"/>
                  </a:lnTo>
                  <a:lnTo>
                    <a:pt x="230" y="263"/>
                  </a:lnTo>
                  <a:lnTo>
                    <a:pt x="362" y="27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6" name="Google Shape;3346;p49"/>
            <p:cNvSpPr/>
            <p:nvPr/>
          </p:nvSpPr>
          <p:spPr>
            <a:xfrm>
              <a:off x="4341855" y="3340038"/>
              <a:ext cx="1000072" cy="136453"/>
            </a:xfrm>
            <a:custGeom>
              <a:avLst/>
              <a:gdLst/>
              <a:ahLst/>
              <a:cxnLst/>
              <a:rect l="l" t="t" r="r" b="b"/>
              <a:pathLst>
                <a:path w="14299" h="1951" extrusionOk="0">
                  <a:moveTo>
                    <a:pt x="0" y="1"/>
                  </a:moveTo>
                  <a:lnTo>
                    <a:pt x="0" y="1950"/>
                  </a:lnTo>
                  <a:lnTo>
                    <a:pt x="14298" y="1950"/>
                  </a:lnTo>
                  <a:lnTo>
                    <a:pt x="142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7" name="Google Shape;3347;p49"/>
            <p:cNvSpPr/>
            <p:nvPr/>
          </p:nvSpPr>
          <p:spPr>
            <a:xfrm>
              <a:off x="4339058" y="3334303"/>
              <a:ext cx="1008605" cy="147993"/>
            </a:xfrm>
            <a:custGeom>
              <a:avLst/>
              <a:gdLst/>
              <a:ahLst/>
              <a:cxnLst/>
              <a:rect l="l" t="t" r="r" b="b"/>
              <a:pathLst>
                <a:path w="14421" h="2116" extrusionOk="0">
                  <a:moveTo>
                    <a:pt x="14255" y="166"/>
                  </a:moveTo>
                  <a:lnTo>
                    <a:pt x="14255" y="1949"/>
                  </a:lnTo>
                  <a:lnTo>
                    <a:pt x="123" y="1949"/>
                  </a:lnTo>
                  <a:lnTo>
                    <a:pt x="123" y="166"/>
                  </a:lnTo>
                  <a:close/>
                  <a:moveTo>
                    <a:pt x="0" y="0"/>
                  </a:moveTo>
                  <a:lnTo>
                    <a:pt x="0" y="2115"/>
                  </a:lnTo>
                  <a:lnTo>
                    <a:pt x="14421" y="2115"/>
                  </a:lnTo>
                  <a:lnTo>
                    <a:pt x="1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8" name="Google Shape;3348;p49"/>
            <p:cNvSpPr/>
            <p:nvPr/>
          </p:nvSpPr>
          <p:spPr>
            <a:xfrm>
              <a:off x="5205471" y="3340038"/>
              <a:ext cx="136453" cy="136453"/>
            </a:xfrm>
            <a:custGeom>
              <a:avLst/>
              <a:gdLst/>
              <a:ahLst/>
              <a:cxnLst/>
              <a:rect l="l" t="t" r="r" b="b"/>
              <a:pathLst>
                <a:path w="1951" h="1951" extrusionOk="0">
                  <a:moveTo>
                    <a:pt x="1" y="1"/>
                  </a:moveTo>
                  <a:lnTo>
                    <a:pt x="1" y="1950"/>
                  </a:lnTo>
                  <a:lnTo>
                    <a:pt x="1950" y="1950"/>
                  </a:lnTo>
                  <a:lnTo>
                    <a:pt x="19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9" name="Google Shape;3349;p49"/>
            <p:cNvSpPr/>
            <p:nvPr/>
          </p:nvSpPr>
          <p:spPr>
            <a:xfrm>
              <a:off x="5272753" y="3403333"/>
              <a:ext cx="43852" cy="52525"/>
            </a:xfrm>
            <a:custGeom>
              <a:avLst/>
              <a:gdLst/>
              <a:ahLst/>
              <a:cxnLst/>
              <a:rect l="l" t="t" r="r" b="b"/>
              <a:pathLst>
                <a:path w="627" h="751" extrusionOk="0">
                  <a:moveTo>
                    <a:pt x="163" y="1"/>
                  </a:moveTo>
                  <a:cubicBezTo>
                    <a:pt x="143" y="51"/>
                    <a:pt x="113" y="87"/>
                    <a:pt x="70" y="120"/>
                  </a:cubicBezTo>
                  <a:cubicBezTo>
                    <a:pt x="50" y="137"/>
                    <a:pt x="27" y="150"/>
                    <a:pt x="0" y="157"/>
                  </a:cubicBezTo>
                  <a:lnTo>
                    <a:pt x="120" y="313"/>
                  </a:lnTo>
                  <a:lnTo>
                    <a:pt x="448" y="750"/>
                  </a:lnTo>
                  <a:lnTo>
                    <a:pt x="627" y="614"/>
                  </a:lnTo>
                  <a:lnTo>
                    <a:pt x="292" y="170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0" name="Google Shape;3350;p49"/>
            <p:cNvSpPr/>
            <p:nvPr/>
          </p:nvSpPr>
          <p:spPr>
            <a:xfrm>
              <a:off x="5225894" y="3360251"/>
              <a:ext cx="75885" cy="68751"/>
            </a:xfrm>
            <a:custGeom>
              <a:avLst/>
              <a:gdLst/>
              <a:ahLst/>
              <a:cxnLst/>
              <a:rect l="l" t="t" r="r" b="b"/>
              <a:pathLst>
                <a:path w="1085" h="983" extrusionOk="0">
                  <a:moveTo>
                    <a:pt x="563" y="215"/>
                  </a:moveTo>
                  <a:cubicBezTo>
                    <a:pt x="675" y="215"/>
                    <a:pt x="783" y="286"/>
                    <a:pt x="826" y="395"/>
                  </a:cubicBezTo>
                  <a:cubicBezTo>
                    <a:pt x="876" y="518"/>
                    <a:pt x="836" y="650"/>
                    <a:pt x="733" y="723"/>
                  </a:cubicBezTo>
                  <a:cubicBezTo>
                    <a:pt x="713" y="740"/>
                    <a:pt x="687" y="753"/>
                    <a:pt x="664" y="760"/>
                  </a:cubicBezTo>
                  <a:cubicBezTo>
                    <a:pt x="630" y="773"/>
                    <a:pt x="594" y="780"/>
                    <a:pt x="560" y="780"/>
                  </a:cubicBezTo>
                  <a:cubicBezTo>
                    <a:pt x="446" y="780"/>
                    <a:pt x="340" y="710"/>
                    <a:pt x="299" y="600"/>
                  </a:cubicBezTo>
                  <a:cubicBezTo>
                    <a:pt x="239" y="455"/>
                    <a:pt x="315" y="289"/>
                    <a:pt x="461" y="236"/>
                  </a:cubicBezTo>
                  <a:cubicBezTo>
                    <a:pt x="495" y="222"/>
                    <a:pt x="529" y="215"/>
                    <a:pt x="563" y="215"/>
                  </a:cubicBezTo>
                  <a:close/>
                  <a:moveTo>
                    <a:pt x="556" y="1"/>
                  </a:moveTo>
                  <a:cubicBezTo>
                    <a:pt x="451" y="1"/>
                    <a:pt x="345" y="34"/>
                    <a:pt x="256" y="103"/>
                  </a:cubicBezTo>
                  <a:cubicBezTo>
                    <a:pt x="40" y="269"/>
                    <a:pt x="1" y="574"/>
                    <a:pt x="166" y="789"/>
                  </a:cubicBezTo>
                  <a:cubicBezTo>
                    <a:pt x="263" y="914"/>
                    <a:pt x="408" y="982"/>
                    <a:pt x="557" y="982"/>
                  </a:cubicBezTo>
                  <a:cubicBezTo>
                    <a:pt x="637" y="982"/>
                    <a:pt x="718" y="963"/>
                    <a:pt x="793" y="922"/>
                  </a:cubicBezTo>
                  <a:cubicBezTo>
                    <a:pt x="816" y="912"/>
                    <a:pt x="836" y="899"/>
                    <a:pt x="859" y="882"/>
                  </a:cubicBezTo>
                  <a:cubicBezTo>
                    <a:pt x="896" y="852"/>
                    <a:pt x="932" y="816"/>
                    <a:pt x="962" y="779"/>
                  </a:cubicBezTo>
                  <a:cubicBezTo>
                    <a:pt x="1085" y="600"/>
                    <a:pt x="1078" y="365"/>
                    <a:pt x="945" y="193"/>
                  </a:cubicBezTo>
                  <a:cubicBezTo>
                    <a:pt x="849" y="67"/>
                    <a:pt x="703" y="1"/>
                    <a:pt x="5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1" name="Google Shape;3351;p49"/>
            <p:cNvSpPr/>
            <p:nvPr/>
          </p:nvSpPr>
          <p:spPr>
            <a:xfrm>
              <a:off x="4370810" y="3366265"/>
              <a:ext cx="8882" cy="83998"/>
            </a:xfrm>
            <a:custGeom>
              <a:avLst/>
              <a:gdLst/>
              <a:ahLst/>
              <a:cxnLst/>
              <a:rect l="l" t="t" r="r" b="b"/>
              <a:pathLst>
                <a:path w="127" h="1201" extrusionOk="0">
                  <a:moveTo>
                    <a:pt x="1" y="1"/>
                  </a:moveTo>
                  <a:lnTo>
                    <a:pt x="1" y="1201"/>
                  </a:lnTo>
                  <a:lnTo>
                    <a:pt x="127" y="1201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2" name="Google Shape;3352;p49"/>
            <p:cNvSpPr/>
            <p:nvPr/>
          </p:nvSpPr>
          <p:spPr>
            <a:xfrm>
              <a:off x="4341855" y="3528596"/>
              <a:ext cx="231921" cy="72388"/>
            </a:xfrm>
            <a:custGeom>
              <a:avLst/>
              <a:gdLst/>
              <a:ahLst/>
              <a:cxnLst/>
              <a:rect l="l" t="t" r="r" b="b"/>
              <a:pathLst>
                <a:path w="3316" h="1035" extrusionOk="0">
                  <a:moveTo>
                    <a:pt x="0" y="0"/>
                  </a:moveTo>
                  <a:lnTo>
                    <a:pt x="0" y="1034"/>
                  </a:lnTo>
                  <a:lnTo>
                    <a:pt x="3315" y="1034"/>
                  </a:lnTo>
                  <a:lnTo>
                    <a:pt x="33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3" name="Google Shape;3353;p49"/>
            <p:cNvSpPr/>
            <p:nvPr/>
          </p:nvSpPr>
          <p:spPr>
            <a:xfrm>
              <a:off x="4727433" y="3528596"/>
              <a:ext cx="231921" cy="72388"/>
            </a:xfrm>
            <a:custGeom>
              <a:avLst/>
              <a:gdLst/>
              <a:ahLst/>
              <a:cxnLst/>
              <a:rect l="l" t="t" r="r" b="b"/>
              <a:pathLst>
                <a:path w="3316" h="1035" extrusionOk="0">
                  <a:moveTo>
                    <a:pt x="0" y="0"/>
                  </a:moveTo>
                  <a:lnTo>
                    <a:pt x="0" y="1034"/>
                  </a:lnTo>
                  <a:lnTo>
                    <a:pt x="3315" y="1034"/>
                  </a:lnTo>
                  <a:lnTo>
                    <a:pt x="33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4" name="Google Shape;3354;p49"/>
            <p:cNvSpPr/>
            <p:nvPr/>
          </p:nvSpPr>
          <p:spPr>
            <a:xfrm>
              <a:off x="5112731" y="3528596"/>
              <a:ext cx="231921" cy="72388"/>
            </a:xfrm>
            <a:custGeom>
              <a:avLst/>
              <a:gdLst/>
              <a:ahLst/>
              <a:cxnLst/>
              <a:rect l="l" t="t" r="r" b="b"/>
              <a:pathLst>
                <a:path w="3316" h="1035" extrusionOk="0">
                  <a:moveTo>
                    <a:pt x="1" y="0"/>
                  </a:moveTo>
                  <a:lnTo>
                    <a:pt x="1" y="1034"/>
                  </a:lnTo>
                  <a:lnTo>
                    <a:pt x="3316" y="1034"/>
                  </a:lnTo>
                  <a:lnTo>
                    <a:pt x="33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5" name="Google Shape;3355;p49"/>
            <p:cNvSpPr/>
            <p:nvPr/>
          </p:nvSpPr>
          <p:spPr>
            <a:xfrm>
              <a:off x="4524538" y="3192395"/>
              <a:ext cx="637643" cy="43433"/>
            </a:xfrm>
            <a:custGeom>
              <a:avLst/>
              <a:gdLst/>
              <a:ahLst/>
              <a:cxnLst/>
              <a:rect l="l" t="t" r="r" b="b"/>
              <a:pathLst>
                <a:path w="9117" h="621" extrusionOk="0">
                  <a:moveTo>
                    <a:pt x="0" y="0"/>
                  </a:moveTo>
                  <a:lnTo>
                    <a:pt x="0" y="620"/>
                  </a:lnTo>
                  <a:lnTo>
                    <a:pt x="9117" y="620"/>
                  </a:lnTo>
                  <a:lnTo>
                    <a:pt x="91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356" name="Google Shape;3356;p49"/>
            <p:cNvGrpSpPr/>
            <p:nvPr/>
          </p:nvGrpSpPr>
          <p:grpSpPr>
            <a:xfrm>
              <a:off x="3082252" y="847986"/>
              <a:ext cx="208491" cy="46300"/>
              <a:chOff x="3603152" y="859136"/>
              <a:chExt cx="208491" cy="46300"/>
            </a:xfrm>
          </p:grpSpPr>
          <p:sp>
            <p:nvSpPr>
              <p:cNvPr id="3357" name="Google Shape;3357;p49"/>
              <p:cNvSpPr/>
              <p:nvPr/>
            </p:nvSpPr>
            <p:spPr>
              <a:xfrm>
                <a:off x="3603152" y="859415"/>
                <a:ext cx="43433" cy="43713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5" extrusionOk="0">
                    <a:moveTo>
                      <a:pt x="77" y="1"/>
                    </a:moveTo>
                    <a:cubicBezTo>
                      <a:pt x="50" y="11"/>
                      <a:pt x="30" y="27"/>
                      <a:pt x="17" y="47"/>
                    </a:cubicBezTo>
                    <a:cubicBezTo>
                      <a:pt x="7" y="61"/>
                      <a:pt x="4" y="77"/>
                      <a:pt x="0" y="90"/>
                    </a:cubicBezTo>
                    <a:lnTo>
                      <a:pt x="0" y="528"/>
                    </a:lnTo>
                    <a:lnTo>
                      <a:pt x="0" y="545"/>
                    </a:lnTo>
                    <a:cubicBezTo>
                      <a:pt x="7" y="571"/>
                      <a:pt x="24" y="594"/>
                      <a:pt x="47" y="608"/>
                    </a:cubicBezTo>
                    <a:cubicBezTo>
                      <a:pt x="60" y="614"/>
                      <a:pt x="73" y="621"/>
                      <a:pt x="87" y="624"/>
                    </a:cubicBezTo>
                    <a:lnTo>
                      <a:pt x="289" y="624"/>
                    </a:lnTo>
                    <a:lnTo>
                      <a:pt x="289" y="375"/>
                    </a:lnTo>
                    <a:lnTo>
                      <a:pt x="206" y="375"/>
                    </a:lnTo>
                    <a:lnTo>
                      <a:pt x="206" y="293"/>
                    </a:lnTo>
                    <a:lnTo>
                      <a:pt x="289" y="293"/>
                    </a:lnTo>
                    <a:lnTo>
                      <a:pt x="289" y="233"/>
                    </a:lnTo>
                    <a:cubicBezTo>
                      <a:pt x="295" y="196"/>
                      <a:pt x="315" y="163"/>
                      <a:pt x="348" y="143"/>
                    </a:cubicBezTo>
                    <a:cubicBezTo>
                      <a:pt x="368" y="130"/>
                      <a:pt x="392" y="124"/>
                      <a:pt x="415" y="124"/>
                    </a:cubicBezTo>
                    <a:lnTo>
                      <a:pt x="498" y="124"/>
                    </a:lnTo>
                    <a:lnTo>
                      <a:pt x="498" y="206"/>
                    </a:lnTo>
                    <a:lnTo>
                      <a:pt x="395" y="206"/>
                    </a:lnTo>
                    <a:cubicBezTo>
                      <a:pt x="378" y="210"/>
                      <a:pt x="368" y="226"/>
                      <a:pt x="372" y="240"/>
                    </a:cubicBezTo>
                    <a:lnTo>
                      <a:pt x="372" y="293"/>
                    </a:lnTo>
                    <a:lnTo>
                      <a:pt x="498" y="293"/>
                    </a:lnTo>
                    <a:lnTo>
                      <a:pt x="498" y="375"/>
                    </a:lnTo>
                    <a:lnTo>
                      <a:pt x="415" y="375"/>
                    </a:lnTo>
                    <a:lnTo>
                      <a:pt x="415" y="617"/>
                    </a:lnTo>
                    <a:lnTo>
                      <a:pt x="415" y="624"/>
                    </a:lnTo>
                    <a:lnTo>
                      <a:pt x="544" y="624"/>
                    </a:lnTo>
                    <a:cubicBezTo>
                      <a:pt x="580" y="611"/>
                      <a:pt x="610" y="574"/>
                      <a:pt x="617" y="535"/>
                    </a:cubicBezTo>
                    <a:lnTo>
                      <a:pt x="617" y="104"/>
                    </a:lnTo>
                    <a:lnTo>
                      <a:pt x="620" y="84"/>
                    </a:lnTo>
                    <a:cubicBezTo>
                      <a:pt x="614" y="44"/>
                      <a:pt x="577" y="11"/>
                      <a:pt x="5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58" name="Google Shape;3358;p49"/>
              <p:cNvSpPr/>
              <p:nvPr/>
            </p:nvSpPr>
            <p:spPr>
              <a:xfrm>
                <a:off x="3683792" y="859206"/>
                <a:ext cx="43713" cy="46230"/>
              </a:xfrm>
              <a:custGeom>
                <a:avLst/>
                <a:gdLst/>
                <a:ahLst/>
                <a:cxnLst/>
                <a:rect l="l" t="t" r="r" b="b"/>
                <a:pathLst>
                  <a:path w="625" h="661" extrusionOk="0">
                    <a:moveTo>
                      <a:pt x="403" y="152"/>
                    </a:moveTo>
                    <a:cubicBezTo>
                      <a:pt x="433" y="152"/>
                      <a:pt x="461" y="165"/>
                      <a:pt x="482" y="209"/>
                    </a:cubicBezTo>
                    <a:lnTo>
                      <a:pt x="488" y="209"/>
                    </a:lnTo>
                    <a:cubicBezTo>
                      <a:pt x="505" y="180"/>
                      <a:pt x="521" y="176"/>
                      <a:pt x="538" y="166"/>
                    </a:cubicBezTo>
                    <a:lnTo>
                      <a:pt x="545" y="160"/>
                    </a:lnTo>
                    <a:lnTo>
                      <a:pt x="545" y="160"/>
                    </a:lnTo>
                    <a:cubicBezTo>
                      <a:pt x="545" y="173"/>
                      <a:pt x="538" y="183"/>
                      <a:pt x="528" y="193"/>
                    </a:cubicBezTo>
                    <a:lnTo>
                      <a:pt x="505" y="216"/>
                    </a:lnTo>
                    <a:cubicBezTo>
                      <a:pt x="515" y="214"/>
                      <a:pt x="527" y="212"/>
                      <a:pt x="539" y="208"/>
                    </a:cubicBezTo>
                    <a:lnTo>
                      <a:pt x="539" y="208"/>
                    </a:lnTo>
                    <a:cubicBezTo>
                      <a:pt x="538" y="209"/>
                      <a:pt x="538" y="209"/>
                      <a:pt x="538" y="209"/>
                    </a:cubicBezTo>
                    <a:lnTo>
                      <a:pt x="538" y="216"/>
                    </a:lnTo>
                    <a:cubicBezTo>
                      <a:pt x="538" y="216"/>
                      <a:pt x="518" y="325"/>
                      <a:pt x="492" y="369"/>
                    </a:cubicBezTo>
                    <a:cubicBezTo>
                      <a:pt x="458" y="448"/>
                      <a:pt x="389" y="501"/>
                      <a:pt x="306" y="524"/>
                    </a:cubicBezTo>
                    <a:cubicBezTo>
                      <a:pt x="271" y="534"/>
                      <a:pt x="236" y="538"/>
                      <a:pt x="200" y="538"/>
                    </a:cubicBezTo>
                    <a:cubicBezTo>
                      <a:pt x="178" y="538"/>
                      <a:pt x="155" y="537"/>
                      <a:pt x="134" y="534"/>
                    </a:cubicBezTo>
                    <a:lnTo>
                      <a:pt x="124" y="534"/>
                    </a:lnTo>
                    <a:lnTo>
                      <a:pt x="94" y="511"/>
                    </a:lnTo>
                    <a:lnTo>
                      <a:pt x="74" y="498"/>
                    </a:lnTo>
                    <a:lnTo>
                      <a:pt x="74" y="498"/>
                    </a:lnTo>
                    <a:cubicBezTo>
                      <a:pt x="76" y="498"/>
                      <a:pt x="77" y="498"/>
                      <a:pt x="79" y="498"/>
                    </a:cubicBezTo>
                    <a:cubicBezTo>
                      <a:pt x="133" y="498"/>
                      <a:pt x="226" y="451"/>
                      <a:pt x="226" y="451"/>
                    </a:cubicBezTo>
                    <a:lnTo>
                      <a:pt x="207" y="451"/>
                    </a:lnTo>
                    <a:cubicBezTo>
                      <a:pt x="207" y="451"/>
                      <a:pt x="166" y="430"/>
                      <a:pt x="145" y="408"/>
                    </a:cubicBezTo>
                    <a:lnTo>
                      <a:pt x="145" y="408"/>
                    </a:lnTo>
                    <a:cubicBezTo>
                      <a:pt x="148" y="409"/>
                      <a:pt x="150" y="410"/>
                      <a:pt x="153" y="412"/>
                    </a:cubicBezTo>
                    <a:lnTo>
                      <a:pt x="170" y="412"/>
                    </a:lnTo>
                    <a:cubicBezTo>
                      <a:pt x="170" y="412"/>
                      <a:pt x="144" y="395"/>
                      <a:pt x="134" y="392"/>
                    </a:cubicBezTo>
                    <a:lnTo>
                      <a:pt x="134" y="392"/>
                    </a:lnTo>
                    <a:cubicBezTo>
                      <a:pt x="136" y="397"/>
                      <a:pt x="140" y="402"/>
                      <a:pt x="145" y="408"/>
                    </a:cubicBezTo>
                    <a:lnTo>
                      <a:pt x="145" y="408"/>
                    </a:lnTo>
                    <a:cubicBezTo>
                      <a:pt x="107" y="390"/>
                      <a:pt x="87" y="356"/>
                      <a:pt x="84" y="315"/>
                    </a:cubicBezTo>
                    <a:cubicBezTo>
                      <a:pt x="84" y="312"/>
                      <a:pt x="84" y="311"/>
                      <a:pt x="85" y="311"/>
                    </a:cubicBezTo>
                    <a:cubicBezTo>
                      <a:pt x="86" y="311"/>
                      <a:pt x="87" y="312"/>
                      <a:pt x="90" y="315"/>
                    </a:cubicBezTo>
                    <a:cubicBezTo>
                      <a:pt x="104" y="325"/>
                      <a:pt x="120" y="325"/>
                      <a:pt x="134" y="325"/>
                    </a:cubicBezTo>
                    <a:cubicBezTo>
                      <a:pt x="124" y="315"/>
                      <a:pt x="110" y="309"/>
                      <a:pt x="107" y="299"/>
                    </a:cubicBezTo>
                    <a:cubicBezTo>
                      <a:pt x="84" y="266"/>
                      <a:pt x="77" y="216"/>
                      <a:pt x="100" y="180"/>
                    </a:cubicBezTo>
                    <a:lnTo>
                      <a:pt x="100" y="180"/>
                    </a:lnTo>
                    <a:cubicBezTo>
                      <a:pt x="144" y="236"/>
                      <a:pt x="210" y="276"/>
                      <a:pt x="283" y="286"/>
                    </a:cubicBezTo>
                    <a:lnTo>
                      <a:pt x="306" y="286"/>
                    </a:lnTo>
                    <a:cubicBezTo>
                      <a:pt x="299" y="216"/>
                      <a:pt x="336" y="163"/>
                      <a:pt x="389" y="153"/>
                    </a:cubicBezTo>
                    <a:lnTo>
                      <a:pt x="392" y="153"/>
                    </a:lnTo>
                    <a:cubicBezTo>
                      <a:pt x="396" y="153"/>
                      <a:pt x="400" y="152"/>
                      <a:pt x="403" y="152"/>
                    </a:cubicBezTo>
                    <a:close/>
                    <a:moveTo>
                      <a:pt x="94" y="1"/>
                    </a:moveTo>
                    <a:cubicBezTo>
                      <a:pt x="41" y="1"/>
                      <a:pt x="1" y="47"/>
                      <a:pt x="1" y="100"/>
                    </a:cubicBezTo>
                    <a:lnTo>
                      <a:pt x="1" y="561"/>
                    </a:lnTo>
                    <a:cubicBezTo>
                      <a:pt x="1" y="614"/>
                      <a:pt x="41" y="660"/>
                      <a:pt x="94" y="660"/>
                    </a:cubicBezTo>
                    <a:lnTo>
                      <a:pt x="531" y="660"/>
                    </a:lnTo>
                    <a:cubicBezTo>
                      <a:pt x="584" y="660"/>
                      <a:pt x="624" y="614"/>
                      <a:pt x="624" y="561"/>
                    </a:cubicBezTo>
                    <a:lnTo>
                      <a:pt x="624" y="107"/>
                    </a:lnTo>
                    <a:cubicBezTo>
                      <a:pt x="624" y="50"/>
                      <a:pt x="584" y="7"/>
                      <a:pt x="5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59" name="Google Shape;3359;p49"/>
              <p:cNvSpPr/>
              <p:nvPr/>
            </p:nvSpPr>
            <p:spPr>
              <a:xfrm>
                <a:off x="3768000" y="859136"/>
                <a:ext cx="43643" cy="44692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39" extrusionOk="0">
                    <a:moveTo>
                      <a:pt x="411" y="84"/>
                    </a:moveTo>
                    <a:cubicBezTo>
                      <a:pt x="474" y="91"/>
                      <a:pt x="527" y="134"/>
                      <a:pt x="541" y="197"/>
                    </a:cubicBezTo>
                    <a:lnTo>
                      <a:pt x="541" y="230"/>
                    </a:lnTo>
                    <a:lnTo>
                      <a:pt x="541" y="393"/>
                    </a:lnTo>
                    <a:cubicBezTo>
                      <a:pt x="544" y="462"/>
                      <a:pt x="494" y="525"/>
                      <a:pt x="425" y="542"/>
                    </a:cubicBezTo>
                    <a:lnTo>
                      <a:pt x="226" y="542"/>
                    </a:lnTo>
                    <a:cubicBezTo>
                      <a:pt x="156" y="542"/>
                      <a:pt x="96" y="495"/>
                      <a:pt x="83" y="426"/>
                    </a:cubicBezTo>
                    <a:lnTo>
                      <a:pt x="83" y="396"/>
                    </a:lnTo>
                    <a:lnTo>
                      <a:pt x="83" y="227"/>
                    </a:lnTo>
                    <a:cubicBezTo>
                      <a:pt x="83" y="161"/>
                      <a:pt x="126" y="101"/>
                      <a:pt x="193" y="84"/>
                    </a:cubicBezTo>
                    <a:close/>
                    <a:moveTo>
                      <a:pt x="481" y="0"/>
                    </a:moveTo>
                    <a:cubicBezTo>
                      <a:pt x="474" y="0"/>
                      <a:pt x="468" y="1"/>
                      <a:pt x="461" y="2"/>
                    </a:cubicBezTo>
                    <a:lnTo>
                      <a:pt x="123" y="2"/>
                    </a:lnTo>
                    <a:cubicBezTo>
                      <a:pt x="73" y="8"/>
                      <a:pt x="30" y="41"/>
                      <a:pt x="14" y="84"/>
                    </a:cubicBezTo>
                    <a:cubicBezTo>
                      <a:pt x="7" y="111"/>
                      <a:pt x="0" y="134"/>
                      <a:pt x="0" y="161"/>
                    </a:cubicBezTo>
                    <a:lnTo>
                      <a:pt x="0" y="462"/>
                    </a:lnTo>
                    <a:lnTo>
                      <a:pt x="0" y="512"/>
                    </a:lnTo>
                    <a:cubicBezTo>
                      <a:pt x="10" y="555"/>
                      <a:pt x="34" y="592"/>
                      <a:pt x="73" y="608"/>
                    </a:cubicBezTo>
                    <a:cubicBezTo>
                      <a:pt x="96" y="621"/>
                      <a:pt x="123" y="625"/>
                      <a:pt x="150" y="625"/>
                    </a:cubicBezTo>
                    <a:lnTo>
                      <a:pt x="455" y="625"/>
                    </a:lnTo>
                    <a:cubicBezTo>
                      <a:pt x="455" y="625"/>
                      <a:pt x="488" y="638"/>
                      <a:pt x="504" y="638"/>
                    </a:cubicBezTo>
                    <a:cubicBezTo>
                      <a:pt x="547" y="628"/>
                      <a:pt x="590" y="595"/>
                      <a:pt x="607" y="549"/>
                    </a:cubicBezTo>
                    <a:cubicBezTo>
                      <a:pt x="614" y="525"/>
                      <a:pt x="620" y="499"/>
                      <a:pt x="587" y="476"/>
                    </a:cubicBezTo>
                    <a:lnTo>
                      <a:pt x="587" y="310"/>
                    </a:lnTo>
                    <a:lnTo>
                      <a:pt x="624" y="316"/>
                    </a:lnTo>
                    <a:lnTo>
                      <a:pt x="624" y="161"/>
                    </a:lnTo>
                    <a:lnTo>
                      <a:pt x="624" y="121"/>
                    </a:lnTo>
                    <a:cubicBezTo>
                      <a:pt x="620" y="74"/>
                      <a:pt x="587" y="31"/>
                      <a:pt x="537" y="11"/>
                    </a:cubicBezTo>
                    <a:cubicBezTo>
                      <a:pt x="518" y="4"/>
                      <a:pt x="499" y="0"/>
                      <a:pt x="4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60" name="Google Shape;3360;p49"/>
              <p:cNvSpPr/>
              <p:nvPr/>
            </p:nvSpPr>
            <p:spPr>
              <a:xfrm>
                <a:off x="3783736" y="876341"/>
                <a:ext cx="10771" cy="10771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4" extrusionOk="0">
                    <a:moveTo>
                      <a:pt x="74" y="1"/>
                    </a:moveTo>
                    <a:cubicBezTo>
                      <a:pt x="34" y="1"/>
                      <a:pt x="1" y="34"/>
                      <a:pt x="1" y="77"/>
                    </a:cubicBezTo>
                    <a:cubicBezTo>
                      <a:pt x="1" y="117"/>
                      <a:pt x="34" y="153"/>
                      <a:pt x="74" y="153"/>
                    </a:cubicBezTo>
                    <a:cubicBezTo>
                      <a:pt x="117" y="153"/>
                      <a:pt x="153" y="120"/>
                      <a:pt x="153" y="80"/>
                    </a:cubicBezTo>
                    <a:cubicBezTo>
                      <a:pt x="153" y="34"/>
                      <a:pt x="120" y="1"/>
                      <a:pt x="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61" name="Google Shape;3361;p49"/>
              <p:cNvSpPr/>
              <p:nvPr/>
            </p:nvSpPr>
            <p:spPr>
              <a:xfrm>
                <a:off x="3776602" y="868018"/>
                <a:ext cx="26228" cy="290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415" extrusionOk="0">
                    <a:moveTo>
                      <a:pt x="305" y="30"/>
                    </a:moveTo>
                    <a:cubicBezTo>
                      <a:pt x="322" y="30"/>
                      <a:pt x="335" y="47"/>
                      <a:pt x="335" y="57"/>
                    </a:cubicBezTo>
                    <a:cubicBezTo>
                      <a:pt x="332" y="73"/>
                      <a:pt x="322" y="87"/>
                      <a:pt x="305" y="87"/>
                    </a:cubicBezTo>
                    <a:cubicBezTo>
                      <a:pt x="288" y="87"/>
                      <a:pt x="275" y="73"/>
                      <a:pt x="275" y="57"/>
                    </a:cubicBezTo>
                    <a:cubicBezTo>
                      <a:pt x="275" y="40"/>
                      <a:pt x="288" y="30"/>
                      <a:pt x="305" y="30"/>
                    </a:cubicBezTo>
                    <a:close/>
                    <a:moveTo>
                      <a:pt x="175" y="67"/>
                    </a:moveTo>
                    <a:cubicBezTo>
                      <a:pt x="238" y="67"/>
                      <a:pt x="289" y="119"/>
                      <a:pt x="292" y="183"/>
                    </a:cubicBezTo>
                    <a:lnTo>
                      <a:pt x="292" y="186"/>
                    </a:lnTo>
                    <a:cubicBezTo>
                      <a:pt x="298" y="252"/>
                      <a:pt x="249" y="312"/>
                      <a:pt x="182" y="315"/>
                    </a:cubicBezTo>
                    <a:lnTo>
                      <a:pt x="176" y="306"/>
                    </a:lnTo>
                    <a:cubicBezTo>
                      <a:pt x="109" y="306"/>
                      <a:pt x="56" y="256"/>
                      <a:pt x="53" y="189"/>
                    </a:cubicBezTo>
                    <a:cubicBezTo>
                      <a:pt x="53" y="123"/>
                      <a:pt x="103" y="70"/>
                      <a:pt x="169" y="67"/>
                    </a:cubicBezTo>
                    <a:cubicBezTo>
                      <a:pt x="171" y="67"/>
                      <a:pt x="173" y="67"/>
                      <a:pt x="175" y="67"/>
                    </a:cubicBezTo>
                    <a:close/>
                    <a:moveTo>
                      <a:pt x="103" y="1"/>
                    </a:moveTo>
                    <a:cubicBezTo>
                      <a:pt x="43" y="1"/>
                      <a:pt x="0" y="50"/>
                      <a:pt x="0" y="113"/>
                    </a:cubicBezTo>
                    <a:lnTo>
                      <a:pt x="0" y="302"/>
                    </a:lnTo>
                    <a:cubicBezTo>
                      <a:pt x="0" y="365"/>
                      <a:pt x="43" y="415"/>
                      <a:pt x="99" y="415"/>
                    </a:cubicBezTo>
                    <a:lnTo>
                      <a:pt x="272" y="415"/>
                    </a:lnTo>
                    <a:cubicBezTo>
                      <a:pt x="332" y="415"/>
                      <a:pt x="371" y="365"/>
                      <a:pt x="371" y="302"/>
                    </a:cubicBezTo>
                    <a:lnTo>
                      <a:pt x="371" y="113"/>
                    </a:lnTo>
                    <a:cubicBezTo>
                      <a:pt x="375" y="54"/>
                      <a:pt x="332" y="4"/>
                      <a:pt x="2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3362" name="Google Shape;3362;p49"/>
          <p:cNvGrpSpPr/>
          <p:nvPr/>
        </p:nvGrpSpPr>
        <p:grpSpPr>
          <a:xfrm>
            <a:off x="4037900" y="4756477"/>
            <a:ext cx="1068212" cy="23926"/>
            <a:chOff x="-2278825" y="1262800"/>
            <a:chExt cx="1068212" cy="45049"/>
          </a:xfrm>
        </p:grpSpPr>
        <p:sp>
          <p:nvSpPr>
            <p:cNvPr id="3363" name="Google Shape;3363;p49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4" name="Google Shape;3364;p49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5" name="Google Shape;3365;p49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66" name="Google Shape;3366;p49"/>
          <p:cNvGrpSpPr/>
          <p:nvPr/>
        </p:nvGrpSpPr>
        <p:grpSpPr>
          <a:xfrm>
            <a:off x="5297492" y="930795"/>
            <a:ext cx="1158145" cy="1630070"/>
            <a:chOff x="5159051" y="4197088"/>
            <a:chExt cx="1068104" cy="1503339"/>
          </a:xfrm>
        </p:grpSpPr>
        <p:grpSp>
          <p:nvGrpSpPr>
            <p:cNvPr id="3367" name="Google Shape;3367;p49"/>
            <p:cNvGrpSpPr/>
            <p:nvPr/>
          </p:nvGrpSpPr>
          <p:grpSpPr>
            <a:xfrm>
              <a:off x="5159051" y="4197088"/>
              <a:ext cx="1068104" cy="1016200"/>
              <a:chOff x="9296889" y="762697"/>
              <a:chExt cx="3975080" cy="3781913"/>
            </a:xfrm>
          </p:grpSpPr>
          <p:sp>
            <p:nvSpPr>
              <p:cNvPr id="3368" name="Google Shape;3368;p49"/>
              <p:cNvSpPr/>
              <p:nvPr/>
            </p:nvSpPr>
            <p:spPr>
              <a:xfrm>
                <a:off x="12703632" y="1996900"/>
                <a:ext cx="10049" cy="9722"/>
              </a:xfrm>
              <a:custGeom>
                <a:avLst/>
                <a:gdLst/>
                <a:ahLst/>
                <a:cxnLst/>
                <a:rect l="l" t="t" r="r" b="b"/>
                <a:pathLst>
                  <a:path w="92" h="89" extrusionOk="0">
                    <a:moveTo>
                      <a:pt x="0" y="0"/>
                    </a:moveTo>
                    <a:lnTo>
                      <a:pt x="0" y="88"/>
                    </a:lnTo>
                    <a:lnTo>
                      <a:pt x="91" y="88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69" name="Google Shape;3369;p49"/>
              <p:cNvSpPr/>
              <p:nvPr/>
            </p:nvSpPr>
            <p:spPr>
              <a:xfrm>
                <a:off x="12703632" y="1457509"/>
                <a:ext cx="10049" cy="519959"/>
              </a:xfrm>
              <a:custGeom>
                <a:avLst/>
                <a:gdLst/>
                <a:ahLst/>
                <a:cxnLst/>
                <a:rect l="l" t="t" r="r" b="b"/>
                <a:pathLst>
                  <a:path w="92" h="4760" extrusionOk="0">
                    <a:moveTo>
                      <a:pt x="0" y="0"/>
                    </a:moveTo>
                    <a:lnTo>
                      <a:pt x="0" y="183"/>
                    </a:lnTo>
                    <a:lnTo>
                      <a:pt x="91" y="183"/>
                    </a:lnTo>
                    <a:lnTo>
                      <a:pt x="91" y="0"/>
                    </a:lnTo>
                    <a:close/>
                    <a:moveTo>
                      <a:pt x="0" y="274"/>
                    </a:moveTo>
                    <a:lnTo>
                      <a:pt x="0" y="453"/>
                    </a:lnTo>
                    <a:lnTo>
                      <a:pt x="91" y="453"/>
                    </a:lnTo>
                    <a:lnTo>
                      <a:pt x="91" y="274"/>
                    </a:lnTo>
                    <a:close/>
                    <a:moveTo>
                      <a:pt x="0" y="541"/>
                    </a:moveTo>
                    <a:lnTo>
                      <a:pt x="0" y="721"/>
                    </a:lnTo>
                    <a:lnTo>
                      <a:pt x="91" y="721"/>
                    </a:lnTo>
                    <a:lnTo>
                      <a:pt x="91" y="541"/>
                    </a:lnTo>
                    <a:close/>
                    <a:moveTo>
                      <a:pt x="0" y="897"/>
                    </a:moveTo>
                    <a:lnTo>
                      <a:pt x="0" y="1079"/>
                    </a:lnTo>
                    <a:lnTo>
                      <a:pt x="91" y="1079"/>
                    </a:lnTo>
                    <a:lnTo>
                      <a:pt x="91" y="897"/>
                    </a:lnTo>
                    <a:close/>
                    <a:moveTo>
                      <a:pt x="0" y="1170"/>
                    </a:moveTo>
                    <a:lnTo>
                      <a:pt x="0" y="1350"/>
                    </a:lnTo>
                    <a:lnTo>
                      <a:pt x="91" y="1350"/>
                    </a:lnTo>
                    <a:lnTo>
                      <a:pt x="91" y="1170"/>
                    </a:lnTo>
                    <a:close/>
                    <a:moveTo>
                      <a:pt x="0" y="1438"/>
                    </a:moveTo>
                    <a:lnTo>
                      <a:pt x="0" y="1617"/>
                    </a:lnTo>
                    <a:lnTo>
                      <a:pt x="91" y="1617"/>
                    </a:lnTo>
                    <a:lnTo>
                      <a:pt x="91" y="1438"/>
                    </a:lnTo>
                    <a:close/>
                    <a:moveTo>
                      <a:pt x="0" y="1708"/>
                    </a:moveTo>
                    <a:lnTo>
                      <a:pt x="0" y="1888"/>
                    </a:lnTo>
                    <a:lnTo>
                      <a:pt x="91" y="1888"/>
                    </a:lnTo>
                    <a:lnTo>
                      <a:pt x="91" y="1708"/>
                    </a:lnTo>
                    <a:close/>
                    <a:moveTo>
                      <a:pt x="0" y="1976"/>
                    </a:moveTo>
                    <a:lnTo>
                      <a:pt x="0" y="2155"/>
                    </a:lnTo>
                    <a:lnTo>
                      <a:pt x="91" y="2155"/>
                    </a:lnTo>
                    <a:lnTo>
                      <a:pt x="91" y="1976"/>
                    </a:lnTo>
                    <a:close/>
                    <a:moveTo>
                      <a:pt x="0" y="2337"/>
                    </a:moveTo>
                    <a:lnTo>
                      <a:pt x="0" y="2517"/>
                    </a:lnTo>
                    <a:lnTo>
                      <a:pt x="91" y="2517"/>
                    </a:lnTo>
                    <a:lnTo>
                      <a:pt x="91" y="2337"/>
                    </a:lnTo>
                    <a:close/>
                    <a:moveTo>
                      <a:pt x="0" y="2605"/>
                    </a:moveTo>
                    <a:lnTo>
                      <a:pt x="0" y="2784"/>
                    </a:lnTo>
                    <a:lnTo>
                      <a:pt x="91" y="2784"/>
                    </a:lnTo>
                    <a:lnTo>
                      <a:pt x="91" y="2605"/>
                    </a:lnTo>
                    <a:close/>
                    <a:moveTo>
                      <a:pt x="0" y="2872"/>
                    </a:moveTo>
                    <a:lnTo>
                      <a:pt x="0" y="3051"/>
                    </a:lnTo>
                    <a:lnTo>
                      <a:pt x="91" y="3051"/>
                    </a:lnTo>
                    <a:lnTo>
                      <a:pt x="91" y="2872"/>
                    </a:lnTo>
                    <a:close/>
                    <a:moveTo>
                      <a:pt x="0" y="3143"/>
                    </a:moveTo>
                    <a:lnTo>
                      <a:pt x="0" y="3325"/>
                    </a:lnTo>
                    <a:lnTo>
                      <a:pt x="91" y="3325"/>
                    </a:lnTo>
                    <a:lnTo>
                      <a:pt x="91" y="3143"/>
                    </a:lnTo>
                    <a:close/>
                    <a:moveTo>
                      <a:pt x="0" y="3410"/>
                    </a:moveTo>
                    <a:lnTo>
                      <a:pt x="0" y="3592"/>
                    </a:lnTo>
                    <a:lnTo>
                      <a:pt x="91" y="3592"/>
                    </a:lnTo>
                    <a:lnTo>
                      <a:pt x="91" y="3410"/>
                    </a:lnTo>
                    <a:close/>
                    <a:moveTo>
                      <a:pt x="0" y="3772"/>
                    </a:moveTo>
                    <a:lnTo>
                      <a:pt x="0" y="3954"/>
                    </a:lnTo>
                    <a:lnTo>
                      <a:pt x="91" y="3954"/>
                    </a:lnTo>
                    <a:lnTo>
                      <a:pt x="91" y="3772"/>
                    </a:lnTo>
                    <a:close/>
                    <a:moveTo>
                      <a:pt x="0" y="4039"/>
                    </a:moveTo>
                    <a:lnTo>
                      <a:pt x="0" y="4221"/>
                    </a:lnTo>
                    <a:lnTo>
                      <a:pt x="91" y="4221"/>
                    </a:lnTo>
                    <a:lnTo>
                      <a:pt x="91" y="4039"/>
                    </a:lnTo>
                    <a:close/>
                    <a:moveTo>
                      <a:pt x="0" y="4309"/>
                    </a:moveTo>
                    <a:lnTo>
                      <a:pt x="0" y="4492"/>
                    </a:lnTo>
                    <a:lnTo>
                      <a:pt x="91" y="4492"/>
                    </a:lnTo>
                    <a:lnTo>
                      <a:pt x="91" y="4309"/>
                    </a:lnTo>
                    <a:close/>
                    <a:moveTo>
                      <a:pt x="0" y="4577"/>
                    </a:moveTo>
                    <a:lnTo>
                      <a:pt x="0" y="4759"/>
                    </a:lnTo>
                    <a:lnTo>
                      <a:pt x="91" y="4759"/>
                    </a:lnTo>
                    <a:lnTo>
                      <a:pt x="91" y="4577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0" name="Google Shape;3370;p49"/>
              <p:cNvSpPr/>
              <p:nvPr/>
            </p:nvSpPr>
            <p:spPr>
              <a:xfrm>
                <a:off x="12703632" y="1438284"/>
                <a:ext cx="10049" cy="1005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2" extrusionOk="0">
                    <a:moveTo>
                      <a:pt x="0" y="0"/>
                    </a:moveTo>
                    <a:lnTo>
                      <a:pt x="0" y="92"/>
                    </a:lnTo>
                    <a:lnTo>
                      <a:pt x="91" y="92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1" name="Google Shape;3371;p49"/>
              <p:cNvSpPr/>
              <p:nvPr/>
            </p:nvSpPr>
            <p:spPr>
              <a:xfrm>
                <a:off x="12674030" y="1967298"/>
                <a:ext cx="68816" cy="6881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2" name="Google Shape;3372;p49"/>
              <p:cNvSpPr/>
              <p:nvPr/>
            </p:nvSpPr>
            <p:spPr>
              <a:xfrm>
                <a:off x="12664418" y="1967298"/>
                <a:ext cx="78429" cy="7886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2" extrusionOk="0">
                    <a:moveTo>
                      <a:pt x="630" y="92"/>
                    </a:moveTo>
                    <a:lnTo>
                      <a:pt x="630" y="630"/>
                    </a:lnTo>
                    <a:lnTo>
                      <a:pt x="89" y="630"/>
                    </a:lnTo>
                    <a:lnTo>
                      <a:pt x="89" y="92"/>
                    </a:lnTo>
                    <a:close/>
                    <a:moveTo>
                      <a:pt x="1" y="1"/>
                    </a:moveTo>
                    <a:lnTo>
                      <a:pt x="1" y="721"/>
                    </a:lnTo>
                    <a:lnTo>
                      <a:pt x="718" y="721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3" name="Google Shape;3373;p49"/>
              <p:cNvSpPr/>
              <p:nvPr/>
            </p:nvSpPr>
            <p:spPr>
              <a:xfrm>
                <a:off x="12674030" y="1683184"/>
                <a:ext cx="68816" cy="6881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4" name="Google Shape;3374;p49"/>
              <p:cNvSpPr/>
              <p:nvPr/>
            </p:nvSpPr>
            <p:spPr>
              <a:xfrm>
                <a:off x="12664418" y="1683184"/>
                <a:ext cx="78429" cy="78431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8" extrusionOk="0">
                    <a:moveTo>
                      <a:pt x="630" y="89"/>
                    </a:moveTo>
                    <a:lnTo>
                      <a:pt x="630" y="630"/>
                    </a:lnTo>
                    <a:lnTo>
                      <a:pt x="89" y="630"/>
                    </a:lnTo>
                    <a:lnTo>
                      <a:pt x="89" y="89"/>
                    </a:lnTo>
                    <a:close/>
                    <a:moveTo>
                      <a:pt x="1" y="1"/>
                    </a:moveTo>
                    <a:lnTo>
                      <a:pt x="1" y="718"/>
                    </a:lnTo>
                    <a:lnTo>
                      <a:pt x="718" y="718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5" name="Google Shape;3375;p49"/>
              <p:cNvSpPr/>
              <p:nvPr/>
            </p:nvSpPr>
            <p:spPr>
              <a:xfrm>
                <a:off x="12674030" y="1399070"/>
                <a:ext cx="68816" cy="6881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6" name="Google Shape;3376;p49"/>
              <p:cNvSpPr/>
              <p:nvPr/>
            </p:nvSpPr>
            <p:spPr>
              <a:xfrm>
                <a:off x="12664418" y="1398742"/>
                <a:ext cx="78429" cy="7875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0" y="95"/>
                    </a:moveTo>
                    <a:lnTo>
                      <a:pt x="630" y="633"/>
                    </a:lnTo>
                    <a:lnTo>
                      <a:pt x="89" y="633"/>
                    </a:lnTo>
                    <a:lnTo>
                      <a:pt x="89" y="95"/>
                    </a:lnTo>
                    <a:close/>
                    <a:moveTo>
                      <a:pt x="1" y="1"/>
                    </a:moveTo>
                    <a:lnTo>
                      <a:pt x="1" y="721"/>
                    </a:lnTo>
                    <a:lnTo>
                      <a:pt x="718" y="721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377" name="Google Shape;3377;p49"/>
              <p:cNvGrpSpPr/>
              <p:nvPr/>
            </p:nvGrpSpPr>
            <p:grpSpPr>
              <a:xfrm>
                <a:off x="9401315" y="762697"/>
                <a:ext cx="1244814" cy="852470"/>
                <a:chOff x="4354825" y="2560575"/>
                <a:chExt cx="284900" cy="195100"/>
              </a:xfrm>
            </p:grpSpPr>
            <p:sp>
              <p:nvSpPr>
                <p:cNvPr id="3378" name="Google Shape;3378;p49"/>
                <p:cNvSpPr/>
                <p:nvPr/>
              </p:nvSpPr>
              <p:spPr>
                <a:xfrm>
                  <a:off x="4354825" y="2560575"/>
                  <a:ext cx="284900" cy="19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96" h="7804" extrusionOk="0">
                      <a:moveTo>
                        <a:pt x="11304" y="89"/>
                      </a:moveTo>
                      <a:lnTo>
                        <a:pt x="11304" y="7713"/>
                      </a:lnTo>
                      <a:lnTo>
                        <a:pt x="91" y="7713"/>
                      </a:lnTo>
                      <a:lnTo>
                        <a:pt x="91" y="89"/>
                      </a:lnTo>
                      <a:close/>
                      <a:moveTo>
                        <a:pt x="0" y="1"/>
                      </a:moveTo>
                      <a:lnTo>
                        <a:pt x="0" y="7804"/>
                      </a:lnTo>
                      <a:lnTo>
                        <a:pt x="11395" y="7804"/>
                      </a:lnTo>
                      <a:lnTo>
                        <a:pt x="1139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379" name="Google Shape;3379;p49"/>
                <p:cNvSpPr/>
                <p:nvPr/>
              </p:nvSpPr>
              <p:spPr>
                <a:xfrm>
                  <a:off x="4366850" y="2568525"/>
                  <a:ext cx="11275" cy="1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" h="447" extrusionOk="0">
                      <a:moveTo>
                        <a:pt x="224" y="0"/>
                      </a:moveTo>
                      <a:cubicBezTo>
                        <a:pt x="101" y="0"/>
                        <a:pt x="0" y="101"/>
                        <a:pt x="0" y="224"/>
                      </a:cubicBezTo>
                      <a:cubicBezTo>
                        <a:pt x="0" y="346"/>
                        <a:pt x="98" y="447"/>
                        <a:pt x="224" y="447"/>
                      </a:cubicBezTo>
                      <a:cubicBezTo>
                        <a:pt x="350" y="447"/>
                        <a:pt x="450" y="349"/>
                        <a:pt x="450" y="224"/>
                      </a:cubicBezTo>
                      <a:cubicBezTo>
                        <a:pt x="450" y="101"/>
                        <a:pt x="350" y="0"/>
                        <a:pt x="2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380" name="Google Shape;3380;p49"/>
                <p:cNvSpPr/>
                <p:nvPr/>
              </p:nvSpPr>
              <p:spPr>
                <a:xfrm>
                  <a:off x="4389800" y="2568525"/>
                  <a:ext cx="11350" cy="1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" h="447" extrusionOk="0">
                      <a:moveTo>
                        <a:pt x="230" y="0"/>
                      </a:moveTo>
                      <a:cubicBezTo>
                        <a:pt x="105" y="0"/>
                        <a:pt x="1" y="101"/>
                        <a:pt x="1" y="224"/>
                      </a:cubicBezTo>
                      <a:cubicBezTo>
                        <a:pt x="1" y="346"/>
                        <a:pt x="105" y="447"/>
                        <a:pt x="230" y="447"/>
                      </a:cubicBezTo>
                      <a:cubicBezTo>
                        <a:pt x="350" y="447"/>
                        <a:pt x="454" y="349"/>
                        <a:pt x="454" y="224"/>
                      </a:cubicBezTo>
                      <a:cubicBezTo>
                        <a:pt x="454" y="101"/>
                        <a:pt x="356" y="0"/>
                        <a:pt x="2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381" name="Google Shape;3381;p49"/>
                <p:cNvSpPr/>
                <p:nvPr/>
              </p:nvSpPr>
              <p:spPr>
                <a:xfrm>
                  <a:off x="4412925" y="2568525"/>
                  <a:ext cx="11350" cy="1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" h="447" extrusionOk="0">
                      <a:moveTo>
                        <a:pt x="227" y="0"/>
                      </a:moveTo>
                      <a:cubicBezTo>
                        <a:pt x="101" y="0"/>
                        <a:pt x="1" y="101"/>
                        <a:pt x="1" y="224"/>
                      </a:cubicBezTo>
                      <a:cubicBezTo>
                        <a:pt x="1" y="346"/>
                        <a:pt x="101" y="447"/>
                        <a:pt x="227" y="447"/>
                      </a:cubicBezTo>
                      <a:cubicBezTo>
                        <a:pt x="350" y="447"/>
                        <a:pt x="454" y="349"/>
                        <a:pt x="454" y="224"/>
                      </a:cubicBezTo>
                      <a:cubicBezTo>
                        <a:pt x="454" y="101"/>
                        <a:pt x="353" y="0"/>
                        <a:pt x="22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382" name="Google Shape;3382;p49"/>
                <p:cNvSpPr/>
                <p:nvPr/>
              </p:nvSpPr>
              <p:spPr>
                <a:xfrm>
                  <a:off x="4357100" y="2585200"/>
                  <a:ext cx="282625" cy="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05" h="92" extrusionOk="0">
                      <a:moveTo>
                        <a:pt x="0" y="0"/>
                      </a:moveTo>
                      <a:lnTo>
                        <a:pt x="0" y="91"/>
                      </a:lnTo>
                      <a:lnTo>
                        <a:pt x="11304" y="91"/>
                      </a:lnTo>
                      <a:lnTo>
                        <a:pt x="1130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383" name="Google Shape;3383;p49"/>
              <p:cNvSpPr/>
              <p:nvPr/>
            </p:nvSpPr>
            <p:spPr>
              <a:xfrm>
                <a:off x="9296889" y="2163152"/>
                <a:ext cx="315791" cy="313832"/>
              </a:xfrm>
              <a:custGeom>
                <a:avLst/>
                <a:gdLst/>
                <a:ahLst/>
                <a:cxnLst/>
                <a:rect l="l" t="t" r="r" b="b"/>
                <a:pathLst>
                  <a:path w="2891" h="2873" extrusionOk="0">
                    <a:moveTo>
                      <a:pt x="1448" y="775"/>
                    </a:moveTo>
                    <a:cubicBezTo>
                      <a:pt x="1553" y="775"/>
                      <a:pt x="1660" y="800"/>
                      <a:pt x="1758" y="853"/>
                    </a:cubicBezTo>
                    <a:cubicBezTo>
                      <a:pt x="2082" y="1026"/>
                      <a:pt x="2202" y="1429"/>
                      <a:pt x="2029" y="1749"/>
                    </a:cubicBezTo>
                    <a:cubicBezTo>
                      <a:pt x="1909" y="1974"/>
                      <a:pt x="1681" y="2102"/>
                      <a:pt x="1444" y="2102"/>
                    </a:cubicBezTo>
                    <a:cubicBezTo>
                      <a:pt x="1339" y="2102"/>
                      <a:pt x="1232" y="2076"/>
                      <a:pt x="1132" y="2023"/>
                    </a:cubicBezTo>
                    <a:cubicBezTo>
                      <a:pt x="808" y="1850"/>
                      <a:pt x="689" y="1448"/>
                      <a:pt x="862" y="1127"/>
                    </a:cubicBezTo>
                    <a:cubicBezTo>
                      <a:pt x="982" y="902"/>
                      <a:pt x="1212" y="775"/>
                      <a:pt x="1448" y="775"/>
                    </a:cubicBezTo>
                    <a:close/>
                    <a:moveTo>
                      <a:pt x="1805" y="1"/>
                    </a:moveTo>
                    <a:lnTo>
                      <a:pt x="1000" y="26"/>
                    </a:lnTo>
                    <a:lnTo>
                      <a:pt x="1007" y="271"/>
                    </a:lnTo>
                    <a:cubicBezTo>
                      <a:pt x="1013" y="347"/>
                      <a:pt x="972" y="419"/>
                      <a:pt x="906" y="454"/>
                    </a:cubicBezTo>
                    <a:cubicBezTo>
                      <a:pt x="871" y="472"/>
                      <a:pt x="834" y="491"/>
                      <a:pt x="802" y="517"/>
                    </a:cubicBezTo>
                    <a:cubicBezTo>
                      <a:pt x="769" y="541"/>
                      <a:pt x="731" y="553"/>
                      <a:pt x="692" y="553"/>
                    </a:cubicBezTo>
                    <a:cubicBezTo>
                      <a:pt x="661" y="553"/>
                      <a:pt x="629" y="545"/>
                      <a:pt x="601" y="529"/>
                    </a:cubicBezTo>
                    <a:lnTo>
                      <a:pt x="381" y="410"/>
                    </a:lnTo>
                    <a:lnTo>
                      <a:pt x="0" y="1130"/>
                    </a:lnTo>
                    <a:lnTo>
                      <a:pt x="217" y="1230"/>
                    </a:lnTo>
                    <a:cubicBezTo>
                      <a:pt x="283" y="1268"/>
                      <a:pt x="318" y="1337"/>
                      <a:pt x="318" y="1413"/>
                    </a:cubicBezTo>
                    <a:cubicBezTo>
                      <a:pt x="315" y="1451"/>
                      <a:pt x="315" y="1495"/>
                      <a:pt x="318" y="1536"/>
                    </a:cubicBezTo>
                    <a:cubicBezTo>
                      <a:pt x="327" y="1605"/>
                      <a:pt x="293" y="1674"/>
                      <a:pt x="230" y="1715"/>
                    </a:cubicBezTo>
                    <a:lnTo>
                      <a:pt x="16" y="1844"/>
                    </a:lnTo>
                    <a:lnTo>
                      <a:pt x="440" y="2533"/>
                    </a:lnTo>
                    <a:lnTo>
                      <a:pt x="657" y="2404"/>
                    </a:lnTo>
                    <a:cubicBezTo>
                      <a:pt x="689" y="2383"/>
                      <a:pt x="724" y="2373"/>
                      <a:pt x="760" y="2373"/>
                    </a:cubicBezTo>
                    <a:cubicBezTo>
                      <a:pt x="795" y="2373"/>
                      <a:pt x="830" y="2383"/>
                      <a:pt x="862" y="2404"/>
                    </a:cubicBezTo>
                    <a:lnTo>
                      <a:pt x="912" y="2432"/>
                    </a:lnTo>
                    <a:lnTo>
                      <a:pt x="969" y="2457"/>
                    </a:lnTo>
                    <a:cubicBezTo>
                      <a:pt x="1035" y="2489"/>
                      <a:pt x="1079" y="2551"/>
                      <a:pt x="1082" y="2624"/>
                    </a:cubicBezTo>
                    <a:lnTo>
                      <a:pt x="1088" y="2872"/>
                    </a:lnTo>
                    <a:lnTo>
                      <a:pt x="1897" y="2847"/>
                    </a:lnTo>
                    <a:lnTo>
                      <a:pt x="1887" y="2599"/>
                    </a:lnTo>
                    <a:cubicBezTo>
                      <a:pt x="1887" y="2529"/>
                      <a:pt x="1928" y="2463"/>
                      <a:pt x="1991" y="2432"/>
                    </a:cubicBezTo>
                    <a:cubicBezTo>
                      <a:pt x="2026" y="2410"/>
                      <a:pt x="2060" y="2391"/>
                      <a:pt x="2092" y="2369"/>
                    </a:cubicBezTo>
                    <a:cubicBezTo>
                      <a:pt x="2125" y="2345"/>
                      <a:pt x="2163" y="2333"/>
                      <a:pt x="2202" y="2333"/>
                    </a:cubicBezTo>
                    <a:cubicBezTo>
                      <a:pt x="2233" y="2333"/>
                      <a:pt x="2265" y="2341"/>
                      <a:pt x="2293" y="2356"/>
                    </a:cubicBezTo>
                    <a:lnTo>
                      <a:pt x="2510" y="2473"/>
                    </a:lnTo>
                    <a:lnTo>
                      <a:pt x="2891" y="1756"/>
                    </a:lnTo>
                    <a:lnTo>
                      <a:pt x="2670" y="1636"/>
                    </a:lnTo>
                    <a:cubicBezTo>
                      <a:pt x="2608" y="1602"/>
                      <a:pt x="2567" y="1536"/>
                      <a:pt x="2567" y="1463"/>
                    </a:cubicBezTo>
                    <a:cubicBezTo>
                      <a:pt x="2573" y="1426"/>
                      <a:pt x="2573" y="1385"/>
                      <a:pt x="2567" y="1341"/>
                    </a:cubicBezTo>
                    <a:cubicBezTo>
                      <a:pt x="2560" y="1271"/>
                      <a:pt x="2595" y="1199"/>
                      <a:pt x="2658" y="1161"/>
                    </a:cubicBezTo>
                    <a:lnTo>
                      <a:pt x="2872" y="1032"/>
                    </a:lnTo>
                    <a:lnTo>
                      <a:pt x="2447" y="344"/>
                    </a:lnTo>
                    <a:lnTo>
                      <a:pt x="2233" y="472"/>
                    </a:lnTo>
                    <a:cubicBezTo>
                      <a:pt x="2202" y="493"/>
                      <a:pt x="2167" y="503"/>
                      <a:pt x="2133" y="503"/>
                    </a:cubicBezTo>
                    <a:cubicBezTo>
                      <a:pt x="2098" y="503"/>
                      <a:pt x="2063" y="493"/>
                      <a:pt x="2032" y="472"/>
                    </a:cubicBezTo>
                    <a:lnTo>
                      <a:pt x="1982" y="444"/>
                    </a:lnTo>
                    <a:cubicBezTo>
                      <a:pt x="1963" y="438"/>
                      <a:pt x="1947" y="425"/>
                      <a:pt x="1928" y="419"/>
                    </a:cubicBezTo>
                    <a:cubicBezTo>
                      <a:pt x="1859" y="388"/>
                      <a:pt x="1818" y="325"/>
                      <a:pt x="1815" y="249"/>
                    </a:cubicBezTo>
                    <a:lnTo>
                      <a:pt x="18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84" name="Google Shape;3384;p49"/>
              <p:cNvSpPr/>
              <p:nvPr/>
            </p:nvSpPr>
            <p:spPr>
              <a:xfrm>
                <a:off x="9509128" y="1883189"/>
                <a:ext cx="215516" cy="227209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2080" extrusionOk="0">
                    <a:moveTo>
                      <a:pt x="952" y="559"/>
                    </a:moveTo>
                    <a:cubicBezTo>
                      <a:pt x="981" y="559"/>
                      <a:pt x="1009" y="561"/>
                      <a:pt x="1039" y="567"/>
                    </a:cubicBezTo>
                    <a:cubicBezTo>
                      <a:pt x="1218" y="598"/>
                      <a:pt x="1366" y="743"/>
                      <a:pt x="1404" y="922"/>
                    </a:cubicBezTo>
                    <a:cubicBezTo>
                      <a:pt x="1467" y="1221"/>
                      <a:pt x="1240" y="1488"/>
                      <a:pt x="951" y="1488"/>
                    </a:cubicBezTo>
                    <a:cubicBezTo>
                      <a:pt x="948" y="1488"/>
                      <a:pt x="946" y="1488"/>
                      <a:pt x="943" y="1488"/>
                    </a:cubicBezTo>
                    <a:cubicBezTo>
                      <a:pt x="754" y="1488"/>
                      <a:pt x="582" y="1375"/>
                      <a:pt x="517" y="1196"/>
                    </a:cubicBezTo>
                    <a:cubicBezTo>
                      <a:pt x="395" y="867"/>
                      <a:pt x="637" y="559"/>
                      <a:pt x="952" y="559"/>
                    </a:cubicBezTo>
                    <a:close/>
                    <a:moveTo>
                      <a:pt x="740" y="0"/>
                    </a:moveTo>
                    <a:lnTo>
                      <a:pt x="252" y="302"/>
                    </a:lnTo>
                    <a:lnTo>
                      <a:pt x="344" y="466"/>
                    </a:lnTo>
                    <a:cubicBezTo>
                      <a:pt x="369" y="513"/>
                      <a:pt x="369" y="567"/>
                      <a:pt x="344" y="614"/>
                    </a:cubicBezTo>
                    <a:cubicBezTo>
                      <a:pt x="328" y="642"/>
                      <a:pt x="315" y="664"/>
                      <a:pt x="300" y="692"/>
                    </a:cubicBezTo>
                    <a:cubicBezTo>
                      <a:pt x="275" y="739"/>
                      <a:pt x="230" y="771"/>
                      <a:pt x="177" y="771"/>
                    </a:cubicBezTo>
                    <a:lnTo>
                      <a:pt x="1" y="771"/>
                    </a:lnTo>
                    <a:lnTo>
                      <a:pt x="1" y="1309"/>
                    </a:lnTo>
                    <a:lnTo>
                      <a:pt x="168" y="1309"/>
                    </a:lnTo>
                    <a:cubicBezTo>
                      <a:pt x="221" y="1309"/>
                      <a:pt x="268" y="1340"/>
                      <a:pt x="290" y="1387"/>
                    </a:cubicBezTo>
                    <a:cubicBezTo>
                      <a:pt x="303" y="1416"/>
                      <a:pt x="319" y="1444"/>
                      <a:pt x="334" y="1466"/>
                    </a:cubicBezTo>
                    <a:cubicBezTo>
                      <a:pt x="363" y="1513"/>
                      <a:pt x="363" y="1573"/>
                      <a:pt x="334" y="1617"/>
                    </a:cubicBezTo>
                    <a:lnTo>
                      <a:pt x="243" y="1777"/>
                    </a:lnTo>
                    <a:lnTo>
                      <a:pt x="740" y="2076"/>
                    </a:lnTo>
                    <a:lnTo>
                      <a:pt x="825" y="1919"/>
                    </a:lnTo>
                    <a:cubicBezTo>
                      <a:pt x="848" y="1876"/>
                      <a:pt x="891" y="1849"/>
                      <a:pt x="934" y="1849"/>
                    </a:cubicBezTo>
                    <a:cubicBezTo>
                      <a:pt x="939" y="1849"/>
                      <a:pt x="943" y="1849"/>
                      <a:pt x="948" y="1850"/>
                    </a:cubicBezTo>
                    <a:lnTo>
                      <a:pt x="1029" y="1850"/>
                    </a:lnTo>
                    <a:cubicBezTo>
                      <a:pt x="1034" y="1849"/>
                      <a:pt x="1039" y="1849"/>
                      <a:pt x="1044" y="1849"/>
                    </a:cubicBezTo>
                    <a:cubicBezTo>
                      <a:pt x="1091" y="1849"/>
                      <a:pt x="1132" y="1876"/>
                      <a:pt x="1152" y="1919"/>
                    </a:cubicBezTo>
                    <a:lnTo>
                      <a:pt x="1243" y="2079"/>
                    </a:lnTo>
                    <a:lnTo>
                      <a:pt x="1728" y="1781"/>
                    </a:lnTo>
                    <a:lnTo>
                      <a:pt x="1636" y="1620"/>
                    </a:lnTo>
                    <a:cubicBezTo>
                      <a:pt x="1611" y="1573"/>
                      <a:pt x="1611" y="1513"/>
                      <a:pt x="1640" y="1472"/>
                    </a:cubicBezTo>
                    <a:cubicBezTo>
                      <a:pt x="1655" y="1447"/>
                      <a:pt x="1668" y="1419"/>
                      <a:pt x="1684" y="1394"/>
                    </a:cubicBezTo>
                    <a:cubicBezTo>
                      <a:pt x="1706" y="1347"/>
                      <a:pt x="1750" y="1315"/>
                      <a:pt x="1800" y="1315"/>
                    </a:cubicBezTo>
                    <a:lnTo>
                      <a:pt x="1973" y="1315"/>
                    </a:lnTo>
                    <a:lnTo>
                      <a:pt x="1973" y="771"/>
                    </a:lnTo>
                    <a:lnTo>
                      <a:pt x="1806" y="771"/>
                    </a:lnTo>
                    <a:cubicBezTo>
                      <a:pt x="1753" y="771"/>
                      <a:pt x="1706" y="743"/>
                      <a:pt x="1687" y="695"/>
                    </a:cubicBezTo>
                    <a:cubicBezTo>
                      <a:pt x="1671" y="670"/>
                      <a:pt x="1658" y="642"/>
                      <a:pt x="1643" y="614"/>
                    </a:cubicBezTo>
                    <a:cubicBezTo>
                      <a:pt x="1618" y="570"/>
                      <a:pt x="1611" y="513"/>
                      <a:pt x="1640" y="466"/>
                    </a:cubicBezTo>
                    <a:lnTo>
                      <a:pt x="1731" y="302"/>
                    </a:lnTo>
                    <a:lnTo>
                      <a:pt x="1246" y="0"/>
                    </a:lnTo>
                    <a:lnTo>
                      <a:pt x="1155" y="161"/>
                    </a:lnTo>
                    <a:cubicBezTo>
                      <a:pt x="1134" y="206"/>
                      <a:pt x="1088" y="233"/>
                      <a:pt x="1043" y="233"/>
                    </a:cubicBezTo>
                    <a:cubicBezTo>
                      <a:pt x="1040" y="233"/>
                      <a:pt x="1038" y="233"/>
                      <a:pt x="1036" y="233"/>
                    </a:cubicBezTo>
                    <a:lnTo>
                      <a:pt x="951" y="233"/>
                    </a:lnTo>
                    <a:cubicBezTo>
                      <a:pt x="948" y="233"/>
                      <a:pt x="946" y="233"/>
                      <a:pt x="943" y="233"/>
                    </a:cubicBezTo>
                    <a:cubicBezTo>
                      <a:pt x="896" y="233"/>
                      <a:pt x="852" y="206"/>
                      <a:pt x="828" y="161"/>
                    </a:cubicBezTo>
                    <a:lnTo>
                      <a:pt x="7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85" name="Google Shape;3385;p49"/>
              <p:cNvSpPr/>
              <p:nvPr/>
            </p:nvSpPr>
            <p:spPr>
              <a:xfrm>
                <a:off x="12913140" y="3603385"/>
                <a:ext cx="227531" cy="215848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1976" extrusionOk="0">
                    <a:moveTo>
                      <a:pt x="1025" y="600"/>
                    </a:moveTo>
                    <a:cubicBezTo>
                      <a:pt x="1281" y="600"/>
                      <a:pt x="1492" y="810"/>
                      <a:pt x="1492" y="1064"/>
                    </a:cubicBezTo>
                    <a:cubicBezTo>
                      <a:pt x="1492" y="1318"/>
                      <a:pt x="1284" y="1529"/>
                      <a:pt x="1029" y="1529"/>
                    </a:cubicBezTo>
                    <a:cubicBezTo>
                      <a:pt x="737" y="1529"/>
                      <a:pt x="510" y="1265"/>
                      <a:pt x="573" y="966"/>
                    </a:cubicBezTo>
                    <a:cubicBezTo>
                      <a:pt x="608" y="790"/>
                      <a:pt x="749" y="648"/>
                      <a:pt x="925" y="611"/>
                    </a:cubicBezTo>
                    <a:cubicBezTo>
                      <a:pt x="959" y="604"/>
                      <a:pt x="992" y="600"/>
                      <a:pt x="1025" y="600"/>
                    </a:cubicBezTo>
                    <a:close/>
                    <a:moveTo>
                      <a:pt x="771" y="0"/>
                    </a:moveTo>
                    <a:lnTo>
                      <a:pt x="771" y="170"/>
                    </a:lnTo>
                    <a:cubicBezTo>
                      <a:pt x="771" y="224"/>
                      <a:pt x="740" y="268"/>
                      <a:pt x="693" y="293"/>
                    </a:cubicBezTo>
                    <a:cubicBezTo>
                      <a:pt x="668" y="306"/>
                      <a:pt x="639" y="321"/>
                      <a:pt x="614" y="337"/>
                    </a:cubicBezTo>
                    <a:cubicBezTo>
                      <a:pt x="588" y="351"/>
                      <a:pt x="561" y="359"/>
                      <a:pt x="534" y="359"/>
                    </a:cubicBezTo>
                    <a:cubicBezTo>
                      <a:pt x="511" y="359"/>
                      <a:pt x="488" y="353"/>
                      <a:pt x="466" y="340"/>
                    </a:cubicBezTo>
                    <a:lnTo>
                      <a:pt x="306" y="249"/>
                    </a:lnTo>
                    <a:lnTo>
                      <a:pt x="1" y="733"/>
                    </a:lnTo>
                    <a:lnTo>
                      <a:pt x="164" y="825"/>
                    </a:lnTo>
                    <a:cubicBezTo>
                      <a:pt x="205" y="847"/>
                      <a:pt x="234" y="891"/>
                      <a:pt x="234" y="941"/>
                    </a:cubicBezTo>
                    <a:lnTo>
                      <a:pt x="234" y="988"/>
                    </a:lnTo>
                    <a:lnTo>
                      <a:pt x="234" y="1029"/>
                    </a:lnTo>
                    <a:cubicBezTo>
                      <a:pt x="240" y="1079"/>
                      <a:pt x="211" y="1126"/>
                      <a:pt x="164" y="1155"/>
                    </a:cubicBezTo>
                    <a:lnTo>
                      <a:pt x="1" y="1243"/>
                    </a:lnTo>
                    <a:lnTo>
                      <a:pt x="306" y="1727"/>
                    </a:lnTo>
                    <a:lnTo>
                      <a:pt x="466" y="1636"/>
                    </a:lnTo>
                    <a:cubicBezTo>
                      <a:pt x="488" y="1626"/>
                      <a:pt x="513" y="1620"/>
                      <a:pt x="538" y="1620"/>
                    </a:cubicBezTo>
                    <a:cubicBezTo>
                      <a:pt x="565" y="1620"/>
                      <a:pt x="592" y="1627"/>
                      <a:pt x="614" y="1642"/>
                    </a:cubicBezTo>
                    <a:cubicBezTo>
                      <a:pt x="642" y="1658"/>
                      <a:pt x="668" y="1667"/>
                      <a:pt x="693" y="1683"/>
                    </a:cubicBezTo>
                    <a:cubicBezTo>
                      <a:pt x="740" y="1708"/>
                      <a:pt x="771" y="1752"/>
                      <a:pt x="771" y="1806"/>
                    </a:cubicBezTo>
                    <a:lnTo>
                      <a:pt x="771" y="1976"/>
                    </a:lnTo>
                    <a:lnTo>
                      <a:pt x="1312" y="1976"/>
                    </a:lnTo>
                    <a:lnTo>
                      <a:pt x="1312" y="1806"/>
                    </a:lnTo>
                    <a:cubicBezTo>
                      <a:pt x="1312" y="1756"/>
                      <a:pt x="1344" y="1708"/>
                      <a:pt x="1391" y="1683"/>
                    </a:cubicBezTo>
                    <a:cubicBezTo>
                      <a:pt x="1416" y="1674"/>
                      <a:pt x="1444" y="1658"/>
                      <a:pt x="1470" y="1642"/>
                    </a:cubicBezTo>
                    <a:cubicBezTo>
                      <a:pt x="1495" y="1627"/>
                      <a:pt x="1523" y="1619"/>
                      <a:pt x="1550" y="1619"/>
                    </a:cubicBezTo>
                    <a:cubicBezTo>
                      <a:pt x="1573" y="1619"/>
                      <a:pt x="1596" y="1625"/>
                      <a:pt x="1617" y="1636"/>
                    </a:cubicBezTo>
                    <a:lnTo>
                      <a:pt x="1778" y="1727"/>
                    </a:lnTo>
                    <a:lnTo>
                      <a:pt x="2083" y="1237"/>
                    </a:lnTo>
                    <a:lnTo>
                      <a:pt x="1929" y="1148"/>
                    </a:lnTo>
                    <a:cubicBezTo>
                      <a:pt x="1882" y="1123"/>
                      <a:pt x="1850" y="1070"/>
                      <a:pt x="1850" y="1016"/>
                    </a:cubicBezTo>
                    <a:lnTo>
                      <a:pt x="1850" y="1001"/>
                    </a:lnTo>
                    <a:lnTo>
                      <a:pt x="1850" y="950"/>
                    </a:lnTo>
                    <a:cubicBezTo>
                      <a:pt x="1850" y="903"/>
                      <a:pt x="1878" y="856"/>
                      <a:pt x="1916" y="831"/>
                    </a:cubicBezTo>
                    <a:lnTo>
                      <a:pt x="2080" y="740"/>
                    </a:lnTo>
                    <a:lnTo>
                      <a:pt x="1778" y="249"/>
                    </a:lnTo>
                    <a:lnTo>
                      <a:pt x="1617" y="340"/>
                    </a:lnTo>
                    <a:cubicBezTo>
                      <a:pt x="1595" y="351"/>
                      <a:pt x="1569" y="356"/>
                      <a:pt x="1544" y="356"/>
                    </a:cubicBezTo>
                    <a:cubicBezTo>
                      <a:pt x="1517" y="356"/>
                      <a:pt x="1491" y="350"/>
                      <a:pt x="1470" y="337"/>
                    </a:cubicBezTo>
                    <a:cubicBezTo>
                      <a:pt x="1444" y="321"/>
                      <a:pt x="1416" y="306"/>
                      <a:pt x="1391" y="293"/>
                    </a:cubicBezTo>
                    <a:cubicBezTo>
                      <a:pt x="1344" y="268"/>
                      <a:pt x="1312" y="221"/>
                      <a:pt x="1312" y="170"/>
                    </a:cubicBezTo>
                    <a:lnTo>
                      <a:pt x="13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86" name="Google Shape;3386;p49"/>
              <p:cNvSpPr/>
              <p:nvPr/>
            </p:nvSpPr>
            <p:spPr>
              <a:xfrm>
                <a:off x="9607437" y="919101"/>
                <a:ext cx="3351144" cy="3625510"/>
              </a:xfrm>
              <a:custGeom>
                <a:avLst/>
                <a:gdLst/>
                <a:ahLst/>
                <a:cxnLst/>
                <a:rect l="l" t="t" r="r" b="b"/>
                <a:pathLst>
                  <a:path w="30679" h="33190" extrusionOk="0">
                    <a:moveTo>
                      <a:pt x="0" y="1"/>
                    </a:moveTo>
                    <a:lnTo>
                      <a:pt x="0" y="33189"/>
                    </a:lnTo>
                    <a:lnTo>
                      <a:pt x="30679" y="33189"/>
                    </a:lnTo>
                    <a:lnTo>
                      <a:pt x="3067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87" name="Google Shape;3387;p49"/>
              <p:cNvSpPr/>
              <p:nvPr/>
            </p:nvSpPr>
            <p:spPr>
              <a:xfrm>
                <a:off x="9597497" y="919101"/>
                <a:ext cx="3361084" cy="3625510"/>
              </a:xfrm>
              <a:custGeom>
                <a:avLst/>
                <a:gdLst/>
                <a:ahLst/>
                <a:cxnLst/>
                <a:rect l="l" t="t" r="r" b="b"/>
                <a:pathLst>
                  <a:path w="30770" h="33190" extrusionOk="0">
                    <a:moveTo>
                      <a:pt x="0" y="1"/>
                    </a:moveTo>
                    <a:lnTo>
                      <a:pt x="0" y="33189"/>
                    </a:lnTo>
                    <a:lnTo>
                      <a:pt x="30770" y="33189"/>
                    </a:lnTo>
                    <a:lnTo>
                      <a:pt x="30770" y="33101"/>
                    </a:lnTo>
                    <a:lnTo>
                      <a:pt x="91" y="33101"/>
                    </a:lnTo>
                    <a:lnTo>
                      <a:pt x="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88" name="Google Shape;3388;p49"/>
              <p:cNvSpPr/>
              <p:nvPr/>
            </p:nvSpPr>
            <p:spPr>
              <a:xfrm>
                <a:off x="9607437" y="919101"/>
                <a:ext cx="3351144" cy="78868"/>
              </a:xfrm>
              <a:custGeom>
                <a:avLst/>
                <a:gdLst/>
                <a:ahLst/>
                <a:cxnLst/>
                <a:rect l="l" t="t" r="r" b="b"/>
                <a:pathLst>
                  <a:path w="30679" h="722" extrusionOk="0">
                    <a:moveTo>
                      <a:pt x="0" y="1"/>
                    </a:moveTo>
                    <a:lnTo>
                      <a:pt x="0" y="721"/>
                    </a:lnTo>
                    <a:lnTo>
                      <a:pt x="30679" y="721"/>
                    </a:lnTo>
                    <a:lnTo>
                      <a:pt x="306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89" name="Google Shape;3389;p49"/>
              <p:cNvSpPr/>
              <p:nvPr/>
            </p:nvSpPr>
            <p:spPr>
              <a:xfrm>
                <a:off x="9625242" y="938654"/>
                <a:ext cx="48281" cy="40854"/>
              </a:xfrm>
              <a:custGeom>
                <a:avLst/>
                <a:gdLst/>
                <a:ahLst/>
                <a:cxnLst/>
                <a:rect l="l" t="t" r="r" b="b"/>
                <a:pathLst>
                  <a:path w="442" h="374" extrusionOk="0">
                    <a:moveTo>
                      <a:pt x="220" y="1"/>
                    </a:moveTo>
                    <a:cubicBezTo>
                      <a:pt x="217" y="1"/>
                      <a:pt x="214" y="1"/>
                      <a:pt x="212" y="1"/>
                    </a:cubicBezTo>
                    <a:cubicBezTo>
                      <a:pt x="92" y="1"/>
                      <a:pt x="1" y="118"/>
                      <a:pt x="32" y="237"/>
                    </a:cubicBezTo>
                    <a:cubicBezTo>
                      <a:pt x="48" y="300"/>
                      <a:pt x="105" y="353"/>
                      <a:pt x="171" y="369"/>
                    </a:cubicBezTo>
                    <a:cubicBezTo>
                      <a:pt x="184" y="372"/>
                      <a:pt x="197" y="373"/>
                      <a:pt x="210" y="373"/>
                    </a:cubicBezTo>
                    <a:cubicBezTo>
                      <a:pt x="338" y="373"/>
                      <a:pt x="442" y="239"/>
                      <a:pt x="382" y="105"/>
                    </a:cubicBezTo>
                    <a:cubicBezTo>
                      <a:pt x="354" y="41"/>
                      <a:pt x="292" y="1"/>
                      <a:pt x="2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0" name="Google Shape;3390;p49"/>
              <p:cNvSpPr/>
              <p:nvPr/>
            </p:nvSpPr>
            <p:spPr>
              <a:xfrm>
                <a:off x="9708477" y="938654"/>
                <a:ext cx="47844" cy="40854"/>
              </a:xfrm>
              <a:custGeom>
                <a:avLst/>
                <a:gdLst/>
                <a:ahLst/>
                <a:cxnLst/>
                <a:rect l="l" t="t" r="r" b="b"/>
                <a:pathLst>
                  <a:path w="438" h="374" extrusionOk="0">
                    <a:moveTo>
                      <a:pt x="215" y="1"/>
                    </a:moveTo>
                    <a:cubicBezTo>
                      <a:pt x="213" y="1"/>
                      <a:pt x="210" y="1"/>
                      <a:pt x="208" y="1"/>
                    </a:cubicBezTo>
                    <a:cubicBezTo>
                      <a:pt x="91" y="1"/>
                      <a:pt x="0" y="118"/>
                      <a:pt x="32" y="237"/>
                    </a:cubicBezTo>
                    <a:cubicBezTo>
                      <a:pt x="47" y="300"/>
                      <a:pt x="101" y="353"/>
                      <a:pt x="170" y="369"/>
                    </a:cubicBezTo>
                    <a:cubicBezTo>
                      <a:pt x="183" y="372"/>
                      <a:pt x="196" y="373"/>
                      <a:pt x="209" y="373"/>
                    </a:cubicBezTo>
                    <a:cubicBezTo>
                      <a:pt x="337" y="373"/>
                      <a:pt x="438" y="239"/>
                      <a:pt x="378" y="105"/>
                    </a:cubicBezTo>
                    <a:cubicBezTo>
                      <a:pt x="350" y="41"/>
                      <a:pt x="285" y="1"/>
                      <a:pt x="21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1" name="Google Shape;3391;p49"/>
              <p:cNvSpPr/>
              <p:nvPr/>
            </p:nvSpPr>
            <p:spPr>
              <a:xfrm>
                <a:off x="9790838" y="938654"/>
                <a:ext cx="47953" cy="40854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74" extrusionOk="0">
                    <a:moveTo>
                      <a:pt x="217" y="1"/>
                    </a:moveTo>
                    <a:cubicBezTo>
                      <a:pt x="214" y="1"/>
                      <a:pt x="211" y="1"/>
                      <a:pt x="209" y="1"/>
                    </a:cubicBezTo>
                    <a:cubicBezTo>
                      <a:pt x="89" y="1"/>
                      <a:pt x="1" y="118"/>
                      <a:pt x="32" y="237"/>
                    </a:cubicBezTo>
                    <a:cubicBezTo>
                      <a:pt x="48" y="300"/>
                      <a:pt x="102" y="353"/>
                      <a:pt x="168" y="369"/>
                    </a:cubicBezTo>
                    <a:cubicBezTo>
                      <a:pt x="181" y="372"/>
                      <a:pt x="195" y="373"/>
                      <a:pt x="208" y="373"/>
                    </a:cubicBezTo>
                    <a:cubicBezTo>
                      <a:pt x="338" y="373"/>
                      <a:pt x="438" y="239"/>
                      <a:pt x="378" y="105"/>
                    </a:cubicBezTo>
                    <a:cubicBezTo>
                      <a:pt x="351" y="41"/>
                      <a:pt x="289" y="1"/>
                      <a:pt x="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2" name="Google Shape;3392;p49"/>
              <p:cNvSpPr/>
              <p:nvPr/>
            </p:nvSpPr>
            <p:spPr>
              <a:xfrm>
                <a:off x="12007930" y="1075850"/>
                <a:ext cx="881943" cy="117865"/>
              </a:xfrm>
              <a:custGeom>
                <a:avLst/>
                <a:gdLst/>
                <a:ahLst/>
                <a:cxnLst/>
                <a:rect l="l" t="t" r="r" b="b"/>
                <a:pathLst>
                  <a:path w="8074" h="1079" extrusionOk="0">
                    <a:moveTo>
                      <a:pt x="0" y="0"/>
                    </a:moveTo>
                    <a:lnTo>
                      <a:pt x="0" y="1079"/>
                    </a:lnTo>
                    <a:lnTo>
                      <a:pt x="8074" y="1079"/>
                    </a:lnTo>
                    <a:lnTo>
                      <a:pt x="807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3" name="Google Shape;3393;p49"/>
              <p:cNvSpPr/>
              <p:nvPr/>
            </p:nvSpPr>
            <p:spPr>
              <a:xfrm>
                <a:off x="12007930" y="1065801"/>
                <a:ext cx="881943" cy="10159"/>
              </a:xfrm>
              <a:custGeom>
                <a:avLst/>
                <a:gdLst/>
                <a:ahLst/>
                <a:cxnLst/>
                <a:rect l="l" t="t" r="r" b="b"/>
                <a:pathLst>
                  <a:path w="8074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8074" y="92"/>
                    </a:lnTo>
                    <a:lnTo>
                      <a:pt x="80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4" name="Google Shape;3394;p49"/>
              <p:cNvSpPr/>
              <p:nvPr/>
            </p:nvSpPr>
            <p:spPr>
              <a:xfrm>
                <a:off x="12762727" y="1065801"/>
                <a:ext cx="127584" cy="12758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168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1167" y="1168"/>
                    </a:ln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5" name="Google Shape;3395;p49"/>
              <p:cNvSpPr/>
              <p:nvPr/>
            </p:nvSpPr>
            <p:spPr>
              <a:xfrm>
                <a:off x="12824553" y="1125660"/>
                <a:ext cx="39214" cy="46753"/>
              </a:xfrm>
              <a:custGeom>
                <a:avLst/>
                <a:gdLst/>
                <a:ahLst/>
                <a:cxnLst/>
                <a:rect l="l" t="t" r="r" b="b"/>
                <a:pathLst>
                  <a:path w="359" h="428" extrusionOk="0">
                    <a:moveTo>
                      <a:pt x="92" y="0"/>
                    </a:moveTo>
                    <a:cubicBezTo>
                      <a:pt x="79" y="25"/>
                      <a:pt x="63" y="47"/>
                      <a:pt x="38" y="66"/>
                    </a:cubicBezTo>
                    <a:cubicBezTo>
                      <a:pt x="29" y="79"/>
                      <a:pt x="16" y="82"/>
                      <a:pt x="0" y="91"/>
                    </a:cubicBezTo>
                    <a:lnTo>
                      <a:pt x="66" y="183"/>
                    </a:lnTo>
                    <a:lnTo>
                      <a:pt x="255" y="428"/>
                    </a:lnTo>
                    <a:lnTo>
                      <a:pt x="359" y="349"/>
                    </a:lnTo>
                    <a:lnTo>
                      <a:pt x="161" y="9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6" name="Google Shape;3396;p49"/>
              <p:cNvSpPr/>
              <p:nvPr/>
            </p:nvSpPr>
            <p:spPr>
              <a:xfrm>
                <a:off x="12785338" y="1083278"/>
                <a:ext cx="67178" cy="6073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56" extrusionOk="0">
                    <a:moveTo>
                      <a:pt x="296" y="159"/>
                    </a:moveTo>
                    <a:cubicBezTo>
                      <a:pt x="361" y="159"/>
                      <a:pt x="422" y="198"/>
                      <a:pt x="451" y="262"/>
                    </a:cubicBezTo>
                    <a:cubicBezTo>
                      <a:pt x="466" y="303"/>
                      <a:pt x="466" y="350"/>
                      <a:pt x="451" y="388"/>
                    </a:cubicBezTo>
                    <a:cubicBezTo>
                      <a:pt x="438" y="413"/>
                      <a:pt x="422" y="435"/>
                      <a:pt x="397" y="454"/>
                    </a:cubicBezTo>
                    <a:cubicBezTo>
                      <a:pt x="388" y="464"/>
                      <a:pt x="375" y="470"/>
                      <a:pt x="359" y="479"/>
                    </a:cubicBezTo>
                    <a:cubicBezTo>
                      <a:pt x="337" y="488"/>
                      <a:pt x="315" y="492"/>
                      <a:pt x="293" y="492"/>
                    </a:cubicBezTo>
                    <a:cubicBezTo>
                      <a:pt x="228" y="492"/>
                      <a:pt x="168" y="454"/>
                      <a:pt x="142" y="388"/>
                    </a:cubicBezTo>
                    <a:cubicBezTo>
                      <a:pt x="108" y="303"/>
                      <a:pt x="145" y="209"/>
                      <a:pt x="233" y="171"/>
                    </a:cubicBezTo>
                    <a:cubicBezTo>
                      <a:pt x="254" y="163"/>
                      <a:pt x="275" y="159"/>
                      <a:pt x="296" y="159"/>
                    </a:cubicBezTo>
                    <a:close/>
                    <a:moveTo>
                      <a:pt x="300" y="0"/>
                    </a:moveTo>
                    <a:cubicBezTo>
                      <a:pt x="227" y="0"/>
                      <a:pt x="152" y="29"/>
                      <a:pt x="95" y="89"/>
                    </a:cubicBezTo>
                    <a:cubicBezTo>
                      <a:pt x="20" y="168"/>
                      <a:pt x="1" y="291"/>
                      <a:pt x="45" y="388"/>
                    </a:cubicBezTo>
                    <a:cubicBezTo>
                      <a:pt x="91" y="497"/>
                      <a:pt x="195" y="555"/>
                      <a:pt x="300" y="555"/>
                    </a:cubicBezTo>
                    <a:cubicBezTo>
                      <a:pt x="344" y="555"/>
                      <a:pt x="388" y="545"/>
                      <a:pt x="428" y="523"/>
                    </a:cubicBezTo>
                    <a:cubicBezTo>
                      <a:pt x="441" y="514"/>
                      <a:pt x="457" y="508"/>
                      <a:pt x="469" y="498"/>
                    </a:cubicBezTo>
                    <a:cubicBezTo>
                      <a:pt x="589" y="407"/>
                      <a:pt x="614" y="231"/>
                      <a:pt x="520" y="108"/>
                    </a:cubicBezTo>
                    <a:cubicBezTo>
                      <a:pt x="466" y="38"/>
                      <a:pt x="384" y="0"/>
                      <a:pt x="3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7" name="Google Shape;3397;p49"/>
              <p:cNvSpPr/>
              <p:nvPr/>
            </p:nvSpPr>
            <p:spPr>
              <a:xfrm>
                <a:off x="12027483" y="1095075"/>
                <a:ext cx="9722" cy="68818"/>
              </a:xfrm>
              <a:custGeom>
                <a:avLst/>
                <a:gdLst/>
                <a:ahLst/>
                <a:cxnLst/>
                <a:rect l="l" t="t" r="r" b="b"/>
                <a:pathLst>
                  <a:path w="89" h="630" extrusionOk="0">
                    <a:moveTo>
                      <a:pt x="0" y="0"/>
                    </a:moveTo>
                    <a:lnTo>
                      <a:pt x="0" y="629"/>
                    </a:lnTo>
                    <a:lnTo>
                      <a:pt x="88" y="629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8" name="Google Shape;3398;p49"/>
              <p:cNvSpPr/>
              <p:nvPr/>
            </p:nvSpPr>
            <p:spPr>
              <a:xfrm>
                <a:off x="9989423" y="1075850"/>
                <a:ext cx="1969790" cy="117865"/>
              </a:xfrm>
              <a:custGeom>
                <a:avLst/>
                <a:gdLst/>
                <a:ahLst/>
                <a:cxnLst/>
                <a:rect l="l" t="t" r="r" b="b"/>
                <a:pathLst>
                  <a:path w="18033" h="1079" extrusionOk="0">
                    <a:moveTo>
                      <a:pt x="1" y="0"/>
                    </a:moveTo>
                    <a:lnTo>
                      <a:pt x="1" y="1079"/>
                    </a:lnTo>
                    <a:lnTo>
                      <a:pt x="18032" y="1079"/>
                    </a:lnTo>
                    <a:lnTo>
                      <a:pt x="1803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9" name="Google Shape;3399;p49"/>
              <p:cNvSpPr/>
              <p:nvPr/>
            </p:nvSpPr>
            <p:spPr>
              <a:xfrm>
                <a:off x="9989423" y="1065801"/>
                <a:ext cx="1969790" cy="127914"/>
              </a:xfrm>
              <a:custGeom>
                <a:avLst/>
                <a:gdLst/>
                <a:ahLst/>
                <a:cxnLst/>
                <a:rect l="l" t="t" r="r" b="b"/>
                <a:pathLst>
                  <a:path w="18033" h="1171" extrusionOk="0">
                    <a:moveTo>
                      <a:pt x="1" y="1"/>
                    </a:moveTo>
                    <a:lnTo>
                      <a:pt x="1" y="1171"/>
                    </a:lnTo>
                    <a:lnTo>
                      <a:pt x="92" y="1171"/>
                    </a:lnTo>
                    <a:lnTo>
                      <a:pt x="92" y="92"/>
                    </a:lnTo>
                    <a:lnTo>
                      <a:pt x="18032" y="92"/>
                    </a:lnTo>
                    <a:lnTo>
                      <a:pt x="180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0" name="Google Shape;3400;p49"/>
              <p:cNvSpPr/>
              <p:nvPr/>
            </p:nvSpPr>
            <p:spPr>
              <a:xfrm>
                <a:off x="10019025" y="1095075"/>
                <a:ext cx="9722" cy="68818"/>
              </a:xfrm>
              <a:custGeom>
                <a:avLst/>
                <a:gdLst/>
                <a:ahLst/>
                <a:cxnLst/>
                <a:rect l="l" t="t" r="r" b="b"/>
                <a:pathLst>
                  <a:path w="89" h="630" extrusionOk="0">
                    <a:moveTo>
                      <a:pt x="0" y="0"/>
                    </a:moveTo>
                    <a:lnTo>
                      <a:pt x="0" y="629"/>
                    </a:lnTo>
                    <a:lnTo>
                      <a:pt x="88" y="629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1" name="Google Shape;3401;p49"/>
              <p:cNvSpPr/>
              <p:nvPr/>
            </p:nvSpPr>
            <p:spPr>
              <a:xfrm>
                <a:off x="9685757" y="1065801"/>
                <a:ext cx="127584" cy="12758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168" extrusionOk="0">
                    <a:moveTo>
                      <a:pt x="1" y="1"/>
                    </a:moveTo>
                    <a:lnTo>
                      <a:pt x="1" y="1168"/>
                    </a:lnTo>
                    <a:lnTo>
                      <a:pt x="1167" y="1168"/>
                    </a:ln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2" name="Google Shape;3402;p49"/>
              <p:cNvSpPr/>
              <p:nvPr/>
            </p:nvSpPr>
            <p:spPr>
              <a:xfrm>
                <a:off x="9724207" y="1089176"/>
                <a:ext cx="50684" cy="82582"/>
              </a:xfrm>
              <a:custGeom>
                <a:avLst/>
                <a:gdLst/>
                <a:ahLst/>
                <a:cxnLst/>
                <a:rect l="l" t="t" r="r" b="b"/>
                <a:pathLst>
                  <a:path w="464" h="756" extrusionOk="0">
                    <a:moveTo>
                      <a:pt x="403" y="1"/>
                    </a:moveTo>
                    <a:lnTo>
                      <a:pt x="1" y="384"/>
                    </a:lnTo>
                    <a:lnTo>
                      <a:pt x="403" y="756"/>
                    </a:lnTo>
                    <a:lnTo>
                      <a:pt x="460" y="690"/>
                    </a:lnTo>
                    <a:lnTo>
                      <a:pt x="130" y="384"/>
                    </a:lnTo>
                    <a:lnTo>
                      <a:pt x="463" y="67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3" name="Google Shape;3403;p49"/>
              <p:cNvSpPr/>
              <p:nvPr/>
            </p:nvSpPr>
            <p:spPr>
              <a:xfrm>
                <a:off x="9823171" y="1065801"/>
                <a:ext cx="127584" cy="12758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168" extrusionOk="0">
                    <a:moveTo>
                      <a:pt x="1" y="1"/>
                    </a:moveTo>
                    <a:lnTo>
                      <a:pt x="1" y="1168"/>
                    </a:lnTo>
                    <a:lnTo>
                      <a:pt x="1167" y="1168"/>
                    </a:ln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4" name="Google Shape;3404;p49"/>
              <p:cNvSpPr/>
              <p:nvPr/>
            </p:nvSpPr>
            <p:spPr>
              <a:xfrm>
                <a:off x="9866864" y="1089176"/>
                <a:ext cx="50902" cy="82254"/>
              </a:xfrm>
              <a:custGeom>
                <a:avLst/>
                <a:gdLst/>
                <a:ahLst/>
                <a:cxnLst/>
                <a:rect l="l" t="t" r="r" b="b"/>
                <a:pathLst>
                  <a:path w="466" h="753" extrusionOk="0">
                    <a:moveTo>
                      <a:pt x="63" y="1"/>
                    </a:moveTo>
                    <a:lnTo>
                      <a:pt x="3" y="67"/>
                    </a:lnTo>
                    <a:lnTo>
                      <a:pt x="330" y="369"/>
                    </a:lnTo>
                    <a:lnTo>
                      <a:pt x="0" y="690"/>
                    </a:lnTo>
                    <a:lnTo>
                      <a:pt x="63" y="752"/>
                    </a:lnTo>
                    <a:lnTo>
                      <a:pt x="466" y="369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5" name="Google Shape;3405;p49"/>
              <p:cNvSpPr/>
              <p:nvPr/>
            </p:nvSpPr>
            <p:spPr>
              <a:xfrm>
                <a:off x="9695369" y="1252370"/>
                <a:ext cx="3194504" cy="411379"/>
              </a:xfrm>
              <a:custGeom>
                <a:avLst/>
                <a:gdLst/>
                <a:ahLst/>
                <a:cxnLst/>
                <a:rect l="l" t="t" r="r" b="b"/>
                <a:pathLst>
                  <a:path w="29245" h="3766" extrusionOk="0">
                    <a:moveTo>
                      <a:pt x="1" y="1"/>
                    </a:moveTo>
                    <a:lnTo>
                      <a:pt x="1" y="3766"/>
                    </a:lnTo>
                    <a:lnTo>
                      <a:pt x="29245" y="3766"/>
                    </a:lnTo>
                    <a:lnTo>
                      <a:pt x="292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6" name="Google Shape;3406;p49"/>
              <p:cNvSpPr/>
              <p:nvPr/>
            </p:nvSpPr>
            <p:spPr>
              <a:xfrm>
                <a:off x="9695041" y="1252370"/>
                <a:ext cx="3194832" cy="421319"/>
              </a:xfrm>
              <a:custGeom>
                <a:avLst/>
                <a:gdLst/>
                <a:ahLst/>
                <a:cxnLst/>
                <a:rect l="l" t="t" r="r" b="b"/>
                <a:pathLst>
                  <a:path w="29248" h="3857" extrusionOk="0">
                    <a:moveTo>
                      <a:pt x="4" y="1"/>
                    </a:moveTo>
                    <a:lnTo>
                      <a:pt x="0" y="3766"/>
                    </a:lnTo>
                    <a:lnTo>
                      <a:pt x="4" y="3766"/>
                    </a:lnTo>
                    <a:lnTo>
                      <a:pt x="4" y="1"/>
                    </a:lnTo>
                    <a:close/>
                    <a:moveTo>
                      <a:pt x="29157" y="1"/>
                    </a:moveTo>
                    <a:lnTo>
                      <a:pt x="29157" y="3766"/>
                    </a:lnTo>
                    <a:lnTo>
                      <a:pt x="4" y="3766"/>
                    </a:lnTo>
                    <a:lnTo>
                      <a:pt x="4" y="3857"/>
                    </a:lnTo>
                    <a:lnTo>
                      <a:pt x="29248" y="3857"/>
                    </a:lnTo>
                    <a:lnTo>
                      <a:pt x="29248" y="1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7" name="Google Shape;3407;p49"/>
              <p:cNvSpPr/>
              <p:nvPr/>
            </p:nvSpPr>
            <p:spPr>
              <a:xfrm>
                <a:off x="9691218" y="1253135"/>
                <a:ext cx="3194941" cy="417168"/>
              </a:xfrm>
              <a:custGeom>
                <a:avLst/>
                <a:gdLst/>
                <a:ahLst/>
                <a:cxnLst/>
                <a:rect l="l" t="t" r="r" b="b"/>
                <a:pathLst>
                  <a:path w="29249" h="3819" extrusionOk="0">
                    <a:moveTo>
                      <a:pt x="7" y="0"/>
                    </a:moveTo>
                    <a:lnTo>
                      <a:pt x="1" y="41"/>
                    </a:lnTo>
                    <a:lnTo>
                      <a:pt x="29242" y="3818"/>
                    </a:lnTo>
                    <a:lnTo>
                      <a:pt x="29248" y="377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8" name="Google Shape;3408;p49"/>
              <p:cNvSpPr/>
              <p:nvPr/>
            </p:nvSpPr>
            <p:spPr>
              <a:xfrm>
                <a:off x="9691218" y="1251059"/>
                <a:ext cx="3193849" cy="420227"/>
              </a:xfrm>
              <a:custGeom>
                <a:avLst/>
                <a:gdLst/>
                <a:ahLst/>
                <a:cxnLst/>
                <a:rect l="l" t="t" r="r" b="b"/>
                <a:pathLst>
                  <a:path w="29239" h="3847" extrusionOk="0">
                    <a:moveTo>
                      <a:pt x="29236" y="0"/>
                    </a:moveTo>
                    <a:lnTo>
                      <a:pt x="1" y="3803"/>
                    </a:lnTo>
                    <a:lnTo>
                      <a:pt x="4" y="3847"/>
                    </a:lnTo>
                    <a:lnTo>
                      <a:pt x="29239" y="44"/>
                    </a:lnTo>
                    <a:lnTo>
                      <a:pt x="292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9" name="Google Shape;3409;p49"/>
              <p:cNvSpPr/>
              <p:nvPr/>
            </p:nvSpPr>
            <p:spPr>
              <a:xfrm>
                <a:off x="9695369" y="4211156"/>
                <a:ext cx="519619" cy="245451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2247" extrusionOk="0">
                    <a:moveTo>
                      <a:pt x="1" y="0"/>
                    </a:moveTo>
                    <a:lnTo>
                      <a:pt x="1" y="7"/>
                    </a:lnTo>
                    <a:lnTo>
                      <a:pt x="4665" y="7"/>
                    </a:lnTo>
                    <a:lnTo>
                      <a:pt x="4665" y="0"/>
                    </a:lnTo>
                    <a:close/>
                    <a:moveTo>
                      <a:pt x="4665" y="7"/>
                    </a:moveTo>
                    <a:lnTo>
                      <a:pt x="4665" y="2155"/>
                    </a:lnTo>
                    <a:lnTo>
                      <a:pt x="1" y="2155"/>
                    </a:lnTo>
                    <a:lnTo>
                      <a:pt x="1" y="2246"/>
                    </a:lnTo>
                    <a:lnTo>
                      <a:pt x="4756" y="2246"/>
                    </a:lnTo>
                    <a:lnTo>
                      <a:pt x="4756" y="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0" name="Google Shape;3410;p49"/>
              <p:cNvSpPr/>
              <p:nvPr/>
            </p:nvSpPr>
            <p:spPr>
              <a:xfrm>
                <a:off x="9690235" y="4209408"/>
                <a:ext cx="520930" cy="239989"/>
              </a:xfrm>
              <a:custGeom>
                <a:avLst/>
                <a:gdLst/>
                <a:ahLst/>
                <a:cxnLst/>
                <a:rect l="l" t="t" r="r" b="b"/>
                <a:pathLst>
                  <a:path w="4769" h="2197" extrusionOk="0">
                    <a:moveTo>
                      <a:pt x="19" y="1"/>
                    </a:moveTo>
                    <a:lnTo>
                      <a:pt x="0" y="38"/>
                    </a:lnTo>
                    <a:lnTo>
                      <a:pt x="4750" y="2196"/>
                    </a:lnTo>
                    <a:lnTo>
                      <a:pt x="4769" y="2158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1" name="Google Shape;3411;p49"/>
              <p:cNvSpPr/>
              <p:nvPr/>
            </p:nvSpPr>
            <p:spPr>
              <a:xfrm>
                <a:off x="9692311" y="4209081"/>
                <a:ext cx="520602" cy="240645"/>
              </a:xfrm>
              <a:custGeom>
                <a:avLst/>
                <a:gdLst/>
                <a:ahLst/>
                <a:cxnLst/>
                <a:rect l="l" t="t" r="r" b="b"/>
                <a:pathLst>
                  <a:path w="4766" h="2203" extrusionOk="0">
                    <a:moveTo>
                      <a:pt x="4750" y="1"/>
                    </a:moveTo>
                    <a:lnTo>
                      <a:pt x="0" y="2161"/>
                    </a:lnTo>
                    <a:lnTo>
                      <a:pt x="16" y="2202"/>
                    </a:lnTo>
                    <a:lnTo>
                      <a:pt x="4765" y="41"/>
                    </a:lnTo>
                    <a:lnTo>
                      <a:pt x="47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2" name="Google Shape;3412;p49"/>
              <p:cNvSpPr/>
              <p:nvPr/>
            </p:nvSpPr>
            <p:spPr>
              <a:xfrm>
                <a:off x="12370692" y="4211156"/>
                <a:ext cx="519182" cy="245451"/>
              </a:xfrm>
              <a:custGeom>
                <a:avLst/>
                <a:gdLst/>
                <a:ahLst/>
                <a:cxnLst/>
                <a:rect l="l" t="t" r="r" b="b"/>
                <a:pathLst>
                  <a:path w="4753" h="2247" extrusionOk="0">
                    <a:moveTo>
                      <a:pt x="0" y="0"/>
                    </a:moveTo>
                    <a:lnTo>
                      <a:pt x="0" y="7"/>
                    </a:lnTo>
                    <a:lnTo>
                      <a:pt x="4662" y="7"/>
                    </a:lnTo>
                    <a:lnTo>
                      <a:pt x="4662" y="0"/>
                    </a:lnTo>
                    <a:close/>
                    <a:moveTo>
                      <a:pt x="4662" y="7"/>
                    </a:moveTo>
                    <a:lnTo>
                      <a:pt x="4662" y="2155"/>
                    </a:lnTo>
                    <a:lnTo>
                      <a:pt x="0" y="2155"/>
                    </a:lnTo>
                    <a:lnTo>
                      <a:pt x="0" y="2246"/>
                    </a:lnTo>
                    <a:lnTo>
                      <a:pt x="4753" y="2246"/>
                    </a:lnTo>
                    <a:lnTo>
                      <a:pt x="4753" y="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3" name="Google Shape;3413;p49"/>
              <p:cNvSpPr/>
              <p:nvPr/>
            </p:nvSpPr>
            <p:spPr>
              <a:xfrm>
                <a:off x="12365230" y="4209408"/>
                <a:ext cx="520930" cy="240317"/>
              </a:xfrm>
              <a:custGeom>
                <a:avLst/>
                <a:gdLst/>
                <a:ahLst/>
                <a:cxnLst/>
                <a:rect l="l" t="t" r="r" b="b"/>
                <a:pathLst>
                  <a:path w="4769" h="2200" extrusionOk="0">
                    <a:moveTo>
                      <a:pt x="19" y="1"/>
                    </a:moveTo>
                    <a:lnTo>
                      <a:pt x="0" y="42"/>
                    </a:lnTo>
                    <a:lnTo>
                      <a:pt x="4749" y="2199"/>
                    </a:lnTo>
                    <a:lnTo>
                      <a:pt x="4768" y="2161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4" name="Google Shape;3414;p49"/>
              <p:cNvSpPr/>
              <p:nvPr/>
            </p:nvSpPr>
            <p:spPr>
              <a:xfrm>
                <a:off x="12366213" y="4210064"/>
                <a:ext cx="520930" cy="240317"/>
              </a:xfrm>
              <a:custGeom>
                <a:avLst/>
                <a:gdLst/>
                <a:ahLst/>
                <a:cxnLst/>
                <a:rect l="l" t="t" r="r" b="b"/>
                <a:pathLst>
                  <a:path w="4769" h="2200" extrusionOk="0">
                    <a:moveTo>
                      <a:pt x="4750" y="1"/>
                    </a:moveTo>
                    <a:lnTo>
                      <a:pt x="1" y="2162"/>
                    </a:lnTo>
                    <a:lnTo>
                      <a:pt x="19" y="2199"/>
                    </a:lnTo>
                    <a:lnTo>
                      <a:pt x="4769" y="39"/>
                    </a:lnTo>
                    <a:lnTo>
                      <a:pt x="47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5" name="Google Shape;3415;p49"/>
              <p:cNvSpPr/>
              <p:nvPr/>
            </p:nvSpPr>
            <p:spPr>
              <a:xfrm>
                <a:off x="11704155" y="4211156"/>
                <a:ext cx="519619" cy="245451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2247" extrusionOk="0">
                    <a:moveTo>
                      <a:pt x="4" y="0"/>
                    </a:moveTo>
                    <a:lnTo>
                      <a:pt x="1" y="2155"/>
                    </a:lnTo>
                    <a:lnTo>
                      <a:pt x="4" y="2155"/>
                    </a:lnTo>
                    <a:lnTo>
                      <a:pt x="4" y="7"/>
                    </a:lnTo>
                    <a:lnTo>
                      <a:pt x="4665" y="7"/>
                    </a:lnTo>
                    <a:lnTo>
                      <a:pt x="4665" y="0"/>
                    </a:lnTo>
                    <a:close/>
                    <a:moveTo>
                      <a:pt x="4665" y="7"/>
                    </a:moveTo>
                    <a:lnTo>
                      <a:pt x="4665" y="2155"/>
                    </a:lnTo>
                    <a:lnTo>
                      <a:pt x="4" y="2155"/>
                    </a:lnTo>
                    <a:lnTo>
                      <a:pt x="4" y="2246"/>
                    </a:lnTo>
                    <a:lnTo>
                      <a:pt x="4756" y="2246"/>
                    </a:lnTo>
                    <a:lnTo>
                      <a:pt x="4756" y="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6" name="Google Shape;3416;p49"/>
              <p:cNvSpPr/>
              <p:nvPr/>
            </p:nvSpPr>
            <p:spPr>
              <a:xfrm>
                <a:off x="11699021" y="4209408"/>
                <a:ext cx="520930" cy="239989"/>
              </a:xfrm>
              <a:custGeom>
                <a:avLst/>
                <a:gdLst/>
                <a:ahLst/>
                <a:cxnLst/>
                <a:rect l="l" t="t" r="r" b="b"/>
                <a:pathLst>
                  <a:path w="4769" h="2197" extrusionOk="0">
                    <a:moveTo>
                      <a:pt x="19" y="1"/>
                    </a:moveTo>
                    <a:lnTo>
                      <a:pt x="1" y="38"/>
                    </a:lnTo>
                    <a:lnTo>
                      <a:pt x="4750" y="2196"/>
                    </a:lnTo>
                    <a:lnTo>
                      <a:pt x="4769" y="2158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7" name="Google Shape;3417;p49"/>
              <p:cNvSpPr/>
              <p:nvPr/>
            </p:nvSpPr>
            <p:spPr>
              <a:xfrm>
                <a:off x="11701424" y="4209081"/>
                <a:ext cx="520602" cy="240317"/>
              </a:xfrm>
              <a:custGeom>
                <a:avLst/>
                <a:gdLst/>
                <a:ahLst/>
                <a:cxnLst/>
                <a:rect l="l" t="t" r="r" b="b"/>
                <a:pathLst>
                  <a:path w="4766" h="2200" extrusionOk="0">
                    <a:moveTo>
                      <a:pt x="4750" y="1"/>
                    </a:moveTo>
                    <a:lnTo>
                      <a:pt x="1" y="2161"/>
                    </a:lnTo>
                    <a:lnTo>
                      <a:pt x="16" y="2199"/>
                    </a:lnTo>
                    <a:lnTo>
                      <a:pt x="4766" y="38"/>
                    </a:lnTo>
                    <a:lnTo>
                      <a:pt x="47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8" name="Google Shape;3418;p49"/>
              <p:cNvSpPr/>
              <p:nvPr/>
            </p:nvSpPr>
            <p:spPr>
              <a:xfrm>
                <a:off x="10352293" y="4211156"/>
                <a:ext cx="519182" cy="245451"/>
              </a:xfrm>
              <a:custGeom>
                <a:avLst/>
                <a:gdLst/>
                <a:ahLst/>
                <a:cxnLst/>
                <a:rect l="l" t="t" r="r" b="b"/>
                <a:pathLst>
                  <a:path w="4753" h="2247" extrusionOk="0">
                    <a:moveTo>
                      <a:pt x="0" y="0"/>
                    </a:moveTo>
                    <a:lnTo>
                      <a:pt x="0" y="7"/>
                    </a:lnTo>
                    <a:lnTo>
                      <a:pt x="4661" y="7"/>
                    </a:lnTo>
                    <a:lnTo>
                      <a:pt x="4661" y="0"/>
                    </a:lnTo>
                    <a:close/>
                    <a:moveTo>
                      <a:pt x="4661" y="7"/>
                    </a:moveTo>
                    <a:lnTo>
                      <a:pt x="4661" y="2155"/>
                    </a:lnTo>
                    <a:lnTo>
                      <a:pt x="0" y="2155"/>
                    </a:lnTo>
                    <a:lnTo>
                      <a:pt x="0" y="2246"/>
                    </a:lnTo>
                    <a:lnTo>
                      <a:pt x="4753" y="2246"/>
                    </a:lnTo>
                    <a:lnTo>
                      <a:pt x="4753" y="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9" name="Google Shape;3419;p49"/>
              <p:cNvSpPr/>
              <p:nvPr/>
            </p:nvSpPr>
            <p:spPr>
              <a:xfrm>
                <a:off x="10349563" y="4209408"/>
                <a:ext cx="520930" cy="240317"/>
              </a:xfrm>
              <a:custGeom>
                <a:avLst/>
                <a:gdLst/>
                <a:ahLst/>
                <a:cxnLst/>
                <a:rect l="l" t="t" r="r" b="b"/>
                <a:pathLst>
                  <a:path w="4769" h="2200" extrusionOk="0">
                    <a:moveTo>
                      <a:pt x="19" y="1"/>
                    </a:moveTo>
                    <a:lnTo>
                      <a:pt x="0" y="42"/>
                    </a:lnTo>
                    <a:lnTo>
                      <a:pt x="4749" y="2199"/>
                    </a:lnTo>
                    <a:lnTo>
                      <a:pt x="4768" y="2161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0" name="Google Shape;3420;p49"/>
              <p:cNvSpPr/>
              <p:nvPr/>
            </p:nvSpPr>
            <p:spPr>
              <a:xfrm>
                <a:off x="10350873" y="4209736"/>
                <a:ext cx="520602" cy="240645"/>
              </a:xfrm>
              <a:custGeom>
                <a:avLst/>
                <a:gdLst/>
                <a:ahLst/>
                <a:cxnLst/>
                <a:rect l="l" t="t" r="r" b="b"/>
                <a:pathLst>
                  <a:path w="4766" h="2203" extrusionOk="0">
                    <a:moveTo>
                      <a:pt x="4747" y="1"/>
                    </a:moveTo>
                    <a:lnTo>
                      <a:pt x="1" y="2162"/>
                    </a:lnTo>
                    <a:lnTo>
                      <a:pt x="16" y="2202"/>
                    </a:lnTo>
                    <a:lnTo>
                      <a:pt x="4766" y="42"/>
                    </a:lnTo>
                    <a:lnTo>
                      <a:pt x="47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1" name="Google Shape;3421;p49"/>
              <p:cNvSpPr/>
              <p:nvPr/>
            </p:nvSpPr>
            <p:spPr>
              <a:xfrm>
                <a:off x="11018721" y="4211156"/>
                <a:ext cx="519291" cy="245451"/>
              </a:xfrm>
              <a:custGeom>
                <a:avLst/>
                <a:gdLst/>
                <a:ahLst/>
                <a:cxnLst/>
                <a:rect l="l" t="t" r="r" b="b"/>
                <a:pathLst>
                  <a:path w="4754" h="2247" extrusionOk="0">
                    <a:moveTo>
                      <a:pt x="86" y="0"/>
                    </a:moveTo>
                    <a:lnTo>
                      <a:pt x="86" y="7"/>
                    </a:lnTo>
                    <a:lnTo>
                      <a:pt x="4750" y="7"/>
                    </a:lnTo>
                    <a:lnTo>
                      <a:pt x="4750" y="0"/>
                    </a:lnTo>
                    <a:close/>
                    <a:moveTo>
                      <a:pt x="1" y="7"/>
                    </a:moveTo>
                    <a:lnTo>
                      <a:pt x="1" y="2246"/>
                    </a:lnTo>
                    <a:lnTo>
                      <a:pt x="4753" y="2246"/>
                    </a:lnTo>
                    <a:lnTo>
                      <a:pt x="4753" y="7"/>
                    </a:lnTo>
                    <a:lnTo>
                      <a:pt x="4750" y="7"/>
                    </a:lnTo>
                    <a:lnTo>
                      <a:pt x="4750" y="2155"/>
                    </a:lnTo>
                    <a:lnTo>
                      <a:pt x="83" y="2155"/>
                    </a:lnTo>
                    <a:lnTo>
                      <a:pt x="86" y="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2" name="Google Shape;3422;p49"/>
              <p:cNvSpPr/>
              <p:nvPr/>
            </p:nvSpPr>
            <p:spPr>
              <a:xfrm>
                <a:off x="11019486" y="4209408"/>
                <a:ext cx="520930" cy="240317"/>
              </a:xfrm>
              <a:custGeom>
                <a:avLst/>
                <a:gdLst/>
                <a:ahLst/>
                <a:cxnLst/>
                <a:rect l="l" t="t" r="r" b="b"/>
                <a:pathLst>
                  <a:path w="4769" h="2200" extrusionOk="0">
                    <a:moveTo>
                      <a:pt x="19" y="1"/>
                    </a:moveTo>
                    <a:lnTo>
                      <a:pt x="0" y="42"/>
                    </a:lnTo>
                    <a:lnTo>
                      <a:pt x="4750" y="2199"/>
                    </a:lnTo>
                    <a:lnTo>
                      <a:pt x="4768" y="2161"/>
                    </a:lnTo>
                    <a:lnTo>
                      <a:pt x="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3" name="Google Shape;3423;p49"/>
              <p:cNvSpPr/>
              <p:nvPr/>
            </p:nvSpPr>
            <p:spPr>
              <a:xfrm>
                <a:off x="11020796" y="4209736"/>
                <a:ext cx="520602" cy="240645"/>
              </a:xfrm>
              <a:custGeom>
                <a:avLst/>
                <a:gdLst/>
                <a:ahLst/>
                <a:cxnLst/>
                <a:rect l="l" t="t" r="r" b="b"/>
                <a:pathLst>
                  <a:path w="4766" h="2203" extrusionOk="0">
                    <a:moveTo>
                      <a:pt x="4747" y="1"/>
                    </a:moveTo>
                    <a:lnTo>
                      <a:pt x="1" y="2162"/>
                    </a:lnTo>
                    <a:lnTo>
                      <a:pt x="17" y="2202"/>
                    </a:lnTo>
                    <a:lnTo>
                      <a:pt x="4766" y="42"/>
                    </a:lnTo>
                    <a:lnTo>
                      <a:pt x="47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4" name="Google Shape;3424;p49"/>
              <p:cNvSpPr/>
              <p:nvPr/>
            </p:nvSpPr>
            <p:spPr>
              <a:xfrm>
                <a:off x="9685757" y="1732339"/>
                <a:ext cx="724976" cy="657049"/>
              </a:xfrm>
              <a:custGeom>
                <a:avLst/>
                <a:gdLst/>
                <a:ahLst/>
                <a:cxnLst/>
                <a:rect l="l" t="t" r="r" b="b"/>
                <a:pathLst>
                  <a:path w="6637" h="6015" extrusionOk="0">
                    <a:moveTo>
                      <a:pt x="1" y="1"/>
                    </a:moveTo>
                    <a:lnTo>
                      <a:pt x="1" y="6014"/>
                    </a:lnTo>
                    <a:lnTo>
                      <a:pt x="6637" y="6014"/>
                    </a:lnTo>
                    <a:lnTo>
                      <a:pt x="66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5" name="Google Shape;3425;p49"/>
              <p:cNvSpPr/>
              <p:nvPr/>
            </p:nvSpPr>
            <p:spPr>
              <a:xfrm>
                <a:off x="9777184" y="1814263"/>
                <a:ext cx="168109" cy="154677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1416" extrusionOk="0">
                    <a:moveTo>
                      <a:pt x="770" y="1"/>
                    </a:moveTo>
                    <a:cubicBezTo>
                      <a:pt x="724" y="1"/>
                      <a:pt x="676" y="5"/>
                      <a:pt x="629" y="15"/>
                    </a:cubicBezTo>
                    <a:cubicBezTo>
                      <a:pt x="349" y="68"/>
                      <a:pt x="129" y="289"/>
                      <a:pt x="76" y="568"/>
                    </a:cubicBezTo>
                    <a:cubicBezTo>
                      <a:pt x="0" y="955"/>
                      <a:pt x="249" y="1326"/>
                      <a:pt x="629" y="1402"/>
                    </a:cubicBezTo>
                    <a:cubicBezTo>
                      <a:pt x="675" y="1411"/>
                      <a:pt x="721" y="1415"/>
                      <a:pt x="766" y="1415"/>
                    </a:cubicBezTo>
                    <a:cubicBezTo>
                      <a:pt x="1097" y="1415"/>
                      <a:pt x="1396" y="1183"/>
                      <a:pt x="1463" y="848"/>
                    </a:cubicBezTo>
                    <a:cubicBezTo>
                      <a:pt x="1538" y="462"/>
                      <a:pt x="1290" y="90"/>
                      <a:pt x="909" y="15"/>
                    </a:cubicBezTo>
                    <a:cubicBezTo>
                      <a:pt x="864" y="5"/>
                      <a:pt x="817" y="1"/>
                      <a:pt x="7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6" name="Google Shape;3426;p49"/>
              <p:cNvSpPr/>
              <p:nvPr/>
            </p:nvSpPr>
            <p:spPr>
              <a:xfrm>
                <a:off x="9894932" y="1890066"/>
                <a:ext cx="519607" cy="364988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3221" extrusionOk="0">
                    <a:moveTo>
                      <a:pt x="2379" y="0"/>
                    </a:moveTo>
                    <a:lnTo>
                      <a:pt x="1" y="3221"/>
                    </a:lnTo>
                    <a:lnTo>
                      <a:pt x="4757" y="3221"/>
                    </a:lnTo>
                    <a:lnTo>
                      <a:pt x="2379" y="0"/>
                    </a:lnTo>
                    <a:close/>
                  </a:path>
                </a:pathLst>
              </a:custGeom>
              <a:solidFill>
                <a:srgbClr val="423542">
                  <a:alpha val="25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7" name="Google Shape;3427;p49"/>
              <p:cNvSpPr/>
              <p:nvPr/>
            </p:nvSpPr>
            <p:spPr>
              <a:xfrm>
                <a:off x="9691983" y="2022351"/>
                <a:ext cx="428847" cy="229612"/>
              </a:xfrm>
              <a:custGeom>
                <a:avLst/>
                <a:gdLst/>
                <a:ahLst/>
                <a:cxnLst/>
                <a:rect l="l" t="t" r="r" b="b"/>
                <a:pathLst>
                  <a:path w="3926" h="2102" extrusionOk="0">
                    <a:moveTo>
                      <a:pt x="1963" y="0"/>
                    </a:moveTo>
                    <a:lnTo>
                      <a:pt x="0" y="2101"/>
                    </a:lnTo>
                    <a:lnTo>
                      <a:pt x="3925" y="210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8" name="Google Shape;3428;p49"/>
              <p:cNvSpPr/>
              <p:nvPr/>
            </p:nvSpPr>
            <p:spPr>
              <a:xfrm>
                <a:off x="9685757" y="2251522"/>
                <a:ext cx="724976" cy="137090"/>
              </a:xfrm>
              <a:custGeom>
                <a:avLst/>
                <a:gdLst/>
                <a:ahLst/>
                <a:cxnLst/>
                <a:rect l="l" t="t" r="r" b="b"/>
                <a:pathLst>
                  <a:path w="6637" h="1255" extrusionOk="0">
                    <a:moveTo>
                      <a:pt x="1" y="0"/>
                    </a:moveTo>
                    <a:lnTo>
                      <a:pt x="1" y="1255"/>
                    </a:lnTo>
                    <a:lnTo>
                      <a:pt x="6637" y="1255"/>
                    </a:lnTo>
                    <a:lnTo>
                      <a:pt x="6637" y="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9" name="Google Shape;3429;p49"/>
              <p:cNvSpPr/>
              <p:nvPr/>
            </p:nvSpPr>
            <p:spPr>
              <a:xfrm>
                <a:off x="10518873" y="1732339"/>
                <a:ext cx="480077" cy="3932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360" extrusionOk="0">
                    <a:moveTo>
                      <a:pt x="1" y="1"/>
                    </a:moveTo>
                    <a:lnTo>
                      <a:pt x="1" y="359"/>
                    </a:lnTo>
                    <a:lnTo>
                      <a:pt x="4395" y="359"/>
                    </a:lnTo>
                    <a:lnTo>
                      <a:pt x="439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0" name="Google Shape;3430;p49"/>
              <p:cNvSpPr/>
              <p:nvPr/>
            </p:nvSpPr>
            <p:spPr>
              <a:xfrm>
                <a:off x="10518873" y="1830211"/>
                <a:ext cx="1401125" cy="39325"/>
              </a:xfrm>
              <a:custGeom>
                <a:avLst/>
                <a:gdLst/>
                <a:ahLst/>
                <a:cxnLst/>
                <a:rect l="l" t="t" r="r" b="b"/>
                <a:pathLst>
                  <a:path w="12827" h="360" extrusionOk="0">
                    <a:moveTo>
                      <a:pt x="1" y="1"/>
                    </a:moveTo>
                    <a:lnTo>
                      <a:pt x="1" y="360"/>
                    </a:lnTo>
                    <a:lnTo>
                      <a:pt x="12827" y="360"/>
                    </a:lnTo>
                    <a:lnTo>
                      <a:pt x="128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1" name="Google Shape;3431;p49"/>
              <p:cNvSpPr/>
              <p:nvPr/>
            </p:nvSpPr>
            <p:spPr>
              <a:xfrm>
                <a:off x="10518873" y="1918253"/>
                <a:ext cx="1401125" cy="39215"/>
              </a:xfrm>
              <a:custGeom>
                <a:avLst/>
                <a:gdLst/>
                <a:ahLst/>
                <a:cxnLst/>
                <a:rect l="l" t="t" r="r" b="b"/>
                <a:pathLst>
                  <a:path w="12827" h="359" extrusionOk="0">
                    <a:moveTo>
                      <a:pt x="1" y="0"/>
                    </a:moveTo>
                    <a:lnTo>
                      <a:pt x="1" y="359"/>
                    </a:lnTo>
                    <a:lnTo>
                      <a:pt x="12827" y="359"/>
                    </a:lnTo>
                    <a:lnTo>
                      <a:pt x="128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2" name="Google Shape;3432;p49"/>
              <p:cNvSpPr/>
              <p:nvPr/>
            </p:nvSpPr>
            <p:spPr>
              <a:xfrm>
                <a:off x="10518873" y="2006513"/>
                <a:ext cx="1401125" cy="38888"/>
              </a:xfrm>
              <a:custGeom>
                <a:avLst/>
                <a:gdLst/>
                <a:ahLst/>
                <a:cxnLst/>
                <a:rect l="l" t="t" r="r" b="b"/>
                <a:pathLst>
                  <a:path w="12827" h="356" extrusionOk="0">
                    <a:moveTo>
                      <a:pt x="1" y="0"/>
                    </a:moveTo>
                    <a:lnTo>
                      <a:pt x="1" y="356"/>
                    </a:lnTo>
                    <a:lnTo>
                      <a:pt x="12827" y="356"/>
                    </a:lnTo>
                    <a:lnTo>
                      <a:pt x="128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3" name="Google Shape;3433;p49"/>
              <p:cNvSpPr/>
              <p:nvPr/>
            </p:nvSpPr>
            <p:spPr>
              <a:xfrm>
                <a:off x="10518873" y="2094773"/>
                <a:ext cx="1401125" cy="39325"/>
              </a:xfrm>
              <a:custGeom>
                <a:avLst/>
                <a:gdLst/>
                <a:ahLst/>
                <a:cxnLst/>
                <a:rect l="l" t="t" r="r" b="b"/>
                <a:pathLst>
                  <a:path w="12827" h="360" extrusionOk="0">
                    <a:moveTo>
                      <a:pt x="1" y="1"/>
                    </a:moveTo>
                    <a:lnTo>
                      <a:pt x="1" y="359"/>
                    </a:lnTo>
                    <a:lnTo>
                      <a:pt x="12827" y="359"/>
                    </a:lnTo>
                    <a:lnTo>
                      <a:pt x="128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4" name="Google Shape;3434;p49"/>
              <p:cNvSpPr/>
              <p:nvPr/>
            </p:nvSpPr>
            <p:spPr>
              <a:xfrm>
                <a:off x="10518873" y="2182705"/>
                <a:ext cx="1401125" cy="39325"/>
              </a:xfrm>
              <a:custGeom>
                <a:avLst/>
                <a:gdLst/>
                <a:ahLst/>
                <a:cxnLst/>
                <a:rect l="l" t="t" r="r" b="b"/>
                <a:pathLst>
                  <a:path w="12827" h="360" extrusionOk="0">
                    <a:moveTo>
                      <a:pt x="1" y="1"/>
                    </a:moveTo>
                    <a:lnTo>
                      <a:pt x="1" y="360"/>
                    </a:lnTo>
                    <a:lnTo>
                      <a:pt x="12827" y="360"/>
                    </a:lnTo>
                    <a:lnTo>
                      <a:pt x="128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5" name="Google Shape;3435;p49"/>
              <p:cNvSpPr/>
              <p:nvPr/>
            </p:nvSpPr>
            <p:spPr>
              <a:xfrm>
                <a:off x="12007930" y="1918253"/>
                <a:ext cx="881943" cy="2215067"/>
              </a:xfrm>
              <a:custGeom>
                <a:avLst/>
                <a:gdLst/>
                <a:ahLst/>
                <a:cxnLst/>
                <a:rect l="l" t="t" r="r" b="b"/>
                <a:pathLst>
                  <a:path w="8074" h="20278" extrusionOk="0">
                    <a:moveTo>
                      <a:pt x="0" y="0"/>
                    </a:moveTo>
                    <a:lnTo>
                      <a:pt x="0" y="20277"/>
                    </a:lnTo>
                    <a:lnTo>
                      <a:pt x="8074" y="20277"/>
                    </a:lnTo>
                    <a:lnTo>
                      <a:pt x="807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6" name="Google Shape;3436;p49"/>
              <p:cNvSpPr/>
              <p:nvPr/>
            </p:nvSpPr>
            <p:spPr>
              <a:xfrm>
                <a:off x="12007930" y="1918580"/>
                <a:ext cx="881943" cy="2224025"/>
              </a:xfrm>
              <a:custGeom>
                <a:avLst/>
                <a:gdLst/>
                <a:ahLst/>
                <a:cxnLst/>
                <a:rect l="l" t="t" r="r" b="b"/>
                <a:pathLst>
                  <a:path w="8074" h="20360" extrusionOk="0">
                    <a:moveTo>
                      <a:pt x="7986" y="0"/>
                    </a:moveTo>
                    <a:lnTo>
                      <a:pt x="7986" y="20274"/>
                    </a:lnTo>
                    <a:lnTo>
                      <a:pt x="0" y="20274"/>
                    </a:lnTo>
                    <a:lnTo>
                      <a:pt x="0" y="20359"/>
                    </a:lnTo>
                    <a:lnTo>
                      <a:pt x="8074" y="20359"/>
                    </a:lnTo>
                    <a:lnTo>
                      <a:pt x="80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7" name="Google Shape;3437;p49"/>
              <p:cNvSpPr/>
              <p:nvPr/>
            </p:nvSpPr>
            <p:spPr>
              <a:xfrm>
                <a:off x="12002360" y="1918253"/>
                <a:ext cx="887951" cy="2216050"/>
              </a:xfrm>
              <a:custGeom>
                <a:avLst/>
                <a:gdLst/>
                <a:ahLst/>
                <a:cxnLst/>
                <a:rect l="l" t="t" r="r" b="b"/>
                <a:pathLst>
                  <a:path w="8129" h="20287" extrusionOk="0">
                    <a:moveTo>
                      <a:pt x="8087" y="0"/>
                    </a:moveTo>
                    <a:lnTo>
                      <a:pt x="1" y="20271"/>
                    </a:lnTo>
                    <a:lnTo>
                      <a:pt x="42" y="20287"/>
                    </a:lnTo>
                    <a:lnTo>
                      <a:pt x="8128" y="16"/>
                    </a:lnTo>
                    <a:lnTo>
                      <a:pt x="80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8" name="Google Shape;3438;p49"/>
              <p:cNvSpPr/>
              <p:nvPr/>
            </p:nvSpPr>
            <p:spPr>
              <a:xfrm>
                <a:off x="12003780" y="1917925"/>
                <a:ext cx="885111" cy="2217471"/>
              </a:xfrm>
              <a:custGeom>
                <a:avLst/>
                <a:gdLst/>
                <a:ahLst/>
                <a:cxnLst/>
                <a:rect l="l" t="t" r="r" b="b"/>
                <a:pathLst>
                  <a:path w="8103" h="20300" extrusionOk="0">
                    <a:moveTo>
                      <a:pt x="38" y="0"/>
                    </a:moveTo>
                    <a:lnTo>
                      <a:pt x="0" y="19"/>
                    </a:lnTo>
                    <a:lnTo>
                      <a:pt x="8062" y="20299"/>
                    </a:lnTo>
                    <a:lnTo>
                      <a:pt x="8102" y="2028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9" name="Google Shape;3439;p49"/>
              <p:cNvSpPr/>
              <p:nvPr/>
            </p:nvSpPr>
            <p:spPr>
              <a:xfrm>
                <a:off x="12007930" y="1732339"/>
                <a:ext cx="881943" cy="186683"/>
              </a:xfrm>
              <a:custGeom>
                <a:avLst/>
                <a:gdLst/>
                <a:ahLst/>
                <a:cxnLst/>
                <a:rect l="l" t="t" r="r" b="b"/>
                <a:pathLst>
                  <a:path w="8074" h="1709" extrusionOk="0">
                    <a:moveTo>
                      <a:pt x="0" y="1"/>
                    </a:moveTo>
                    <a:lnTo>
                      <a:pt x="0" y="1708"/>
                    </a:lnTo>
                    <a:lnTo>
                      <a:pt x="8074" y="1708"/>
                    </a:lnTo>
                    <a:lnTo>
                      <a:pt x="807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0" name="Google Shape;3440;p49"/>
              <p:cNvSpPr/>
              <p:nvPr/>
            </p:nvSpPr>
            <p:spPr>
              <a:xfrm>
                <a:off x="12096190" y="2976717"/>
                <a:ext cx="1175779" cy="607565"/>
              </a:xfrm>
              <a:custGeom>
                <a:avLst/>
                <a:gdLst/>
                <a:ahLst/>
                <a:cxnLst/>
                <a:rect l="l" t="t" r="r" b="b"/>
                <a:pathLst>
                  <a:path w="10764" h="5562" extrusionOk="0">
                    <a:moveTo>
                      <a:pt x="0" y="1"/>
                    </a:moveTo>
                    <a:lnTo>
                      <a:pt x="0" y="5561"/>
                    </a:lnTo>
                    <a:lnTo>
                      <a:pt x="10763" y="5561"/>
                    </a:lnTo>
                    <a:lnTo>
                      <a:pt x="107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1" name="Google Shape;3441;p49"/>
              <p:cNvSpPr/>
              <p:nvPr/>
            </p:nvSpPr>
            <p:spPr>
              <a:xfrm>
                <a:off x="12096190" y="2976717"/>
                <a:ext cx="1175779" cy="607565"/>
              </a:xfrm>
              <a:custGeom>
                <a:avLst/>
                <a:gdLst/>
                <a:ahLst/>
                <a:cxnLst/>
                <a:rect l="l" t="t" r="r" b="b"/>
                <a:pathLst>
                  <a:path w="10764" h="5562" extrusionOk="0">
                    <a:moveTo>
                      <a:pt x="10672" y="1"/>
                    </a:moveTo>
                    <a:lnTo>
                      <a:pt x="10672" y="5470"/>
                    </a:lnTo>
                    <a:lnTo>
                      <a:pt x="0" y="5470"/>
                    </a:lnTo>
                    <a:lnTo>
                      <a:pt x="0" y="5561"/>
                    </a:lnTo>
                    <a:lnTo>
                      <a:pt x="10763" y="5561"/>
                    </a:lnTo>
                    <a:lnTo>
                      <a:pt x="107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2" name="Google Shape;3442;p49"/>
              <p:cNvSpPr/>
              <p:nvPr/>
            </p:nvSpPr>
            <p:spPr>
              <a:xfrm>
                <a:off x="12164898" y="3055037"/>
                <a:ext cx="490017" cy="451250"/>
              </a:xfrm>
              <a:custGeom>
                <a:avLst/>
                <a:gdLst/>
                <a:ahLst/>
                <a:cxnLst/>
                <a:rect l="l" t="t" r="r" b="b"/>
                <a:pathLst>
                  <a:path w="4486" h="4131" extrusionOk="0">
                    <a:moveTo>
                      <a:pt x="0" y="1"/>
                    </a:moveTo>
                    <a:lnTo>
                      <a:pt x="0" y="4130"/>
                    </a:lnTo>
                    <a:lnTo>
                      <a:pt x="4486" y="4130"/>
                    </a:lnTo>
                    <a:lnTo>
                      <a:pt x="44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3" name="Google Shape;3443;p49"/>
              <p:cNvSpPr/>
              <p:nvPr/>
            </p:nvSpPr>
            <p:spPr>
              <a:xfrm>
                <a:off x="12224648" y="3109217"/>
                <a:ext cx="115568" cy="106067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971" extrusionOk="0">
                    <a:moveTo>
                      <a:pt x="526" y="1"/>
                    </a:moveTo>
                    <a:cubicBezTo>
                      <a:pt x="495" y="1"/>
                      <a:pt x="463" y="3"/>
                      <a:pt x="432" y="8"/>
                    </a:cubicBezTo>
                    <a:cubicBezTo>
                      <a:pt x="240" y="49"/>
                      <a:pt x="89" y="203"/>
                      <a:pt x="51" y="392"/>
                    </a:cubicBezTo>
                    <a:cubicBezTo>
                      <a:pt x="1" y="653"/>
                      <a:pt x="167" y="904"/>
                      <a:pt x="432" y="961"/>
                    </a:cubicBezTo>
                    <a:cubicBezTo>
                      <a:pt x="464" y="968"/>
                      <a:pt x="496" y="971"/>
                      <a:pt x="528" y="971"/>
                    </a:cubicBezTo>
                    <a:cubicBezTo>
                      <a:pt x="755" y="971"/>
                      <a:pt x="954" y="809"/>
                      <a:pt x="1001" y="580"/>
                    </a:cubicBezTo>
                    <a:cubicBezTo>
                      <a:pt x="1058" y="316"/>
                      <a:pt x="885" y="65"/>
                      <a:pt x="620" y="8"/>
                    </a:cubicBezTo>
                    <a:cubicBezTo>
                      <a:pt x="589" y="3"/>
                      <a:pt x="557" y="1"/>
                      <a:pt x="5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4" name="Google Shape;3444;p49"/>
              <p:cNvSpPr/>
              <p:nvPr/>
            </p:nvSpPr>
            <p:spPr>
              <a:xfrm>
                <a:off x="12305371" y="3167765"/>
                <a:ext cx="354350" cy="240208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2199" extrusionOk="0">
                    <a:moveTo>
                      <a:pt x="1624" y="0"/>
                    </a:moveTo>
                    <a:lnTo>
                      <a:pt x="1" y="2199"/>
                    </a:lnTo>
                    <a:lnTo>
                      <a:pt x="3244" y="2199"/>
                    </a:lnTo>
                    <a:lnTo>
                      <a:pt x="1624" y="0"/>
                    </a:lnTo>
                    <a:close/>
                  </a:path>
                </a:pathLst>
              </a:custGeom>
              <a:solidFill>
                <a:srgbClr val="423542">
                  <a:alpha val="25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5" name="Google Shape;3445;p49"/>
              <p:cNvSpPr/>
              <p:nvPr/>
            </p:nvSpPr>
            <p:spPr>
              <a:xfrm>
                <a:off x="12166645" y="3251547"/>
                <a:ext cx="292415" cy="156425"/>
              </a:xfrm>
              <a:custGeom>
                <a:avLst/>
                <a:gdLst/>
                <a:ahLst/>
                <a:cxnLst/>
                <a:rect l="l" t="t" r="r" b="b"/>
                <a:pathLst>
                  <a:path w="2677" h="1432" extrusionOk="0">
                    <a:moveTo>
                      <a:pt x="1337" y="1"/>
                    </a:moveTo>
                    <a:lnTo>
                      <a:pt x="0" y="1432"/>
                    </a:lnTo>
                    <a:lnTo>
                      <a:pt x="2677" y="1432"/>
                    </a:lnTo>
                    <a:lnTo>
                      <a:pt x="13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6" name="Google Shape;3446;p49"/>
              <p:cNvSpPr/>
              <p:nvPr/>
            </p:nvSpPr>
            <p:spPr>
              <a:xfrm>
                <a:off x="12164898" y="3407859"/>
                <a:ext cx="490017" cy="98093"/>
              </a:xfrm>
              <a:custGeom>
                <a:avLst/>
                <a:gdLst/>
                <a:ahLst/>
                <a:cxnLst/>
                <a:rect l="l" t="t" r="r" b="b"/>
                <a:pathLst>
                  <a:path w="4486" h="898" extrusionOk="0">
                    <a:moveTo>
                      <a:pt x="0" y="1"/>
                    </a:moveTo>
                    <a:lnTo>
                      <a:pt x="0" y="897"/>
                    </a:lnTo>
                    <a:lnTo>
                      <a:pt x="4486" y="897"/>
                    </a:lnTo>
                    <a:lnTo>
                      <a:pt x="44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7" name="Google Shape;3447;p49"/>
              <p:cNvSpPr/>
              <p:nvPr/>
            </p:nvSpPr>
            <p:spPr>
              <a:xfrm>
                <a:off x="12742738" y="3055037"/>
                <a:ext cx="421310" cy="29384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269" extrusionOk="0">
                    <a:moveTo>
                      <a:pt x="1" y="1"/>
                    </a:moveTo>
                    <a:lnTo>
                      <a:pt x="1" y="268"/>
                    </a:lnTo>
                    <a:lnTo>
                      <a:pt x="3857" y="268"/>
                    </a:lnTo>
                    <a:lnTo>
                      <a:pt x="38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8" name="Google Shape;3448;p49"/>
              <p:cNvSpPr/>
              <p:nvPr/>
            </p:nvSpPr>
            <p:spPr>
              <a:xfrm>
                <a:off x="12742738" y="3114132"/>
                <a:ext cx="421310" cy="29384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269" extrusionOk="0">
                    <a:moveTo>
                      <a:pt x="1" y="1"/>
                    </a:moveTo>
                    <a:lnTo>
                      <a:pt x="1" y="268"/>
                    </a:lnTo>
                    <a:lnTo>
                      <a:pt x="3857" y="268"/>
                    </a:lnTo>
                    <a:lnTo>
                      <a:pt x="38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9" name="Google Shape;3449;p49"/>
              <p:cNvSpPr/>
              <p:nvPr/>
            </p:nvSpPr>
            <p:spPr>
              <a:xfrm>
                <a:off x="12742738" y="3182184"/>
                <a:ext cx="42131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268" extrusionOk="0">
                    <a:moveTo>
                      <a:pt x="1" y="0"/>
                    </a:moveTo>
                    <a:lnTo>
                      <a:pt x="1" y="268"/>
                    </a:lnTo>
                    <a:lnTo>
                      <a:pt x="3857" y="268"/>
                    </a:lnTo>
                    <a:lnTo>
                      <a:pt x="38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0" name="Google Shape;3450;p49"/>
              <p:cNvSpPr/>
              <p:nvPr/>
            </p:nvSpPr>
            <p:spPr>
              <a:xfrm>
                <a:off x="12742738" y="3240951"/>
                <a:ext cx="42131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268" extrusionOk="0">
                    <a:moveTo>
                      <a:pt x="1" y="0"/>
                    </a:moveTo>
                    <a:lnTo>
                      <a:pt x="1" y="268"/>
                    </a:lnTo>
                    <a:lnTo>
                      <a:pt x="3857" y="268"/>
                    </a:lnTo>
                    <a:lnTo>
                      <a:pt x="38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1" name="Google Shape;3451;p49"/>
              <p:cNvSpPr/>
              <p:nvPr/>
            </p:nvSpPr>
            <p:spPr>
              <a:xfrm>
                <a:off x="12742738" y="3309659"/>
                <a:ext cx="42131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268" extrusionOk="0">
                    <a:moveTo>
                      <a:pt x="1" y="0"/>
                    </a:moveTo>
                    <a:lnTo>
                      <a:pt x="1" y="268"/>
                    </a:lnTo>
                    <a:lnTo>
                      <a:pt x="3857" y="268"/>
                    </a:lnTo>
                    <a:lnTo>
                      <a:pt x="38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2" name="Google Shape;3452;p49"/>
              <p:cNvSpPr/>
              <p:nvPr/>
            </p:nvSpPr>
            <p:spPr>
              <a:xfrm>
                <a:off x="11557128" y="2026830"/>
                <a:ext cx="6335" cy="2097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92" extrusionOk="0">
                    <a:moveTo>
                      <a:pt x="1" y="0"/>
                    </a:moveTo>
                    <a:lnTo>
                      <a:pt x="1" y="9"/>
                    </a:lnTo>
                    <a:cubicBezTo>
                      <a:pt x="4" y="72"/>
                      <a:pt x="26" y="135"/>
                      <a:pt x="48" y="192"/>
                    </a:cubicBezTo>
                    <a:cubicBezTo>
                      <a:pt x="57" y="160"/>
                      <a:pt x="57" y="126"/>
                      <a:pt x="57" y="88"/>
                    </a:cubicBezTo>
                    <a:cubicBezTo>
                      <a:pt x="35" y="63"/>
                      <a:pt x="16" y="32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3" name="Google Shape;3453;p49"/>
              <p:cNvSpPr/>
              <p:nvPr/>
            </p:nvSpPr>
            <p:spPr>
              <a:xfrm>
                <a:off x="11541289" y="2372442"/>
                <a:ext cx="6991" cy="38560"/>
              </a:xfrm>
              <a:custGeom>
                <a:avLst/>
                <a:gdLst/>
                <a:ahLst/>
                <a:cxnLst/>
                <a:rect l="l" t="t" r="r" b="b"/>
                <a:pathLst>
                  <a:path w="64" h="353" extrusionOk="0">
                    <a:moveTo>
                      <a:pt x="7" y="0"/>
                    </a:moveTo>
                    <a:cubicBezTo>
                      <a:pt x="1" y="60"/>
                      <a:pt x="1" y="117"/>
                      <a:pt x="7" y="179"/>
                    </a:cubicBezTo>
                    <a:cubicBezTo>
                      <a:pt x="17" y="239"/>
                      <a:pt x="32" y="299"/>
                      <a:pt x="54" y="352"/>
                    </a:cubicBezTo>
                    <a:cubicBezTo>
                      <a:pt x="64" y="296"/>
                      <a:pt x="64" y="236"/>
                      <a:pt x="54" y="173"/>
                    </a:cubicBezTo>
                    <a:cubicBezTo>
                      <a:pt x="48" y="117"/>
                      <a:pt x="32" y="6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4" name="Google Shape;3454;p49"/>
              <p:cNvSpPr/>
              <p:nvPr/>
            </p:nvSpPr>
            <p:spPr>
              <a:xfrm>
                <a:off x="11738891" y="2521545"/>
                <a:ext cx="7646" cy="38888"/>
              </a:xfrm>
              <a:custGeom>
                <a:avLst/>
                <a:gdLst/>
                <a:ahLst/>
                <a:cxnLst/>
                <a:rect l="l" t="t" r="r" b="b"/>
                <a:pathLst>
                  <a:path w="70" h="356" extrusionOk="0">
                    <a:moveTo>
                      <a:pt x="4" y="0"/>
                    </a:moveTo>
                    <a:cubicBezTo>
                      <a:pt x="4" y="2"/>
                      <a:pt x="5" y="5"/>
                      <a:pt x="6" y="7"/>
                    </a:cubicBezTo>
                    <a:lnTo>
                      <a:pt x="6" y="7"/>
                    </a:lnTo>
                    <a:cubicBezTo>
                      <a:pt x="6" y="6"/>
                      <a:pt x="7" y="4"/>
                      <a:pt x="7" y="3"/>
                    </a:cubicBezTo>
                    <a:lnTo>
                      <a:pt x="4" y="0"/>
                    </a:lnTo>
                    <a:close/>
                    <a:moveTo>
                      <a:pt x="6" y="7"/>
                    </a:moveTo>
                    <a:cubicBezTo>
                      <a:pt x="0" y="65"/>
                      <a:pt x="1" y="121"/>
                      <a:pt x="7" y="183"/>
                    </a:cubicBezTo>
                    <a:cubicBezTo>
                      <a:pt x="16" y="242"/>
                      <a:pt x="32" y="302"/>
                      <a:pt x="54" y="356"/>
                    </a:cubicBezTo>
                    <a:cubicBezTo>
                      <a:pt x="69" y="238"/>
                      <a:pt x="51" y="115"/>
                      <a:pt x="6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5" name="Google Shape;3455;p49"/>
              <p:cNvSpPr/>
              <p:nvPr/>
            </p:nvSpPr>
            <p:spPr>
              <a:xfrm>
                <a:off x="11329706" y="2162497"/>
                <a:ext cx="7974" cy="38888"/>
              </a:xfrm>
              <a:custGeom>
                <a:avLst/>
                <a:gdLst/>
                <a:ahLst/>
                <a:cxnLst/>
                <a:rect l="l" t="t" r="r" b="b"/>
                <a:pathLst>
                  <a:path w="73" h="356" extrusionOk="0">
                    <a:moveTo>
                      <a:pt x="16" y="0"/>
                    </a:moveTo>
                    <a:lnTo>
                      <a:pt x="16" y="0"/>
                    </a:lnTo>
                    <a:cubicBezTo>
                      <a:pt x="0" y="120"/>
                      <a:pt x="19" y="243"/>
                      <a:pt x="66" y="356"/>
                    </a:cubicBezTo>
                    <a:cubicBezTo>
                      <a:pt x="73" y="299"/>
                      <a:pt x="73" y="239"/>
                      <a:pt x="66" y="177"/>
                    </a:cubicBezTo>
                    <a:cubicBezTo>
                      <a:pt x="57" y="117"/>
                      <a:pt x="38" y="57"/>
                      <a:pt x="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6" name="Google Shape;3456;p49"/>
              <p:cNvSpPr/>
              <p:nvPr/>
            </p:nvSpPr>
            <p:spPr>
              <a:xfrm>
                <a:off x="11329706" y="1959106"/>
                <a:ext cx="7974" cy="39325"/>
              </a:xfrm>
              <a:custGeom>
                <a:avLst/>
                <a:gdLst/>
                <a:ahLst/>
                <a:cxnLst/>
                <a:rect l="l" t="t" r="r" b="b"/>
                <a:pathLst>
                  <a:path w="73" h="360" extrusionOk="0">
                    <a:moveTo>
                      <a:pt x="16" y="0"/>
                    </a:moveTo>
                    <a:lnTo>
                      <a:pt x="16" y="0"/>
                    </a:lnTo>
                    <a:cubicBezTo>
                      <a:pt x="0" y="123"/>
                      <a:pt x="19" y="246"/>
                      <a:pt x="66" y="359"/>
                    </a:cubicBezTo>
                    <a:cubicBezTo>
                      <a:pt x="73" y="299"/>
                      <a:pt x="73" y="239"/>
                      <a:pt x="66" y="180"/>
                    </a:cubicBezTo>
                    <a:cubicBezTo>
                      <a:pt x="57" y="117"/>
                      <a:pt x="38" y="57"/>
                      <a:pt x="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7" name="Google Shape;3457;p49"/>
              <p:cNvSpPr/>
              <p:nvPr/>
            </p:nvSpPr>
            <p:spPr>
              <a:xfrm>
                <a:off x="11642329" y="2228474"/>
                <a:ext cx="6663" cy="388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56" extrusionOk="0">
                    <a:moveTo>
                      <a:pt x="7" y="0"/>
                    </a:moveTo>
                    <a:cubicBezTo>
                      <a:pt x="1" y="60"/>
                      <a:pt x="1" y="120"/>
                      <a:pt x="7" y="183"/>
                    </a:cubicBezTo>
                    <a:cubicBezTo>
                      <a:pt x="13" y="239"/>
                      <a:pt x="32" y="299"/>
                      <a:pt x="54" y="356"/>
                    </a:cubicBezTo>
                    <a:cubicBezTo>
                      <a:pt x="60" y="296"/>
                      <a:pt x="60" y="236"/>
                      <a:pt x="54" y="173"/>
                    </a:cubicBezTo>
                    <a:cubicBezTo>
                      <a:pt x="45" y="114"/>
                      <a:pt x="32" y="6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8" name="Google Shape;3458;p49"/>
              <p:cNvSpPr/>
              <p:nvPr/>
            </p:nvSpPr>
            <p:spPr>
              <a:xfrm>
                <a:off x="11464717" y="2106351"/>
                <a:ext cx="38887" cy="6554"/>
              </a:xfrm>
              <a:custGeom>
                <a:avLst/>
                <a:gdLst/>
                <a:ahLst/>
                <a:cxnLst/>
                <a:rect l="l" t="t" r="r" b="b"/>
                <a:pathLst>
                  <a:path w="356" h="60" extrusionOk="0">
                    <a:moveTo>
                      <a:pt x="266" y="0"/>
                    </a:moveTo>
                    <a:cubicBezTo>
                      <a:pt x="236" y="0"/>
                      <a:pt x="205" y="2"/>
                      <a:pt x="173" y="5"/>
                    </a:cubicBezTo>
                    <a:cubicBezTo>
                      <a:pt x="120" y="14"/>
                      <a:pt x="60" y="30"/>
                      <a:pt x="0" y="52"/>
                    </a:cubicBezTo>
                    <a:cubicBezTo>
                      <a:pt x="30" y="57"/>
                      <a:pt x="60" y="59"/>
                      <a:pt x="91" y="59"/>
                    </a:cubicBezTo>
                    <a:cubicBezTo>
                      <a:pt x="121" y="59"/>
                      <a:pt x="151" y="57"/>
                      <a:pt x="183" y="52"/>
                    </a:cubicBezTo>
                    <a:cubicBezTo>
                      <a:pt x="243" y="46"/>
                      <a:pt x="299" y="30"/>
                      <a:pt x="356" y="5"/>
                    </a:cubicBezTo>
                    <a:cubicBezTo>
                      <a:pt x="326" y="2"/>
                      <a:pt x="296" y="0"/>
                      <a:pt x="2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9" name="Google Shape;3459;p49"/>
              <p:cNvSpPr/>
              <p:nvPr/>
            </p:nvSpPr>
            <p:spPr>
              <a:xfrm>
                <a:off x="11385305" y="1910169"/>
                <a:ext cx="38668" cy="6554"/>
              </a:xfrm>
              <a:custGeom>
                <a:avLst/>
                <a:gdLst/>
                <a:ahLst/>
                <a:cxnLst/>
                <a:rect l="l" t="t" r="r" b="b"/>
                <a:pathLst>
                  <a:path w="354" h="60" extrusionOk="0">
                    <a:moveTo>
                      <a:pt x="266" y="0"/>
                    </a:moveTo>
                    <a:cubicBezTo>
                      <a:pt x="236" y="0"/>
                      <a:pt x="205" y="2"/>
                      <a:pt x="174" y="5"/>
                    </a:cubicBezTo>
                    <a:cubicBezTo>
                      <a:pt x="114" y="8"/>
                      <a:pt x="58" y="30"/>
                      <a:pt x="1" y="52"/>
                    </a:cubicBezTo>
                    <a:cubicBezTo>
                      <a:pt x="31" y="57"/>
                      <a:pt x="60" y="59"/>
                      <a:pt x="90" y="59"/>
                    </a:cubicBezTo>
                    <a:cubicBezTo>
                      <a:pt x="120" y="59"/>
                      <a:pt x="150" y="57"/>
                      <a:pt x="183" y="52"/>
                    </a:cubicBezTo>
                    <a:cubicBezTo>
                      <a:pt x="240" y="46"/>
                      <a:pt x="300" y="30"/>
                      <a:pt x="353" y="5"/>
                    </a:cubicBezTo>
                    <a:cubicBezTo>
                      <a:pt x="325" y="2"/>
                      <a:pt x="296" y="0"/>
                      <a:pt x="2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0" name="Google Shape;3460;p49"/>
              <p:cNvSpPr/>
              <p:nvPr/>
            </p:nvSpPr>
            <p:spPr>
              <a:xfrm>
                <a:off x="11304582" y="2295652"/>
                <a:ext cx="38996" cy="6554"/>
              </a:xfrm>
              <a:custGeom>
                <a:avLst/>
                <a:gdLst/>
                <a:ahLst/>
                <a:cxnLst/>
                <a:rect l="l" t="t" r="r" b="b"/>
                <a:pathLst>
                  <a:path w="357" h="60" extrusionOk="0">
                    <a:moveTo>
                      <a:pt x="266" y="1"/>
                    </a:moveTo>
                    <a:cubicBezTo>
                      <a:pt x="236" y="1"/>
                      <a:pt x="205" y="3"/>
                      <a:pt x="174" y="8"/>
                    </a:cubicBezTo>
                    <a:cubicBezTo>
                      <a:pt x="114" y="11"/>
                      <a:pt x="57" y="27"/>
                      <a:pt x="1" y="55"/>
                    </a:cubicBezTo>
                    <a:cubicBezTo>
                      <a:pt x="31" y="58"/>
                      <a:pt x="61" y="60"/>
                      <a:pt x="91" y="60"/>
                    </a:cubicBezTo>
                    <a:cubicBezTo>
                      <a:pt x="121" y="60"/>
                      <a:pt x="152" y="58"/>
                      <a:pt x="183" y="55"/>
                    </a:cubicBezTo>
                    <a:cubicBezTo>
                      <a:pt x="240" y="46"/>
                      <a:pt x="300" y="30"/>
                      <a:pt x="356" y="8"/>
                    </a:cubicBezTo>
                    <a:cubicBezTo>
                      <a:pt x="326" y="3"/>
                      <a:pt x="296" y="1"/>
                      <a:pt x="2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1" name="Google Shape;3461;p49"/>
              <p:cNvSpPr/>
              <p:nvPr/>
            </p:nvSpPr>
            <p:spPr>
              <a:xfrm>
                <a:off x="11493227" y="2279485"/>
                <a:ext cx="38559" cy="655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60" extrusionOk="0">
                    <a:moveTo>
                      <a:pt x="263" y="0"/>
                    </a:moveTo>
                    <a:cubicBezTo>
                      <a:pt x="233" y="0"/>
                      <a:pt x="202" y="2"/>
                      <a:pt x="174" y="5"/>
                    </a:cubicBezTo>
                    <a:cubicBezTo>
                      <a:pt x="114" y="15"/>
                      <a:pt x="54" y="30"/>
                      <a:pt x="1" y="52"/>
                    </a:cubicBezTo>
                    <a:cubicBezTo>
                      <a:pt x="30" y="57"/>
                      <a:pt x="60" y="59"/>
                      <a:pt x="89" y="59"/>
                    </a:cubicBezTo>
                    <a:cubicBezTo>
                      <a:pt x="118" y="59"/>
                      <a:pt x="148" y="57"/>
                      <a:pt x="180" y="52"/>
                    </a:cubicBezTo>
                    <a:cubicBezTo>
                      <a:pt x="240" y="46"/>
                      <a:pt x="299" y="30"/>
                      <a:pt x="353" y="5"/>
                    </a:cubicBezTo>
                    <a:cubicBezTo>
                      <a:pt x="325" y="2"/>
                      <a:pt x="294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2" name="Google Shape;3462;p49"/>
              <p:cNvSpPr/>
              <p:nvPr/>
            </p:nvSpPr>
            <p:spPr>
              <a:xfrm>
                <a:off x="11445492" y="2585228"/>
                <a:ext cx="38559" cy="655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60" extrusionOk="0">
                    <a:moveTo>
                      <a:pt x="265" y="1"/>
                    </a:moveTo>
                    <a:cubicBezTo>
                      <a:pt x="235" y="1"/>
                      <a:pt x="205" y="2"/>
                      <a:pt x="173" y="5"/>
                    </a:cubicBezTo>
                    <a:cubicBezTo>
                      <a:pt x="114" y="15"/>
                      <a:pt x="57" y="30"/>
                      <a:pt x="0" y="53"/>
                    </a:cubicBezTo>
                    <a:cubicBezTo>
                      <a:pt x="30" y="57"/>
                      <a:pt x="59" y="60"/>
                      <a:pt x="89" y="60"/>
                    </a:cubicBezTo>
                    <a:cubicBezTo>
                      <a:pt x="119" y="60"/>
                      <a:pt x="150" y="57"/>
                      <a:pt x="183" y="53"/>
                    </a:cubicBezTo>
                    <a:cubicBezTo>
                      <a:pt x="239" y="46"/>
                      <a:pt x="299" y="30"/>
                      <a:pt x="353" y="5"/>
                    </a:cubicBezTo>
                    <a:cubicBezTo>
                      <a:pt x="324" y="2"/>
                      <a:pt x="295" y="1"/>
                      <a:pt x="2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3" name="Google Shape;3463;p49"/>
              <p:cNvSpPr/>
              <p:nvPr/>
            </p:nvSpPr>
            <p:spPr>
              <a:xfrm>
                <a:off x="11635775" y="2448577"/>
                <a:ext cx="39324" cy="6991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4" extrusionOk="0">
                    <a:moveTo>
                      <a:pt x="269" y="1"/>
                    </a:moveTo>
                    <a:cubicBezTo>
                      <a:pt x="239" y="1"/>
                      <a:pt x="208" y="3"/>
                      <a:pt x="177" y="8"/>
                    </a:cubicBezTo>
                    <a:cubicBezTo>
                      <a:pt x="117" y="14"/>
                      <a:pt x="54" y="30"/>
                      <a:pt x="1" y="58"/>
                    </a:cubicBezTo>
                    <a:cubicBezTo>
                      <a:pt x="29" y="62"/>
                      <a:pt x="58" y="63"/>
                      <a:pt x="87" y="63"/>
                    </a:cubicBezTo>
                    <a:cubicBezTo>
                      <a:pt x="181" y="63"/>
                      <a:pt x="275" y="44"/>
                      <a:pt x="359" y="8"/>
                    </a:cubicBezTo>
                    <a:cubicBezTo>
                      <a:pt x="329" y="3"/>
                      <a:pt x="300" y="1"/>
                      <a:pt x="2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4" name="Google Shape;3464;p49"/>
              <p:cNvSpPr/>
              <p:nvPr/>
            </p:nvSpPr>
            <p:spPr>
              <a:xfrm>
                <a:off x="11237295" y="2663657"/>
                <a:ext cx="38559" cy="655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60" extrusionOk="0">
                    <a:moveTo>
                      <a:pt x="264" y="1"/>
                    </a:moveTo>
                    <a:cubicBezTo>
                      <a:pt x="235" y="1"/>
                      <a:pt x="205" y="3"/>
                      <a:pt x="173" y="8"/>
                    </a:cubicBezTo>
                    <a:cubicBezTo>
                      <a:pt x="114" y="14"/>
                      <a:pt x="54" y="30"/>
                      <a:pt x="0" y="55"/>
                    </a:cubicBezTo>
                    <a:cubicBezTo>
                      <a:pt x="29" y="58"/>
                      <a:pt x="58" y="59"/>
                      <a:pt x="88" y="59"/>
                    </a:cubicBezTo>
                    <a:cubicBezTo>
                      <a:pt x="118" y="59"/>
                      <a:pt x="148" y="58"/>
                      <a:pt x="180" y="55"/>
                    </a:cubicBezTo>
                    <a:cubicBezTo>
                      <a:pt x="239" y="45"/>
                      <a:pt x="299" y="30"/>
                      <a:pt x="353" y="8"/>
                    </a:cubicBezTo>
                    <a:cubicBezTo>
                      <a:pt x="323" y="3"/>
                      <a:pt x="294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5" name="Google Shape;3465;p49"/>
              <p:cNvSpPr/>
              <p:nvPr/>
            </p:nvSpPr>
            <p:spPr>
              <a:xfrm>
                <a:off x="11223204" y="2503521"/>
                <a:ext cx="38559" cy="655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60" extrusionOk="0">
                    <a:moveTo>
                      <a:pt x="264" y="1"/>
                    </a:moveTo>
                    <a:cubicBezTo>
                      <a:pt x="235" y="1"/>
                      <a:pt x="205" y="3"/>
                      <a:pt x="173" y="8"/>
                    </a:cubicBezTo>
                    <a:cubicBezTo>
                      <a:pt x="114" y="11"/>
                      <a:pt x="54" y="30"/>
                      <a:pt x="0" y="55"/>
                    </a:cubicBezTo>
                    <a:cubicBezTo>
                      <a:pt x="29" y="58"/>
                      <a:pt x="58" y="60"/>
                      <a:pt x="88" y="60"/>
                    </a:cubicBezTo>
                    <a:cubicBezTo>
                      <a:pt x="118" y="60"/>
                      <a:pt x="148" y="58"/>
                      <a:pt x="180" y="55"/>
                    </a:cubicBezTo>
                    <a:cubicBezTo>
                      <a:pt x="239" y="46"/>
                      <a:pt x="299" y="30"/>
                      <a:pt x="353" y="8"/>
                    </a:cubicBezTo>
                    <a:cubicBezTo>
                      <a:pt x="323" y="3"/>
                      <a:pt x="294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6" name="Google Shape;3466;p49"/>
              <p:cNvSpPr/>
              <p:nvPr/>
            </p:nvSpPr>
            <p:spPr>
              <a:xfrm>
                <a:off x="11241774" y="2186856"/>
                <a:ext cx="14856" cy="23158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12" extrusionOk="0">
                    <a:moveTo>
                      <a:pt x="135" y="1"/>
                    </a:moveTo>
                    <a:lnTo>
                      <a:pt x="135" y="1"/>
                    </a:lnTo>
                    <a:cubicBezTo>
                      <a:pt x="91" y="35"/>
                      <a:pt x="51" y="79"/>
                      <a:pt x="16" y="123"/>
                    </a:cubicBezTo>
                    <a:cubicBezTo>
                      <a:pt x="13" y="149"/>
                      <a:pt x="7" y="180"/>
                      <a:pt x="0" y="211"/>
                    </a:cubicBezTo>
                    <a:cubicBezTo>
                      <a:pt x="16" y="193"/>
                      <a:pt x="29" y="177"/>
                      <a:pt x="44" y="158"/>
                    </a:cubicBezTo>
                    <a:cubicBezTo>
                      <a:pt x="85" y="111"/>
                      <a:pt x="110" y="54"/>
                      <a:pt x="1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7" name="Google Shape;3467;p49"/>
              <p:cNvSpPr/>
              <p:nvPr/>
            </p:nvSpPr>
            <p:spPr>
              <a:xfrm>
                <a:off x="11559859" y="2164245"/>
                <a:ext cx="23485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287" extrusionOk="0">
                    <a:moveTo>
                      <a:pt x="215" y="0"/>
                    </a:moveTo>
                    <a:cubicBezTo>
                      <a:pt x="167" y="35"/>
                      <a:pt x="127" y="82"/>
                      <a:pt x="89" y="129"/>
                    </a:cubicBezTo>
                    <a:cubicBezTo>
                      <a:pt x="51" y="176"/>
                      <a:pt x="23" y="230"/>
                      <a:pt x="1" y="286"/>
                    </a:cubicBezTo>
                    <a:cubicBezTo>
                      <a:pt x="48" y="249"/>
                      <a:pt x="89" y="208"/>
                      <a:pt x="127" y="157"/>
                    </a:cubicBezTo>
                    <a:cubicBezTo>
                      <a:pt x="161" y="110"/>
                      <a:pt x="193" y="57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8" name="Google Shape;3468;p49"/>
              <p:cNvSpPr/>
              <p:nvPr/>
            </p:nvSpPr>
            <p:spPr>
              <a:xfrm>
                <a:off x="11296062" y="2568952"/>
                <a:ext cx="23813" cy="31678"/>
              </a:xfrm>
              <a:custGeom>
                <a:avLst/>
                <a:gdLst/>
                <a:ahLst/>
                <a:cxnLst/>
                <a:rect l="l" t="t" r="r" b="b"/>
                <a:pathLst>
                  <a:path w="218" h="290" extrusionOk="0">
                    <a:moveTo>
                      <a:pt x="217" y="0"/>
                    </a:moveTo>
                    <a:lnTo>
                      <a:pt x="217" y="0"/>
                    </a:lnTo>
                    <a:cubicBezTo>
                      <a:pt x="170" y="38"/>
                      <a:pt x="126" y="79"/>
                      <a:pt x="91" y="132"/>
                    </a:cubicBezTo>
                    <a:cubicBezTo>
                      <a:pt x="57" y="179"/>
                      <a:pt x="25" y="233"/>
                      <a:pt x="0" y="290"/>
                    </a:cubicBezTo>
                    <a:cubicBezTo>
                      <a:pt x="47" y="252"/>
                      <a:pt x="91" y="205"/>
                      <a:pt x="126" y="157"/>
                    </a:cubicBezTo>
                    <a:cubicBezTo>
                      <a:pt x="167" y="110"/>
                      <a:pt x="198" y="60"/>
                      <a:pt x="2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9" name="Google Shape;3469;p49"/>
              <p:cNvSpPr/>
              <p:nvPr/>
            </p:nvSpPr>
            <p:spPr>
              <a:xfrm>
                <a:off x="11563354" y="2509857"/>
                <a:ext cx="23485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287" extrusionOk="0">
                    <a:moveTo>
                      <a:pt x="214" y="0"/>
                    </a:moveTo>
                    <a:lnTo>
                      <a:pt x="214" y="0"/>
                    </a:lnTo>
                    <a:cubicBezTo>
                      <a:pt x="167" y="35"/>
                      <a:pt x="126" y="82"/>
                      <a:pt x="88" y="129"/>
                    </a:cubicBezTo>
                    <a:cubicBezTo>
                      <a:pt x="54" y="176"/>
                      <a:pt x="22" y="230"/>
                      <a:pt x="0" y="286"/>
                    </a:cubicBezTo>
                    <a:cubicBezTo>
                      <a:pt x="47" y="252"/>
                      <a:pt x="88" y="208"/>
                      <a:pt x="126" y="158"/>
                    </a:cubicBezTo>
                    <a:cubicBezTo>
                      <a:pt x="161" y="110"/>
                      <a:pt x="192" y="54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0" name="Google Shape;3470;p49"/>
              <p:cNvSpPr/>
              <p:nvPr/>
            </p:nvSpPr>
            <p:spPr>
              <a:xfrm>
                <a:off x="11754730" y="2620073"/>
                <a:ext cx="23813" cy="31460"/>
              </a:xfrm>
              <a:custGeom>
                <a:avLst/>
                <a:gdLst/>
                <a:ahLst/>
                <a:cxnLst/>
                <a:rect l="l" t="t" r="r" b="b"/>
                <a:pathLst>
                  <a:path w="218" h="288" extrusionOk="0">
                    <a:moveTo>
                      <a:pt x="217" y="1"/>
                    </a:moveTo>
                    <a:lnTo>
                      <a:pt x="217" y="1"/>
                    </a:lnTo>
                    <a:cubicBezTo>
                      <a:pt x="123" y="76"/>
                      <a:pt x="47" y="174"/>
                      <a:pt x="0" y="287"/>
                    </a:cubicBezTo>
                    <a:cubicBezTo>
                      <a:pt x="47" y="252"/>
                      <a:pt x="91" y="208"/>
                      <a:pt x="126" y="158"/>
                    </a:cubicBezTo>
                    <a:cubicBezTo>
                      <a:pt x="160" y="111"/>
                      <a:pt x="192" y="61"/>
                      <a:pt x="2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1" name="Google Shape;3471;p49"/>
              <p:cNvSpPr/>
              <p:nvPr/>
            </p:nvSpPr>
            <p:spPr>
              <a:xfrm>
                <a:off x="11222549" y="2335958"/>
                <a:ext cx="10049" cy="9394"/>
              </a:xfrm>
              <a:custGeom>
                <a:avLst/>
                <a:gdLst/>
                <a:ahLst/>
                <a:cxnLst/>
                <a:rect l="l" t="t" r="r" b="b"/>
                <a:pathLst>
                  <a:path w="92" h="86" extrusionOk="0">
                    <a:moveTo>
                      <a:pt x="6" y="1"/>
                    </a:moveTo>
                    <a:lnTo>
                      <a:pt x="0" y="42"/>
                    </a:lnTo>
                    <a:cubicBezTo>
                      <a:pt x="28" y="57"/>
                      <a:pt x="60" y="73"/>
                      <a:pt x="91" y="86"/>
                    </a:cubicBezTo>
                    <a:cubicBezTo>
                      <a:pt x="69" y="54"/>
                      <a:pt x="35" y="23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2" name="Google Shape;3472;p49"/>
              <p:cNvSpPr/>
              <p:nvPr/>
            </p:nvSpPr>
            <p:spPr>
              <a:xfrm>
                <a:off x="11625835" y="2328421"/>
                <a:ext cx="31350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18" extrusionOk="0">
                    <a:moveTo>
                      <a:pt x="1" y="1"/>
                    </a:moveTo>
                    <a:cubicBezTo>
                      <a:pt x="35" y="48"/>
                      <a:pt x="79" y="92"/>
                      <a:pt x="130" y="126"/>
                    </a:cubicBezTo>
                    <a:cubicBezTo>
                      <a:pt x="177" y="167"/>
                      <a:pt x="230" y="199"/>
                      <a:pt x="287" y="218"/>
                    </a:cubicBezTo>
                    <a:cubicBezTo>
                      <a:pt x="252" y="170"/>
                      <a:pt x="205" y="126"/>
                      <a:pt x="158" y="92"/>
                    </a:cubicBezTo>
                    <a:cubicBezTo>
                      <a:pt x="111" y="57"/>
                      <a:pt x="54" y="26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3" name="Google Shape;3473;p49"/>
              <p:cNvSpPr/>
              <p:nvPr/>
            </p:nvSpPr>
            <p:spPr>
              <a:xfrm>
                <a:off x="11641346" y="2593966"/>
                <a:ext cx="31350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18" extrusionOk="0">
                    <a:moveTo>
                      <a:pt x="0" y="1"/>
                    </a:moveTo>
                    <a:cubicBezTo>
                      <a:pt x="76" y="98"/>
                      <a:pt x="173" y="174"/>
                      <a:pt x="286" y="218"/>
                    </a:cubicBezTo>
                    <a:cubicBezTo>
                      <a:pt x="214" y="123"/>
                      <a:pt x="113" y="48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4" name="Google Shape;3474;p49"/>
              <p:cNvSpPr/>
              <p:nvPr/>
            </p:nvSpPr>
            <p:spPr>
              <a:xfrm>
                <a:off x="11194695" y="2597789"/>
                <a:ext cx="15948" cy="14856"/>
              </a:xfrm>
              <a:custGeom>
                <a:avLst/>
                <a:gdLst/>
                <a:ahLst/>
                <a:cxnLst/>
                <a:rect l="l" t="t" r="r" b="b"/>
                <a:pathLst>
                  <a:path w="146" h="136" extrusionOk="0">
                    <a:moveTo>
                      <a:pt x="0" y="0"/>
                    </a:moveTo>
                    <a:lnTo>
                      <a:pt x="0" y="57"/>
                    </a:lnTo>
                    <a:cubicBezTo>
                      <a:pt x="48" y="88"/>
                      <a:pt x="95" y="114"/>
                      <a:pt x="145" y="136"/>
                    </a:cubicBezTo>
                    <a:cubicBezTo>
                      <a:pt x="107" y="82"/>
                      <a:pt x="63" y="44"/>
                      <a:pt x="13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5" name="Google Shape;3475;p49"/>
              <p:cNvSpPr/>
              <p:nvPr/>
            </p:nvSpPr>
            <p:spPr>
              <a:xfrm>
                <a:off x="11417310" y="2202039"/>
                <a:ext cx="31350" cy="23376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14" extrusionOk="0">
                    <a:moveTo>
                      <a:pt x="0" y="0"/>
                    </a:moveTo>
                    <a:cubicBezTo>
                      <a:pt x="35" y="47"/>
                      <a:pt x="79" y="88"/>
                      <a:pt x="129" y="126"/>
                    </a:cubicBezTo>
                    <a:cubicBezTo>
                      <a:pt x="177" y="161"/>
                      <a:pt x="230" y="192"/>
                      <a:pt x="287" y="214"/>
                    </a:cubicBezTo>
                    <a:cubicBezTo>
                      <a:pt x="252" y="167"/>
                      <a:pt x="208" y="126"/>
                      <a:pt x="158" y="88"/>
                    </a:cubicBezTo>
                    <a:cubicBezTo>
                      <a:pt x="111" y="50"/>
                      <a:pt x="54" y="22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6" name="Google Shape;3476;p49"/>
              <p:cNvSpPr/>
              <p:nvPr/>
            </p:nvSpPr>
            <p:spPr>
              <a:xfrm>
                <a:off x="11374710" y="2648582"/>
                <a:ext cx="31350" cy="23486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15" extrusionOk="0">
                    <a:moveTo>
                      <a:pt x="0" y="1"/>
                    </a:moveTo>
                    <a:cubicBezTo>
                      <a:pt x="38" y="48"/>
                      <a:pt x="82" y="89"/>
                      <a:pt x="129" y="127"/>
                    </a:cubicBezTo>
                    <a:cubicBezTo>
                      <a:pt x="177" y="161"/>
                      <a:pt x="227" y="193"/>
                      <a:pt x="287" y="215"/>
                    </a:cubicBezTo>
                    <a:cubicBezTo>
                      <a:pt x="252" y="168"/>
                      <a:pt x="208" y="127"/>
                      <a:pt x="158" y="89"/>
                    </a:cubicBezTo>
                    <a:cubicBezTo>
                      <a:pt x="111" y="51"/>
                      <a:pt x="54" y="23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7" name="Google Shape;3477;p49"/>
              <p:cNvSpPr/>
              <p:nvPr/>
            </p:nvSpPr>
            <p:spPr>
              <a:xfrm>
                <a:off x="12012300" y="2921446"/>
                <a:ext cx="11142" cy="13108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20" extrusionOk="0">
                    <a:moveTo>
                      <a:pt x="86" y="0"/>
                    </a:moveTo>
                    <a:lnTo>
                      <a:pt x="1" y="16"/>
                    </a:lnTo>
                    <a:lnTo>
                      <a:pt x="17" y="120"/>
                    </a:lnTo>
                    <a:lnTo>
                      <a:pt x="102" y="104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8" name="Google Shape;3478;p49"/>
              <p:cNvSpPr/>
              <p:nvPr/>
            </p:nvSpPr>
            <p:spPr>
              <a:xfrm>
                <a:off x="12037423" y="2911833"/>
                <a:ext cx="10049" cy="2141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96" extrusionOk="0">
                    <a:moveTo>
                      <a:pt x="13" y="0"/>
                    </a:moveTo>
                    <a:lnTo>
                      <a:pt x="1" y="22"/>
                    </a:lnTo>
                    <a:cubicBezTo>
                      <a:pt x="23" y="44"/>
                      <a:pt x="38" y="66"/>
                      <a:pt x="45" y="95"/>
                    </a:cubicBezTo>
                    <a:cubicBezTo>
                      <a:pt x="51" y="126"/>
                      <a:pt x="45" y="157"/>
                      <a:pt x="26" y="179"/>
                    </a:cubicBezTo>
                    <a:lnTo>
                      <a:pt x="51" y="195"/>
                    </a:lnTo>
                    <a:cubicBezTo>
                      <a:pt x="92" y="132"/>
                      <a:pt x="79" y="47"/>
                      <a:pt x="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9" name="Google Shape;3479;p49"/>
              <p:cNvSpPr/>
              <p:nvPr/>
            </p:nvSpPr>
            <p:spPr>
              <a:xfrm>
                <a:off x="12033600" y="2916967"/>
                <a:ext cx="6663" cy="13436"/>
              </a:xfrm>
              <a:custGeom>
                <a:avLst/>
                <a:gdLst/>
                <a:ahLst/>
                <a:cxnLst/>
                <a:rect l="l" t="t" r="r" b="b"/>
                <a:pathLst>
                  <a:path w="61" h="123" extrusionOk="0">
                    <a:moveTo>
                      <a:pt x="17" y="0"/>
                    </a:moveTo>
                    <a:lnTo>
                      <a:pt x="1" y="22"/>
                    </a:lnTo>
                    <a:cubicBezTo>
                      <a:pt x="14" y="35"/>
                      <a:pt x="23" y="48"/>
                      <a:pt x="26" y="63"/>
                    </a:cubicBezTo>
                    <a:cubicBezTo>
                      <a:pt x="26" y="79"/>
                      <a:pt x="23" y="95"/>
                      <a:pt x="14" y="107"/>
                    </a:cubicBezTo>
                    <a:lnTo>
                      <a:pt x="39" y="123"/>
                    </a:lnTo>
                    <a:cubicBezTo>
                      <a:pt x="61" y="82"/>
                      <a:pt x="54" y="32"/>
                      <a:pt x="1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0" name="Google Shape;3480;p49"/>
              <p:cNvSpPr/>
              <p:nvPr/>
            </p:nvSpPr>
            <p:spPr>
              <a:xfrm>
                <a:off x="12889109" y="3913934"/>
                <a:ext cx="765" cy="874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1" y="1"/>
                      <a:pt x="7" y="7"/>
                      <a:pt x="7" y="7"/>
                    </a:cubicBezTo>
                    <a:lnTo>
                      <a:pt x="7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1" name="Google Shape;3481;p49"/>
              <p:cNvSpPr/>
              <p:nvPr/>
            </p:nvSpPr>
            <p:spPr>
              <a:xfrm>
                <a:off x="12736184" y="4101924"/>
                <a:ext cx="3277" cy="2731"/>
              </a:xfrm>
              <a:custGeom>
                <a:avLst/>
                <a:gdLst/>
                <a:ahLst/>
                <a:cxnLst/>
                <a:rect l="l" t="t" r="r" b="b"/>
                <a:pathLst>
                  <a:path w="30" h="25" extrusionOk="0">
                    <a:moveTo>
                      <a:pt x="9" y="0"/>
                    </a:moveTo>
                    <a:cubicBezTo>
                      <a:pt x="4" y="0"/>
                      <a:pt x="0" y="9"/>
                      <a:pt x="7" y="16"/>
                    </a:cubicBezTo>
                    <a:lnTo>
                      <a:pt x="14" y="22"/>
                    </a:lnTo>
                    <a:cubicBezTo>
                      <a:pt x="17" y="24"/>
                      <a:pt x="19" y="25"/>
                      <a:pt x="21" y="25"/>
                    </a:cubicBezTo>
                    <a:cubicBezTo>
                      <a:pt x="23" y="25"/>
                      <a:pt x="25" y="24"/>
                      <a:pt x="26" y="22"/>
                    </a:cubicBezTo>
                    <a:cubicBezTo>
                      <a:pt x="29" y="19"/>
                      <a:pt x="29" y="13"/>
                      <a:pt x="26" y="10"/>
                    </a:cubicBezTo>
                    <a:lnTo>
                      <a:pt x="14" y="3"/>
                    </a:lnTo>
                    <a:cubicBezTo>
                      <a:pt x="12" y="1"/>
                      <a:pt x="10" y="0"/>
                      <a:pt x="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482" name="Google Shape;3482;p49"/>
            <p:cNvGrpSpPr/>
            <p:nvPr/>
          </p:nvGrpSpPr>
          <p:grpSpPr>
            <a:xfrm>
              <a:off x="5257953" y="4274615"/>
              <a:ext cx="850628" cy="1425811"/>
              <a:chOff x="10461526" y="1518461"/>
              <a:chExt cx="2005724" cy="3361969"/>
            </a:xfrm>
          </p:grpSpPr>
          <p:sp>
            <p:nvSpPr>
              <p:cNvPr id="3483" name="Google Shape;3483;p49"/>
              <p:cNvSpPr/>
              <p:nvPr/>
            </p:nvSpPr>
            <p:spPr>
              <a:xfrm>
                <a:off x="10864157" y="4644045"/>
                <a:ext cx="684451" cy="236385"/>
              </a:xfrm>
              <a:custGeom>
                <a:avLst/>
                <a:gdLst/>
                <a:ahLst/>
                <a:cxnLst/>
                <a:rect l="l" t="t" r="r" b="b"/>
                <a:pathLst>
                  <a:path w="6266" h="2164" extrusionOk="0">
                    <a:moveTo>
                      <a:pt x="6260" y="0"/>
                    </a:moveTo>
                    <a:lnTo>
                      <a:pt x="2668" y="79"/>
                    </a:lnTo>
                    <a:lnTo>
                      <a:pt x="2668" y="142"/>
                    </a:lnTo>
                    <a:cubicBezTo>
                      <a:pt x="2668" y="142"/>
                      <a:pt x="573" y="1174"/>
                      <a:pt x="362" y="1353"/>
                    </a:cubicBezTo>
                    <a:cubicBezTo>
                      <a:pt x="148" y="1535"/>
                      <a:pt x="1" y="2092"/>
                      <a:pt x="196" y="2152"/>
                    </a:cubicBezTo>
                    <a:cubicBezTo>
                      <a:pt x="221" y="2159"/>
                      <a:pt x="339" y="2163"/>
                      <a:pt x="523" y="2163"/>
                    </a:cubicBezTo>
                    <a:cubicBezTo>
                      <a:pt x="1754" y="2163"/>
                      <a:pt x="5988" y="2004"/>
                      <a:pt x="6168" y="1881"/>
                    </a:cubicBezTo>
                    <a:cubicBezTo>
                      <a:pt x="6247" y="1825"/>
                      <a:pt x="6266" y="1016"/>
                      <a:pt x="6260" y="32"/>
                    </a:cubicBezTo>
                    <a:lnTo>
                      <a:pt x="62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4" name="Google Shape;3484;p49"/>
              <p:cNvSpPr/>
              <p:nvPr/>
            </p:nvSpPr>
            <p:spPr>
              <a:xfrm>
                <a:off x="10887205" y="4835640"/>
                <a:ext cx="618147" cy="20864"/>
              </a:xfrm>
              <a:custGeom>
                <a:avLst/>
                <a:gdLst/>
                <a:ahLst/>
                <a:cxnLst/>
                <a:rect l="l" t="t" r="r" b="b"/>
                <a:pathLst>
                  <a:path w="5659" h="191" extrusionOk="0">
                    <a:moveTo>
                      <a:pt x="5469" y="0"/>
                    </a:moveTo>
                    <a:cubicBezTo>
                      <a:pt x="4312" y="0"/>
                      <a:pt x="904" y="121"/>
                      <a:pt x="19" y="174"/>
                    </a:cubicBezTo>
                    <a:cubicBezTo>
                      <a:pt x="0" y="178"/>
                      <a:pt x="0" y="190"/>
                      <a:pt x="19" y="190"/>
                    </a:cubicBezTo>
                    <a:cubicBezTo>
                      <a:pt x="957" y="190"/>
                      <a:pt x="4725" y="83"/>
                      <a:pt x="5649" y="8"/>
                    </a:cubicBezTo>
                    <a:cubicBezTo>
                      <a:pt x="5659" y="5"/>
                      <a:pt x="5659" y="1"/>
                      <a:pt x="5649" y="1"/>
                    </a:cubicBezTo>
                    <a:cubicBezTo>
                      <a:pt x="5598" y="1"/>
                      <a:pt x="5537" y="0"/>
                      <a:pt x="54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5" name="Google Shape;3485;p49"/>
              <p:cNvSpPr/>
              <p:nvPr/>
            </p:nvSpPr>
            <p:spPr>
              <a:xfrm>
                <a:off x="11117358" y="4658027"/>
                <a:ext cx="125180" cy="3004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275" extrusionOk="0">
                    <a:moveTo>
                      <a:pt x="372" y="1"/>
                    </a:moveTo>
                    <a:cubicBezTo>
                      <a:pt x="253" y="1"/>
                      <a:pt x="136" y="14"/>
                      <a:pt x="26" y="39"/>
                    </a:cubicBezTo>
                    <a:cubicBezTo>
                      <a:pt x="10" y="39"/>
                      <a:pt x="1" y="52"/>
                      <a:pt x="4" y="64"/>
                    </a:cubicBezTo>
                    <a:cubicBezTo>
                      <a:pt x="4" y="77"/>
                      <a:pt x="16" y="86"/>
                      <a:pt x="29" y="86"/>
                    </a:cubicBezTo>
                    <a:cubicBezTo>
                      <a:pt x="397" y="108"/>
                      <a:pt x="765" y="171"/>
                      <a:pt x="1117" y="275"/>
                    </a:cubicBezTo>
                    <a:cubicBezTo>
                      <a:pt x="1133" y="275"/>
                      <a:pt x="1146" y="262"/>
                      <a:pt x="1133" y="250"/>
                    </a:cubicBezTo>
                    <a:cubicBezTo>
                      <a:pt x="931" y="74"/>
                      <a:pt x="648" y="1"/>
                      <a:pt x="3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6" name="Google Shape;3486;p49"/>
              <p:cNvSpPr/>
              <p:nvPr/>
            </p:nvSpPr>
            <p:spPr>
              <a:xfrm>
                <a:off x="11089176" y="4676488"/>
                <a:ext cx="124416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277" extrusionOk="0">
                    <a:moveTo>
                      <a:pt x="370" y="0"/>
                    </a:moveTo>
                    <a:cubicBezTo>
                      <a:pt x="251" y="0"/>
                      <a:pt x="133" y="14"/>
                      <a:pt x="23" y="40"/>
                    </a:cubicBezTo>
                    <a:cubicBezTo>
                      <a:pt x="7" y="40"/>
                      <a:pt x="1" y="46"/>
                      <a:pt x="1" y="62"/>
                    </a:cubicBezTo>
                    <a:cubicBezTo>
                      <a:pt x="1" y="78"/>
                      <a:pt x="10" y="87"/>
                      <a:pt x="23" y="87"/>
                    </a:cubicBezTo>
                    <a:cubicBezTo>
                      <a:pt x="394" y="109"/>
                      <a:pt x="759" y="172"/>
                      <a:pt x="1111" y="276"/>
                    </a:cubicBezTo>
                    <a:cubicBezTo>
                      <a:pt x="1112" y="276"/>
                      <a:pt x="1114" y="276"/>
                      <a:pt x="1115" y="276"/>
                    </a:cubicBezTo>
                    <a:cubicBezTo>
                      <a:pt x="1129" y="276"/>
                      <a:pt x="1138" y="262"/>
                      <a:pt x="1127" y="251"/>
                    </a:cubicBezTo>
                    <a:cubicBezTo>
                      <a:pt x="927" y="75"/>
                      <a:pt x="646" y="0"/>
                      <a:pt x="3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7" name="Google Shape;3487;p49"/>
              <p:cNvSpPr/>
              <p:nvPr/>
            </p:nvSpPr>
            <p:spPr>
              <a:xfrm>
                <a:off x="11060666" y="4694948"/>
                <a:ext cx="124853" cy="2993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274" extrusionOk="0">
                    <a:moveTo>
                      <a:pt x="362" y="0"/>
                    </a:moveTo>
                    <a:cubicBezTo>
                      <a:pt x="245" y="0"/>
                      <a:pt x="129" y="13"/>
                      <a:pt x="20" y="38"/>
                    </a:cubicBezTo>
                    <a:cubicBezTo>
                      <a:pt x="10" y="38"/>
                      <a:pt x="1" y="50"/>
                      <a:pt x="1" y="63"/>
                    </a:cubicBezTo>
                    <a:cubicBezTo>
                      <a:pt x="1" y="78"/>
                      <a:pt x="13" y="85"/>
                      <a:pt x="26" y="85"/>
                    </a:cubicBezTo>
                    <a:cubicBezTo>
                      <a:pt x="394" y="110"/>
                      <a:pt x="759" y="173"/>
                      <a:pt x="1114" y="273"/>
                    </a:cubicBezTo>
                    <a:cubicBezTo>
                      <a:pt x="1130" y="273"/>
                      <a:pt x="1142" y="264"/>
                      <a:pt x="1130" y="251"/>
                    </a:cubicBezTo>
                    <a:cubicBezTo>
                      <a:pt x="924" y="74"/>
                      <a:pt x="640" y="0"/>
                      <a:pt x="3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8" name="Google Shape;3488;p49"/>
              <p:cNvSpPr/>
              <p:nvPr/>
            </p:nvSpPr>
            <p:spPr>
              <a:xfrm>
                <a:off x="11129701" y="2545576"/>
                <a:ext cx="457138" cy="2118831"/>
              </a:xfrm>
              <a:custGeom>
                <a:avLst/>
                <a:gdLst/>
                <a:ahLst/>
                <a:cxnLst/>
                <a:rect l="l" t="t" r="r" b="b"/>
                <a:pathLst>
                  <a:path w="4185" h="19397" extrusionOk="0">
                    <a:moveTo>
                      <a:pt x="800" y="0"/>
                    </a:moveTo>
                    <a:lnTo>
                      <a:pt x="762" y="1950"/>
                    </a:lnTo>
                    <a:lnTo>
                      <a:pt x="753" y="2177"/>
                    </a:lnTo>
                    <a:lnTo>
                      <a:pt x="1" y="19321"/>
                    </a:lnTo>
                    <a:lnTo>
                      <a:pt x="4005" y="19397"/>
                    </a:lnTo>
                    <a:lnTo>
                      <a:pt x="4005" y="13047"/>
                    </a:lnTo>
                    <a:lnTo>
                      <a:pt x="4184" y="13009"/>
                    </a:lnTo>
                    <a:lnTo>
                      <a:pt x="4184" y="2406"/>
                    </a:lnTo>
                    <a:lnTo>
                      <a:pt x="4096" y="2164"/>
                    </a:lnTo>
                    <a:lnTo>
                      <a:pt x="4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9" name="Google Shape;3489;p49"/>
              <p:cNvSpPr/>
              <p:nvPr/>
            </p:nvSpPr>
            <p:spPr>
              <a:xfrm>
                <a:off x="11146632" y="4583858"/>
                <a:ext cx="391052" cy="10050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92" extrusionOk="0">
                    <a:moveTo>
                      <a:pt x="1051" y="1"/>
                    </a:moveTo>
                    <a:cubicBezTo>
                      <a:pt x="443" y="1"/>
                      <a:pt x="616" y="10"/>
                      <a:pt x="13" y="14"/>
                    </a:cubicBezTo>
                    <a:cubicBezTo>
                      <a:pt x="11" y="13"/>
                      <a:pt x="10" y="13"/>
                      <a:pt x="9" y="13"/>
                    </a:cubicBezTo>
                    <a:cubicBezTo>
                      <a:pt x="2" y="13"/>
                      <a:pt x="0" y="21"/>
                      <a:pt x="0" y="26"/>
                    </a:cubicBezTo>
                    <a:cubicBezTo>
                      <a:pt x="0" y="29"/>
                      <a:pt x="3" y="32"/>
                      <a:pt x="13" y="32"/>
                    </a:cubicBezTo>
                    <a:cubicBezTo>
                      <a:pt x="616" y="51"/>
                      <a:pt x="443" y="58"/>
                      <a:pt x="1051" y="67"/>
                    </a:cubicBezTo>
                    <a:cubicBezTo>
                      <a:pt x="1250" y="71"/>
                      <a:pt x="2200" y="91"/>
                      <a:pt x="2883" y="91"/>
                    </a:cubicBezTo>
                    <a:cubicBezTo>
                      <a:pt x="3212" y="91"/>
                      <a:pt x="3479" y="87"/>
                      <a:pt x="3570" y="73"/>
                    </a:cubicBezTo>
                    <a:cubicBezTo>
                      <a:pt x="3573" y="73"/>
                      <a:pt x="3579" y="67"/>
                      <a:pt x="3579" y="64"/>
                    </a:cubicBezTo>
                    <a:cubicBezTo>
                      <a:pt x="3579" y="61"/>
                      <a:pt x="3573" y="58"/>
                      <a:pt x="3570" y="58"/>
                    </a:cubicBezTo>
                    <a:cubicBezTo>
                      <a:pt x="3290" y="10"/>
                      <a:pt x="1346" y="1"/>
                      <a:pt x="1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0" name="Google Shape;3490;p49"/>
              <p:cNvSpPr/>
              <p:nvPr/>
            </p:nvSpPr>
            <p:spPr>
              <a:xfrm>
                <a:off x="11479464" y="2594294"/>
                <a:ext cx="32770" cy="1945475"/>
              </a:xfrm>
              <a:custGeom>
                <a:avLst/>
                <a:gdLst/>
                <a:ahLst/>
                <a:cxnLst/>
                <a:rect l="l" t="t" r="r" b="b"/>
                <a:pathLst>
                  <a:path w="300" h="17810" extrusionOk="0">
                    <a:moveTo>
                      <a:pt x="274" y="1"/>
                    </a:moveTo>
                    <a:cubicBezTo>
                      <a:pt x="243" y="1306"/>
                      <a:pt x="243" y="2608"/>
                      <a:pt x="224" y="3910"/>
                    </a:cubicBezTo>
                    <a:cubicBezTo>
                      <a:pt x="193" y="6216"/>
                      <a:pt x="158" y="8528"/>
                      <a:pt x="114" y="10836"/>
                    </a:cubicBezTo>
                    <a:cubicBezTo>
                      <a:pt x="95" y="11997"/>
                      <a:pt x="76" y="13157"/>
                      <a:pt x="51" y="14315"/>
                    </a:cubicBezTo>
                    <a:cubicBezTo>
                      <a:pt x="38" y="14897"/>
                      <a:pt x="32" y="15475"/>
                      <a:pt x="23" y="16057"/>
                    </a:cubicBezTo>
                    <a:cubicBezTo>
                      <a:pt x="16" y="16639"/>
                      <a:pt x="1" y="17218"/>
                      <a:pt x="4" y="17803"/>
                    </a:cubicBezTo>
                    <a:cubicBezTo>
                      <a:pt x="4" y="17806"/>
                      <a:pt x="7" y="17809"/>
                      <a:pt x="13" y="17809"/>
                    </a:cubicBezTo>
                    <a:cubicBezTo>
                      <a:pt x="16" y="17809"/>
                      <a:pt x="20" y="17806"/>
                      <a:pt x="20" y="17803"/>
                    </a:cubicBezTo>
                    <a:cubicBezTo>
                      <a:pt x="67" y="17155"/>
                      <a:pt x="79" y="16501"/>
                      <a:pt x="101" y="15850"/>
                    </a:cubicBezTo>
                    <a:cubicBezTo>
                      <a:pt x="127" y="15196"/>
                      <a:pt x="142" y="14548"/>
                      <a:pt x="158" y="13893"/>
                    </a:cubicBezTo>
                    <a:cubicBezTo>
                      <a:pt x="211" y="11588"/>
                      <a:pt x="243" y="9276"/>
                      <a:pt x="268" y="6968"/>
                    </a:cubicBezTo>
                    <a:cubicBezTo>
                      <a:pt x="281" y="5804"/>
                      <a:pt x="287" y="4643"/>
                      <a:pt x="287" y="3483"/>
                    </a:cubicBezTo>
                    <a:cubicBezTo>
                      <a:pt x="287" y="2319"/>
                      <a:pt x="300" y="1162"/>
                      <a:pt x="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1" name="Google Shape;3491;p49"/>
              <p:cNvSpPr/>
              <p:nvPr/>
            </p:nvSpPr>
            <p:spPr>
              <a:xfrm>
                <a:off x="11278475" y="2545575"/>
                <a:ext cx="315777" cy="1421038"/>
              </a:xfrm>
              <a:custGeom>
                <a:avLst/>
                <a:gdLst/>
                <a:ahLst/>
                <a:cxnLst/>
                <a:rect l="l" t="t" r="r" b="b"/>
                <a:pathLst>
                  <a:path w="2734" h="13009" extrusionOk="0">
                    <a:moveTo>
                      <a:pt x="1" y="0"/>
                    </a:moveTo>
                    <a:lnTo>
                      <a:pt x="2643" y="13009"/>
                    </a:lnTo>
                    <a:lnTo>
                      <a:pt x="2734" y="2164"/>
                    </a:lnTo>
                    <a:lnTo>
                      <a:pt x="27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2" name="Google Shape;3492;p49"/>
              <p:cNvSpPr/>
              <p:nvPr/>
            </p:nvSpPr>
            <p:spPr>
              <a:xfrm>
                <a:off x="11855876" y="4367442"/>
                <a:ext cx="611374" cy="497128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4551" extrusionOk="0">
                    <a:moveTo>
                      <a:pt x="4822" y="1"/>
                    </a:moveTo>
                    <a:lnTo>
                      <a:pt x="1636" y="1624"/>
                    </a:lnTo>
                    <a:lnTo>
                      <a:pt x="1668" y="1680"/>
                    </a:lnTo>
                    <a:cubicBezTo>
                      <a:pt x="1668" y="1680"/>
                      <a:pt x="230" y="3505"/>
                      <a:pt x="117" y="3759"/>
                    </a:cubicBezTo>
                    <a:cubicBezTo>
                      <a:pt x="1" y="4004"/>
                      <a:pt x="105" y="4550"/>
                      <a:pt x="296" y="4550"/>
                    </a:cubicBezTo>
                    <a:cubicBezTo>
                      <a:pt x="302" y="4550"/>
                      <a:pt x="307" y="4550"/>
                      <a:pt x="312" y="4549"/>
                    </a:cubicBezTo>
                    <a:cubicBezTo>
                      <a:pt x="510" y="4517"/>
                      <a:pt x="5426" y="1941"/>
                      <a:pt x="5549" y="1728"/>
                    </a:cubicBezTo>
                    <a:cubicBezTo>
                      <a:pt x="5596" y="1643"/>
                      <a:pt x="5260" y="904"/>
                      <a:pt x="4835" y="29"/>
                    </a:cubicBezTo>
                    <a:lnTo>
                      <a:pt x="48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3" name="Google Shape;3493;p49"/>
              <p:cNvSpPr/>
              <p:nvPr/>
            </p:nvSpPr>
            <p:spPr>
              <a:xfrm>
                <a:off x="11883621" y="4556743"/>
                <a:ext cx="548566" cy="285540"/>
              </a:xfrm>
              <a:custGeom>
                <a:avLst/>
                <a:gdLst/>
                <a:ahLst/>
                <a:cxnLst/>
                <a:rect l="l" t="t" r="r" b="b"/>
                <a:pathLst>
                  <a:path w="5022" h="2614" extrusionOk="0">
                    <a:moveTo>
                      <a:pt x="5015" y="1"/>
                    </a:moveTo>
                    <a:cubicBezTo>
                      <a:pt x="4169" y="388"/>
                      <a:pt x="832" y="2146"/>
                      <a:pt x="14" y="2596"/>
                    </a:cubicBezTo>
                    <a:cubicBezTo>
                      <a:pt x="1" y="2605"/>
                      <a:pt x="0" y="2613"/>
                      <a:pt x="7" y="2613"/>
                    </a:cubicBezTo>
                    <a:cubicBezTo>
                      <a:pt x="11" y="2613"/>
                      <a:pt x="15" y="2612"/>
                      <a:pt x="20" y="2608"/>
                    </a:cubicBezTo>
                    <a:cubicBezTo>
                      <a:pt x="860" y="2203"/>
                      <a:pt x="4213" y="473"/>
                      <a:pt x="5015" y="7"/>
                    </a:cubicBezTo>
                    <a:cubicBezTo>
                      <a:pt x="5021" y="1"/>
                      <a:pt x="5021" y="1"/>
                      <a:pt x="50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4" name="Google Shape;3494;p49"/>
              <p:cNvSpPr/>
              <p:nvPr/>
            </p:nvSpPr>
            <p:spPr>
              <a:xfrm>
                <a:off x="12007381" y="4532384"/>
                <a:ext cx="122450" cy="39980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366" extrusionOk="0">
                    <a:moveTo>
                      <a:pt x="866" y="1"/>
                    </a:moveTo>
                    <a:cubicBezTo>
                      <a:pt x="563" y="1"/>
                      <a:pt x="250" y="137"/>
                      <a:pt x="17" y="318"/>
                    </a:cubicBezTo>
                    <a:cubicBezTo>
                      <a:pt x="4" y="328"/>
                      <a:pt x="1" y="340"/>
                      <a:pt x="13" y="353"/>
                    </a:cubicBezTo>
                    <a:cubicBezTo>
                      <a:pt x="16" y="361"/>
                      <a:pt x="23" y="365"/>
                      <a:pt x="32" y="365"/>
                    </a:cubicBezTo>
                    <a:cubicBezTo>
                      <a:pt x="36" y="365"/>
                      <a:pt x="41" y="364"/>
                      <a:pt x="45" y="362"/>
                    </a:cubicBezTo>
                    <a:cubicBezTo>
                      <a:pt x="385" y="224"/>
                      <a:pt x="740" y="123"/>
                      <a:pt x="1105" y="60"/>
                    </a:cubicBezTo>
                    <a:cubicBezTo>
                      <a:pt x="1114" y="54"/>
                      <a:pt x="1121" y="32"/>
                      <a:pt x="1105" y="32"/>
                    </a:cubicBezTo>
                    <a:cubicBezTo>
                      <a:pt x="1027" y="11"/>
                      <a:pt x="947" y="1"/>
                      <a:pt x="8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5" name="Google Shape;3495;p49"/>
              <p:cNvSpPr/>
              <p:nvPr/>
            </p:nvSpPr>
            <p:spPr>
              <a:xfrm>
                <a:off x="11990232" y="4561112"/>
                <a:ext cx="122122" cy="39871"/>
              </a:xfrm>
              <a:custGeom>
                <a:avLst/>
                <a:gdLst/>
                <a:ahLst/>
                <a:cxnLst/>
                <a:rect l="l" t="t" r="r" b="b"/>
                <a:pathLst>
                  <a:path w="1118" h="365" extrusionOk="0">
                    <a:moveTo>
                      <a:pt x="858" y="1"/>
                    </a:moveTo>
                    <a:cubicBezTo>
                      <a:pt x="557" y="1"/>
                      <a:pt x="245" y="137"/>
                      <a:pt x="13" y="319"/>
                    </a:cubicBezTo>
                    <a:cubicBezTo>
                      <a:pt x="4" y="329"/>
                      <a:pt x="1" y="335"/>
                      <a:pt x="1" y="351"/>
                    </a:cubicBezTo>
                    <a:cubicBezTo>
                      <a:pt x="8" y="360"/>
                      <a:pt x="15" y="365"/>
                      <a:pt x="24" y="365"/>
                    </a:cubicBezTo>
                    <a:cubicBezTo>
                      <a:pt x="26" y="365"/>
                      <a:pt x="29" y="364"/>
                      <a:pt x="32" y="363"/>
                    </a:cubicBezTo>
                    <a:cubicBezTo>
                      <a:pt x="378" y="225"/>
                      <a:pt x="737" y="121"/>
                      <a:pt x="1101" y="58"/>
                    </a:cubicBezTo>
                    <a:cubicBezTo>
                      <a:pt x="1111" y="55"/>
                      <a:pt x="1117" y="36"/>
                      <a:pt x="1101" y="33"/>
                    </a:cubicBezTo>
                    <a:cubicBezTo>
                      <a:pt x="1022" y="11"/>
                      <a:pt x="940" y="1"/>
                      <a:pt x="85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6" name="Google Shape;3496;p49"/>
              <p:cNvSpPr/>
              <p:nvPr/>
            </p:nvSpPr>
            <p:spPr>
              <a:xfrm>
                <a:off x="11972755" y="4590277"/>
                <a:ext cx="122340" cy="40089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367" extrusionOk="0">
                    <a:moveTo>
                      <a:pt x="861" y="1"/>
                    </a:moveTo>
                    <a:cubicBezTo>
                      <a:pt x="559" y="1"/>
                      <a:pt x="248" y="137"/>
                      <a:pt x="16" y="320"/>
                    </a:cubicBezTo>
                    <a:cubicBezTo>
                      <a:pt x="3" y="323"/>
                      <a:pt x="0" y="345"/>
                      <a:pt x="7" y="354"/>
                    </a:cubicBezTo>
                    <a:cubicBezTo>
                      <a:pt x="13" y="363"/>
                      <a:pt x="22" y="367"/>
                      <a:pt x="31" y="367"/>
                    </a:cubicBezTo>
                    <a:cubicBezTo>
                      <a:pt x="36" y="367"/>
                      <a:pt x="40" y="366"/>
                      <a:pt x="44" y="364"/>
                    </a:cubicBezTo>
                    <a:cubicBezTo>
                      <a:pt x="384" y="225"/>
                      <a:pt x="739" y="122"/>
                      <a:pt x="1104" y="59"/>
                    </a:cubicBezTo>
                    <a:cubicBezTo>
                      <a:pt x="1114" y="56"/>
                      <a:pt x="1120" y="34"/>
                      <a:pt x="1104" y="34"/>
                    </a:cubicBezTo>
                    <a:cubicBezTo>
                      <a:pt x="1025" y="11"/>
                      <a:pt x="943" y="1"/>
                      <a:pt x="8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7" name="Google Shape;3497;p49"/>
              <p:cNvSpPr/>
              <p:nvPr/>
            </p:nvSpPr>
            <p:spPr>
              <a:xfrm>
                <a:off x="11253462" y="2535636"/>
                <a:ext cx="1157537" cy="2039854"/>
              </a:xfrm>
              <a:custGeom>
                <a:avLst/>
                <a:gdLst/>
                <a:ahLst/>
                <a:cxnLst/>
                <a:rect l="l" t="t" r="r" b="b"/>
                <a:pathLst>
                  <a:path w="10597" h="18674" extrusionOk="0">
                    <a:moveTo>
                      <a:pt x="4479" y="0"/>
                    </a:moveTo>
                    <a:lnTo>
                      <a:pt x="0" y="6"/>
                    </a:lnTo>
                    <a:cubicBezTo>
                      <a:pt x="16" y="76"/>
                      <a:pt x="246" y="1139"/>
                      <a:pt x="481" y="2051"/>
                    </a:cubicBezTo>
                    <a:cubicBezTo>
                      <a:pt x="654" y="2721"/>
                      <a:pt x="831" y="3306"/>
                      <a:pt x="928" y="3366"/>
                    </a:cubicBezTo>
                    <a:cubicBezTo>
                      <a:pt x="1026" y="3425"/>
                      <a:pt x="1604" y="3683"/>
                      <a:pt x="1793" y="3762"/>
                    </a:cubicBezTo>
                    <a:cubicBezTo>
                      <a:pt x="1793" y="3762"/>
                      <a:pt x="3060" y="10081"/>
                      <a:pt x="3727" y="12037"/>
                    </a:cubicBezTo>
                    <a:cubicBezTo>
                      <a:pt x="4344" y="13845"/>
                      <a:pt x="6898" y="18673"/>
                      <a:pt x="6898" y="18673"/>
                    </a:cubicBezTo>
                    <a:lnTo>
                      <a:pt x="10596" y="16802"/>
                    </a:lnTo>
                    <a:cubicBezTo>
                      <a:pt x="10596" y="16802"/>
                      <a:pt x="7706" y="11902"/>
                      <a:pt x="7404" y="11021"/>
                    </a:cubicBezTo>
                    <a:cubicBezTo>
                      <a:pt x="6932" y="9656"/>
                      <a:pt x="5007" y="2859"/>
                      <a:pt x="5007" y="2859"/>
                    </a:cubicBezTo>
                    <a:cubicBezTo>
                      <a:pt x="5007" y="2859"/>
                      <a:pt x="5334" y="1123"/>
                      <a:pt x="44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8" name="Google Shape;3498;p49"/>
              <p:cNvSpPr/>
              <p:nvPr/>
            </p:nvSpPr>
            <p:spPr>
              <a:xfrm>
                <a:off x="12012737" y="4319406"/>
                <a:ext cx="344956" cy="184716"/>
              </a:xfrm>
              <a:custGeom>
                <a:avLst/>
                <a:gdLst/>
                <a:ahLst/>
                <a:cxnLst/>
                <a:rect l="l" t="t" r="r" b="b"/>
                <a:pathLst>
                  <a:path w="3158" h="1691" extrusionOk="0">
                    <a:moveTo>
                      <a:pt x="3145" y="0"/>
                    </a:moveTo>
                    <a:cubicBezTo>
                      <a:pt x="2884" y="91"/>
                      <a:pt x="1170" y="1019"/>
                      <a:pt x="909" y="1161"/>
                    </a:cubicBezTo>
                    <a:cubicBezTo>
                      <a:pt x="378" y="1453"/>
                      <a:pt x="535" y="1375"/>
                      <a:pt x="6" y="1667"/>
                    </a:cubicBezTo>
                    <a:cubicBezTo>
                      <a:pt x="0" y="1670"/>
                      <a:pt x="0" y="1677"/>
                      <a:pt x="0" y="1683"/>
                    </a:cubicBezTo>
                    <a:cubicBezTo>
                      <a:pt x="0" y="1687"/>
                      <a:pt x="5" y="1690"/>
                      <a:pt x="9" y="1690"/>
                    </a:cubicBezTo>
                    <a:cubicBezTo>
                      <a:pt x="11" y="1690"/>
                      <a:pt x="12" y="1690"/>
                      <a:pt x="13" y="1689"/>
                    </a:cubicBezTo>
                    <a:cubicBezTo>
                      <a:pt x="554" y="1412"/>
                      <a:pt x="403" y="1497"/>
                      <a:pt x="941" y="1220"/>
                    </a:cubicBezTo>
                    <a:cubicBezTo>
                      <a:pt x="1205" y="1082"/>
                      <a:pt x="2931" y="183"/>
                      <a:pt x="3155" y="13"/>
                    </a:cubicBezTo>
                    <a:cubicBezTo>
                      <a:pt x="3158" y="10"/>
                      <a:pt x="3155" y="0"/>
                      <a:pt x="3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9" name="Google Shape;3499;p49"/>
              <p:cNvSpPr/>
              <p:nvPr/>
            </p:nvSpPr>
            <p:spPr>
              <a:xfrm>
                <a:off x="11727312" y="2571464"/>
                <a:ext cx="575765" cy="1739240"/>
              </a:xfrm>
              <a:custGeom>
                <a:avLst/>
                <a:gdLst/>
                <a:ahLst/>
                <a:cxnLst/>
                <a:rect l="l" t="t" r="r" b="b"/>
                <a:pathLst>
                  <a:path w="5271" h="15922" extrusionOk="0">
                    <a:moveTo>
                      <a:pt x="19" y="1"/>
                    </a:moveTo>
                    <a:cubicBezTo>
                      <a:pt x="11" y="1"/>
                      <a:pt x="1" y="8"/>
                      <a:pt x="3" y="18"/>
                    </a:cubicBezTo>
                    <a:cubicBezTo>
                      <a:pt x="166" y="540"/>
                      <a:pt x="327" y="1069"/>
                      <a:pt x="289" y="1622"/>
                    </a:cubicBezTo>
                    <a:cubicBezTo>
                      <a:pt x="276" y="1890"/>
                      <a:pt x="201" y="2147"/>
                      <a:pt x="207" y="2415"/>
                    </a:cubicBezTo>
                    <a:cubicBezTo>
                      <a:pt x="223" y="2682"/>
                      <a:pt x="270" y="2943"/>
                      <a:pt x="342" y="3201"/>
                    </a:cubicBezTo>
                    <a:cubicBezTo>
                      <a:pt x="594" y="4286"/>
                      <a:pt x="861" y="5368"/>
                      <a:pt x="1147" y="6441"/>
                    </a:cubicBezTo>
                    <a:cubicBezTo>
                      <a:pt x="1434" y="7516"/>
                      <a:pt x="1742" y="8589"/>
                      <a:pt x="2063" y="9652"/>
                    </a:cubicBezTo>
                    <a:cubicBezTo>
                      <a:pt x="2220" y="10171"/>
                      <a:pt x="2365" y="10699"/>
                      <a:pt x="2591" y="11193"/>
                    </a:cubicBezTo>
                    <a:cubicBezTo>
                      <a:pt x="2814" y="11690"/>
                      <a:pt x="3097" y="12159"/>
                      <a:pt x="3362" y="12630"/>
                    </a:cubicBezTo>
                    <a:cubicBezTo>
                      <a:pt x="3912" y="13609"/>
                      <a:pt x="4466" y="14584"/>
                      <a:pt x="5032" y="15549"/>
                    </a:cubicBezTo>
                    <a:cubicBezTo>
                      <a:pt x="5101" y="15672"/>
                      <a:pt x="5176" y="15798"/>
                      <a:pt x="5249" y="15920"/>
                    </a:cubicBezTo>
                    <a:cubicBezTo>
                      <a:pt x="5251" y="15921"/>
                      <a:pt x="5253" y="15921"/>
                      <a:pt x="5255" y="15921"/>
                    </a:cubicBezTo>
                    <a:cubicBezTo>
                      <a:pt x="5264" y="15921"/>
                      <a:pt x="5270" y="15916"/>
                      <a:pt x="5268" y="15908"/>
                    </a:cubicBezTo>
                    <a:cubicBezTo>
                      <a:pt x="4742" y="14917"/>
                      <a:pt x="4198" y="13936"/>
                      <a:pt x="3651" y="12948"/>
                    </a:cubicBezTo>
                    <a:cubicBezTo>
                      <a:pt x="3384" y="12464"/>
                      <a:pt x="3101" y="11986"/>
                      <a:pt x="2846" y="11495"/>
                    </a:cubicBezTo>
                    <a:cubicBezTo>
                      <a:pt x="2607" y="11008"/>
                      <a:pt x="2409" y="10498"/>
                      <a:pt x="2261" y="9979"/>
                    </a:cubicBezTo>
                    <a:cubicBezTo>
                      <a:pt x="1934" y="8919"/>
                      <a:pt x="1626" y="7856"/>
                      <a:pt x="1336" y="6787"/>
                    </a:cubicBezTo>
                    <a:cubicBezTo>
                      <a:pt x="1047" y="5717"/>
                      <a:pt x="770" y="4645"/>
                      <a:pt x="515" y="3563"/>
                    </a:cubicBezTo>
                    <a:cubicBezTo>
                      <a:pt x="452" y="3295"/>
                      <a:pt x="380" y="3025"/>
                      <a:pt x="330" y="2758"/>
                    </a:cubicBezTo>
                    <a:cubicBezTo>
                      <a:pt x="283" y="2484"/>
                      <a:pt x="283" y="2204"/>
                      <a:pt x="330" y="1927"/>
                    </a:cubicBezTo>
                    <a:cubicBezTo>
                      <a:pt x="371" y="1672"/>
                      <a:pt x="374" y="1408"/>
                      <a:pt x="339" y="1154"/>
                    </a:cubicBezTo>
                    <a:cubicBezTo>
                      <a:pt x="298" y="899"/>
                      <a:pt x="235" y="647"/>
                      <a:pt x="157" y="399"/>
                    </a:cubicBezTo>
                    <a:cubicBezTo>
                      <a:pt x="119" y="270"/>
                      <a:pt x="65" y="141"/>
                      <a:pt x="28" y="9"/>
                    </a:cubicBezTo>
                    <a:cubicBezTo>
                      <a:pt x="28" y="3"/>
                      <a:pt x="24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0" name="Google Shape;3500;p49"/>
              <p:cNvSpPr/>
              <p:nvPr/>
            </p:nvSpPr>
            <p:spPr>
              <a:xfrm>
                <a:off x="11095402" y="1922950"/>
                <a:ext cx="302465" cy="389423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3565" extrusionOk="0">
                    <a:moveTo>
                      <a:pt x="2479" y="1"/>
                    </a:moveTo>
                    <a:cubicBezTo>
                      <a:pt x="2305" y="1"/>
                      <a:pt x="2033" y="174"/>
                      <a:pt x="1636" y="558"/>
                    </a:cubicBezTo>
                    <a:cubicBezTo>
                      <a:pt x="1035" y="1156"/>
                      <a:pt x="488" y="1803"/>
                      <a:pt x="0" y="2495"/>
                    </a:cubicBezTo>
                    <a:lnTo>
                      <a:pt x="1853" y="3565"/>
                    </a:lnTo>
                    <a:cubicBezTo>
                      <a:pt x="1853" y="3565"/>
                      <a:pt x="2620" y="1785"/>
                      <a:pt x="2715" y="850"/>
                    </a:cubicBezTo>
                    <a:cubicBezTo>
                      <a:pt x="2769" y="316"/>
                      <a:pt x="2713" y="1"/>
                      <a:pt x="24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1" name="Google Shape;3501;p49"/>
              <p:cNvSpPr/>
              <p:nvPr/>
            </p:nvSpPr>
            <p:spPr>
              <a:xfrm>
                <a:off x="11181259" y="1902195"/>
                <a:ext cx="641522" cy="793811"/>
              </a:xfrm>
              <a:custGeom>
                <a:avLst/>
                <a:gdLst/>
                <a:ahLst/>
                <a:cxnLst/>
                <a:rect l="l" t="t" r="r" b="b"/>
                <a:pathLst>
                  <a:path w="5873" h="7267" extrusionOk="0">
                    <a:moveTo>
                      <a:pt x="2240" y="0"/>
                    </a:moveTo>
                    <a:cubicBezTo>
                      <a:pt x="1895" y="0"/>
                      <a:pt x="1461" y="136"/>
                      <a:pt x="1325" y="270"/>
                    </a:cubicBezTo>
                    <a:cubicBezTo>
                      <a:pt x="1205" y="393"/>
                      <a:pt x="938" y="1166"/>
                      <a:pt x="765" y="1808"/>
                    </a:cubicBezTo>
                    <a:cubicBezTo>
                      <a:pt x="413" y="3091"/>
                      <a:pt x="1" y="7170"/>
                      <a:pt x="86" y="7249"/>
                    </a:cubicBezTo>
                    <a:cubicBezTo>
                      <a:pt x="97" y="7261"/>
                      <a:pt x="206" y="7266"/>
                      <a:pt x="385" y="7266"/>
                    </a:cubicBezTo>
                    <a:cubicBezTo>
                      <a:pt x="1560" y="7266"/>
                      <a:pt x="5776" y="7040"/>
                      <a:pt x="5800" y="7007"/>
                    </a:cubicBezTo>
                    <a:cubicBezTo>
                      <a:pt x="5873" y="6906"/>
                      <a:pt x="3916" y="1025"/>
                      <a:pt x="2608" y="87"/>
                    </a:cubicBezTo>
                    <a:cubicBezTo>
                      <a:pt x="2523" y="26"/>
                      <a:pt x="2390" y="0"/>
                      <a:pt x="22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2" name="Google Shape;3502;p49"/>
              <p:cNvSpPr/>
              <p:nvPr/>
            </p:nvSpPr>
            <p:spPr>
              <a:xfrm>
                <a:off x="11264385" y="2098705"/>
                <a:ext cx="21082" cy="5789"/>
              </a:xfrm>
              <a:custGeom>
                <a:avLst/>
                <a:gdLst/>
                <a:ahLst/>
                <a:cxnLst/>
                <a:rect l="l" t="t" r="r" b="b"/>
                <a:pathLst>
                  <a:path w="193" h="53" extrusionOk="0">
                    <a:moveTo>
                      <a:pt x="121" y="1"/>
                    </a:moveTo>
                    <a:cubicBezTo>
                      <a:pt x="84" y="1"/>
                      <a:pt x="47" y="4"/>
                      <a:pt x="10" y="6"/>
                    </a:cubicBezTo>
                    <a:cubicBezTo>
                      <a:pt x="7" y="21"/>
                      <a:pt x="1" y="37"/>
                      <a:pt x="1" y="53"/>
                    </a:cubicBezTo>
                    <a:lnTo>
                      <a:pt x="20" y="53"/>
                    </a:lnTo>
                    <a:cubicBezTo>
                      <a:pt x="79" y="43"/>
                      <a:pt x="136" y="28"/>
                      <a:pt x="193" y="6"/>
                    </a:cubicBezTo>
                    <a:cubicBezTo>
                      <a:pt x="169" y="2"/>
                      <a:pt x="145" y="1"/>
                      <a:pt x="1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3" name="Google Shape;3503;p49"/>
              <p:cNvSpPr/>
              <p:nvPr/>
            </p:nvSpPr>
            <p:spPr>
              <a:xfrm>
                <a:off x="11445820" y="1975600"/>
                <a:ext cx="23813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218" h="287" extrusionOk="0">
                    <a:moveTo>
                      <a:pt x="218" y="0"/>
                    </a:moveTo>
                    <a:cubicBezTo>
                      <a:pt x="170" y="35"/>
                      <a:pt x="126" y="79"/>
                      <a:pt x="92" y="129"/>
                    </a:cubicBezTo>
                    <a:cubicBezTo>
                      <a:pt x="57" y="177"/>
                      <a:pt x="26" y="233"/>
                      <a:pt x="1" y="287"/>
                    </a:cubicBezTo>
                    <a:cubicBezTo>
                      <a:pt x="48" y="252"/>
                      <a:pt x="92" y="205"/>
                      <a:pt x="126" y="158"/>
                    </a:cubicBezTo>
                    <a:cubicBezTo>
                      <a:pt x="167" y="107"/>
                      <a:pt x="192" y="54"/>
                      <a:pt x="2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4" name="Google Shape;3504;p49"/>
              <p:cNvSpPr/>
              <p:nvPr/>
            </p:nvSpPr>
            <p:spPr>
              <a:xfrm>
                <a:off x="11361602" y="2068666"/>
                <a:ext cx="31787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18" extrusionOk="0">
                    <a:moveTo>
                      <a:pt x="1" y="1"/>
                    </a:moveTo>
                    <a:cubicBezTo>
                      <a:pt x="36" y="48"/>
                      <a:pt x="80" y="92"/>
                      <a:pt x="133" y="127"/>
                    </a:cubicBezTo>
                    <a:cubicBezTo>
                      <a:pt x="177" y="161"/>
                      <a:pt x="234" y="193"/>
                      <a:pt x="290" y="218"/>
                    </a:cubicBezTo>
                    <a:cubicBezTo>
                      <a:pt x="253" y="171"/>
                      <a:pt x="212" y="127"/>
                      <a:pt x="158" y="92"/>
                    </a:cubicBezTo>
                    <a:cubicBezTo>
                      <a:pt x="111" y="51"/>
                      <a:pt x="58" y="23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5" name="Google Shape;3505;p49"/>
              <p:cNvSpPr/>
              <p:nvPr/>
            </p:nvSpPr>
            <p:spPr>
              <a:xfrm>
                <a:off x="11294970" y="1886466"/>
                <a:ext cx="174881" cy="143316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1312" extrusionOk="0">
                    <a:moveTo>
                      <a:pt x="928" y="1"/>
                    </a:moveTo>
                    <a:cubicBezTo>
                      <a:pt x="747" y="1"/>
                      <a:pt x="556" y="48"/>
                      <a:pt x="394" y="169"/>
                    </a:cubicBezTo>
                    <a:cubicBezTo>
                      <a:pt x="174" y="332"/>
                      <a:pt x="1" y="1181"/>
                      <a:pt x="510" y="1301"/>
                    </a:cubicBezTo>
                    <a:cubicBezTo>
                      <a:pt x="543" y="1308"/>
                      <a:pt x="576" y="1312"/>
                      <a:pt x="609" y="1312"/>
                    </a:cubicBezTo>
                    <a:cubicBezTo>
                      <a:pt x="1077" y="1312"/>
                      <a:pt x="1493" y="595"/>
                      <a:pt x="1554" y="357"/>
                    </a:cubicBezTo>
                    <a:cubicBezTo>
                      <a:pt x="1600" y="186"/>
                      <a:pt x="1286" y="1"/>
                      <a:pt x="9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6" name="Google Shape;3506;p49"/>
              <p:cNvSpPr/>
              <p:nvPr/>
            </p:nvSpPr>
            <p:spPr>
              <a:xfrm>
                <a:off x="11298793" y="1780401"/>
                <a:ext cx="165706" cy="235401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155" extrusionOk="0">
                    <a:moveTo>
                      <a:pt x="1277" y="1"/>
                    </a:moveTo>
                    <a:lnTo>
                      <a:pt x="0" y="457"/>
                    </a:lnTo>
                    <a:cubicBezTo>
                      <a:pt x="101" y="709"/>
                      <a:pt x="170" y="976"/>
                      <a:pt x="211" y="1246"/>
                    </a:cubicBezTo>
                    <a:cubicBezTo>
                      <a:pt x="214" y="1278"/>
                      <a:pt x="214" y="1306"/>
                      <a:pt x="211" y="1338"/>
                    </a:cubicBezTo>
                    <a:lnTo>
                      <a:pt x="211" y="1353"/>
                    </a:lnTo>
                    <a:cubicBezTo>
                      <a:pt x="202" y="1508"/>
                      <a:pt x="243" y="2115"/>
                      <a:pt x="544" y="2152"/>
                    </a:cubicBezTo>
                    <a:cubicBezTo>
                      <a:pt x="556" y="2154"/>
                      <a:pt x="568" y="2155"/>
                      <a:pt x="580" y="2155"/>
                    </a:cubicBezTo>
                    <a:cubicBezTo>
                      <a:pt x="894" y="2155"/>
                      <a:pt x="1343" y="1653"/>
                      <a:pt x="1504" y="1268"/>
                    </a:cubicBezTo>
                    <a:cubicBezTo>
                      <a:pt x="1516" y="1240"/>
                      <a:pt x="1447" y="970"/>
                      <a:pt x="1378" y="639"/>
                    </a:cubicBezTo>
                    <a:cubicBezTo>
                      <a:pt x="1340" y="438"/>
                      <a:pt x="1296" y="212"/>
                      <a:pt x="1277" y="1"/>
                    </a:cubicBezTo>
                    <a:close/>
                  </a:path>
                </a:pathLst>
              </a:custGeom>
              <a:solidFill>
                <a:srgbClr val="AB6E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7" name="Google Shape;3507;p49"/>
              <p:cNvSpPr/>
              <p:nvPr/>
            </p:nvSpPr>
            <p:spPr>
              <a:xfrm>
                <a:off x="11298789" y="1782366"/>
                <a:ext cx="133154" cy="144736"/>
              </a:xfrm>
              <a:custGeom>
                <a:avLst/>
                <a:gdLst/>
                <a:ahLst/>
                <a:cxnLst/>
                <a:rect l="l" t="t" r="r" b="b"/>
                <a:pathLst>
                  <a:path w="1219" h="1325" extrusionOk="0">
                    <a:moveTo>
                      <a:pt x="1218" y="1"/>
                    </a:moveTo>
                    <a:lnTo>
                      <a:pt x="1" y="428"/>
                    </a:lnTo>
                    <a:cubicBezTo>
                      <a:pt x="102" y="686"/>
                      <a:pt x="174" y="947"/>
                      <a:pt x="212" y="1221"/>
                    </a:cubicBezTo>
                    <a:cubicBezTo>
                      <a:pt x="215" y="1252"/>
                      <a:pt x="215" y="1277"/>
                      <a:pt x="212" y="1309"/>
                    </a:cubicBezTo>
                    <a:lnTo>
                      <a:pt x="212" y="1325"/>
                    </a:lnTo>
                    <a:cubicBezTo>
                      <a:pt x="256" y="1325"/>
                      <a:pt x="303" y="1322"/>
                      <a:pt x="347" y="1318"/>
                    </a:cubicBezTo>
                    <a:cubicBezTo>
                      <a:pt x="1105" y="1224"/>
                      <a:pt x="1206" y="268"/>
                      <a:pt x="1218" y="1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8" name="Google Shape;3508;p49"/>
              <p:cNvSpPr/>
              <p:nvPr/>
            </p:nvSpPr>
            <p:spPr>
              <a:xfrm>
                <a:off x="11181914" y="1548063"/>
                <a:ext cx="265763" cy="351518"/>
              </a:xfrm>
              <a:custGeom>
                <a:avLst/>
                <a:gdLst/>
                <a:ahLst/>
                <a:cxnLst/>
                <a:rect l="l" t="t" r="r" b="b"/>
                <a:pathLst>
                  <a:path w="2433" h="3218" extrusionOk="0">
                    <a:moveTo>
                      <a:pt x="1185" y="1"/>
                    </a:moveTo>
                    <a:cubicBezTo>
                      <a:pt x="915" y="1"/>
                      <a:pt x="650" y="88"/>
                      <a:pt x="460" y="269"/>
                    </a:cubicBezTo>
                    <a:cubicBezTo>
                      <a:pt x="127" y="587"/>
                      <a:pt x="1" y="2373"/>
                      <a:pt x="429" y="2883"/>
                    </a:cubicBezTo>
                    <a:cubicBezTo>
                      <a:pt x="622" y="3115"/>
                      <a:pt x="881" y="3218"/>
                      <a:pt x="1146" y="3218"/>
                    </a:cubicBezTo>
                    <a:cubicBezTo>
                      <a:pt x="1484" y="3218"/>
                      <a:pt x="1831" y="3051"/>
                      <a:pt x="2067" y="2773"/>
                    </a:cubicBezTo>
                    <a:cubicBezTo>
                      <a:pt x="2363" y="2436"/>
                      <a:pt x="2432" y="1068"/>
                      <a:pt x="2234" y="618"/>
                    </a:cubicBezTo>
                    <a:cubicBezTo>
                      <a:pt x="2053" y="218"/>
                      <a:pt x="1612" y="1"/>
                      <a:pt x="1185" y="1"/>
                    </a:cubicBezTo>
                    <a:close/>
                  </a:path>
                </a:pathLst>
              </a:custGeom>
              <a:solidFill>
                <a:srgbClr val="AB6E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9" name="Google Shape;3509;p49"/>
              <p:cNvSpPr/>
              <p:nvPr/>
            </p:nvSpPr>
            <p:spPr>
              <a:xfrm>
                <a:off x="11310153" y="1723382"/>
                <a:ext cx="12125" cy="26981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7" extrusionOk="0">
                    <a:moveTo>
                      <a:pt x="19" y="1"/>
                    </a:moveTo>
                    <a:lnTo>
                      <a:pt x="19" y="1"/>
                    </a:lnTo>
                    <a:cubicBezTo>
                      <a:pt x="0" y="89"/>
                      <a:pt x="10" y="230"/>
                      <a:pt x="110" y="246"/>
                    </a:cubicBezTo>
                    <a:lnTo>
                      <a:pt x="110" y="240"/>
                    </a:lnTo>
                    <a:cubicBezTo>
                      <a:pt x="28" y="208"/>
                      <a:pt x="19" y="98"/>
                      <a:pt x="28" y="10"/>
                    </a:cubicBezTo>
                    <a:cubicBezTo>
                      <a:pt x="28" y="4"/>
                      <a:pt x="19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0" name="Google Shape;3510;p49"/>
              <p:cNvSpPr/>
              <p:nvPr/>
            </p:nvSpPr>
            <p:spPr>
              <a:xfrm>
                <a:off x="11304255" y="1713441"/>
                <a:ext cx="30694" cy="32771"/>
              </a:xfrm>
              <a:custGeom>
                <a:avLst/>
                <a:gdLst/>
                <a:ahLst/>
                <a:cxnLst/>
                <a:rect l="l" t="t" r="r" b="b"/>
                <a:pathLst>
                  <a:path w="281" h="300" extrusionOk="0">
                    <a:moveTo>
                      <a:pt x="130" y="1"/>
                    </a:moveTo>
                    <a:cubicBezTo>
                      <a:pt x="5" y="1"/>
                      <a:pt x="1" y="300"/>
                      <a:pt x="135" y="300"/>
                    </a:cubicBezTo>
                    <a:cubicBezTo>
                      <a:pt x="136" y="300"/>
                      <a:pt x="138" y="299"/>
                      <a:pt x="139" y="299"/>
                    </a:cubicBezTo>
                    <a:cubicBezTo>
                      <a:pt x="274" y="296"/>
                      <a:pt x="281" y="1"/>
                      <a:pt x="1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1" name="Google Shape;3511;p49"/>
              <p:cNvSpPr/>
              <p:nvPr/>
            </p:nvSpPr>
            <p:spPr>
              <a:xfrm>
                <a:off x="11239371" y="1723054"/>
                <a:ext cx="12780" cy="26544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43" extrusionOk="0">
                    <a:moveTo>
                      <a:pt x="104" y="1"/>
                    </a:moveTo>
                    <a:lnTo>
                      <a:pt x="102" y="4"/>
                    </a:lnTo>
                    <a:lnTo>
                      <a:pt x="102" y="4"/>
                    </a:lnTo>
                    <a:cubicBezTo>
                      <a:pt x="100" y="6"/>
                      <a:pt x="95" y="9"/>
                      <a:pt x="95" y="13"/>
                    </a:cubicBezTo>
                    <a:cubicBezTo>
                      <a:pt x="95" y="16"/>
                      <a:pt x="95" y="20"/>
                      <a:pt x="95" y="23"/>
                    </a:cubicBezTo>
                    <a:lnTo>
                      <a:pt x="95" y="23"/>
                    </a:lnTo>
                    <a:lnTo>
                      <a:pt x="52" y="122"/>
                    </a:lnTo>
                    <a:lnTo>
                      <a:pt x="95" y="25"/>
                    </a:lnTo>
                    <a:lnTo>
                      <a:pt x="95" y="25"/>
                    </a:lnTo>
                    <a:cubicBezTo>
                      <a:pt x="93" y="111"/>
                      <a:pt x="78" y="211"/>
                      <a:pt x="2" y="239"/>
                    </a:cubicBezTo>
                    <a:lnTo>
                      <a:pt x="2" y="239"/>
                    </a:lnTo>
                    <a:lnTo>
                      <a:pt x="52" y="122"/>
                    </a:lnTo>
                    <a:lnTo>
                      <a:pt x="0" y="240"/>
                    </a:lnTo>
                    <a:cubicBezTo>
                      <a:pt x="1" y="240"/>
                      <a:pt x="1" y="239"/>
                      <a:pt x="2" y="239"/>
                    </a:cubicBezTo>
                    <a:lnTo>
                      <a:pt x="2" y="239"/>
                    </a:lnTo>
                    <a:lnTo>
                      <a:pt x="0" y="243"/>
                    </a:lnTo>
                    <a:cubicBezTo>
                      <a:pt x="107" y="227"/>
                      <a:pt x="117" y="86"/>
                      <a:pt x="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2" name="Google Shape;3512;p49"/>
              <p:cNvSpPr/>
              <p:nvPr/>
            </p:nvSpPr>
            <p:spPr>
              <a:xfrm>
                <a:off x="11223860" y="1712349"/>
                <a:ext cx="31131" cy="3255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98" extrusionOk="0">
                    <a:moveTo>
                      <a:pt x="152" y="1"/>
                    </a:moveTo>
                    <a:cubicBezTo>
                      <a:pt x="13" y="1"/>
                      <a:pt x="0" y="288"/>
                      <a:pt x="139" y="297"/>
                    </a:cubicBezTo>
                    <a:cubicBezTo>
                      <a:pt x="142" y="297"/>
                      <a:pt x="145" y="297"/>
                      <a:pt x="147" y="297"/>
                    </a:cubicBezTo>
                    <a:cubicBezTo>
                      <a:pt x="278" y="297"/>
                      <a:pt x="284" y="10"/>
                      <a:pt x="161" y="1"/>
                    </a:cubicBezTo>
                    <a:cubicBezTo>
                      <a:pt x="158" y="1"/>
                      <a:pt x="155" y="1"/>
                      <a:pt x="1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3" name="Google Shape;3513;p49"/>
              <p:cNvSpPr/>
              <p:nvPr/>
            </p:nvSpPr>
            <p:spPr>
              <a:xfrm>
                <a:off x="11304910" y="1675647"/>
                <a:ext cx="36921" cy="2326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13" extrusionOk="0">
                    <a:moveTo>
                      <a:pt x="123" y="0"/>
                    </a:moveTo>
                    <a:cubicBezTo>
                      <a:pt x="91" y="0"/>
                      <a:pt x="58" y="10"/>
                      <a:pt x="29" y="29"/>
                    </a:cubicBezTo>
                    <a:cubicBezTo>
                      <a:pt x="10" y="48"/>
                      <a:pt x="1" y="79"/>
                      <a:pt x="17" y="104"/>
                    </a:cubicBezTo>
                    <a:cubicBezTo>
                      <a:pt x="45" y="136"/>
                      <a:pt x="86" y="158"/>
                      <a:pt x="127" y="167"/>
                    </a:cubicBezTo>
                    <a:cubicBezTo>
                      <a:pt x="168" y="183"/>
                      <a:pt x="202" y="199"/>
                      <a:pt x="243" y="211"/>
                    </a:cubicBezTo>
                    <a:cubicBezTo>
                      <a:pt x="247" y="212"/>
                      <a:pt x="252" y="213"/>
                      <a:pt x="256" y="213"/>
                    </a:cubicBezTo>
                    <a:cubicBezTo>
                      <a:pt x="268" y="213"/>
                      <a:pt x="280" y="210"/>
                      <a:pt x="293" y="205"/>
                    </a:cubicBezTo>
                    <a:cubicBezTo>
                      <a:pt x="325" y="189"/>
                      <a:pt x="338" y="148"/>
                      <a:pt x="322" y="117"/>
                    </a:cubicBezTo>
                    <a:cubicBezTo>
                      <a:pt x="290" y="64"/>
                      <a:pt x="243" y="29"/>
                      <a:pt x="187" y="13"/>
                    </a:cubicBezTo>
                    <a:cubicBezTo>
                      <a:pt x="167" y="4"/>
                      <a:pt x="145" y="0"/>
                      <a:pt x="1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4" name="Google Shape;3514;p49"/>
              <p:cNvSpPr/>
              <p:nvPr/>
            </p:nvSpPr>
            <p:spPr>
              <a:xfrm>
                <a:off x="11220146" y="1674008"/>
                <a:ext cx="36156" cy="2206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02" extrusionOk="0">
                    <a:moveTo>
                      <a:pt x="212" y="0"/>
                    </a:moveTo>
                    <a:cubicBezTo>
                      <a:pt x="194" y="0"/>
                      <a:pt x="177" y="3"/>
                      <a:pt x="161" y="9"/>
                    </a:cubicBezTo>
                    <a:cubicBezTo>
                      <a:pt x="107" y="22"/>
                      <a:pt x="54" y="53"/>
                      <a:pt x="19" y="101"/>
                    </a:cubicBezTo>
                    <a:cubicBezTo>
                      <a:pt x="0" y="132"/>
                      <a:pt x="13" y="173"/>
                      <a:pt x="44" y="189"/>
                    </a:cubicBezTo>
                    <a:cubicBezTo>
                      <a:pt x="57" y="198"/>
                      <a:pt x="69" y="201"/>
                      <a:pt x="82" y="201"/>
                    </a:cubicBezTo>
                    <a:cubicBezTo>
                      <a:pt x="123" y="195"/>
                      <a:pt x="161" y="185"/>
                      <a:pt x="201" y="170"/>
                    </a:cubicBezTo>
                    <a:cubicBezTo>
                      <a:pt x="242" y="167"/>
                      <a:pt x="283" y="148"/>
                      <a:pt x="315" y="119"/>
                    </a:cubicBezTo>
                    <a:cubicBezTo>
                      <a:pt x="330" y="94"/>
                      <a:pt x="330" y="63"/>
                      <a:pt x="315" y="41"/>
                    </a:cubicBezTo>
                    <a:cubicBezTo>
                      <a:pt x="285" y="13"/>
                      <a:pt x="248" y="0"/>
                      <a:pt x="2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5" name="Google Shape;3515;p49"/>
              <p:cNvSpPr/>
              <p:nvPr/>
            </p:nvSpPr>
            <p:spPr>
              <a:xfrm>
                <a:off x="11298793" y="1816885"/>
                <a:ext cx="21082" cy="994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91" extrusionOk="0">
                    <a:moveTo>
                      <a:pt x="184" y="1"/>
                    </a:moveTo>
                    <a:cubicBezTo>
                      <a:pt x="182" y="1"/>
                      <a:pt x="181" y="2"/>
                      <a:pt x="180" y="3"/>
                    </a:cubicBezTo>
                    <a:lnTo>
                      <a:pt x="175" y="4"/>
                    </a:lnTo>
                    <a:lnTo>
                      <a:pt x="175" y="4"/>
                    </a:lnTo>
                    <a:cubicBezTo>
                      <a:pt x="176" y="4"/>
                      <a:pt x="176" y="4"/>
                      <a:pt x="176" y="3"/>
                    </a:cubicBezTo>
                    <a:lnTo>
                      <a:pt x="176" y="3"/>
                    </a:lnTo>
                    <a:lnTo>
                      <a:pt x="0" y="35"/>
                    </a:lnTo>
                    <a:cubicBezTo>
                      <a:pt x="2" y="36"/>
                      <a:pt x="3" y="36"/>
                      <a:pt x="5" y="37"/>
                    </a:cubicBezTo>
                    <a:lnTo>
                      <a:pt x="5" y="37"/>
                    </a:lnTo>
                    <a:lnTo>
                      <a:pt x="175" y="4"/>
                    </a:lnTo>
                    <a:lnTo>
                      <a:pt x="175" y="4"/>
                    </a:lnTo>
                    <a:cubicBezTo>
                      <a:pt x="151" y="23"/>
                      <a:pt x="132" y="54"/>
                      <a:pt x="98" y="57"/>
                    </a:cubicBezTo>
                    <a:cubicBezTo>
                      <a:pt x="65" y="57"/>
                      <a:pt x="35" y="51"/>
                      <a:pt x="5" y="37"/>
                    </a:cubicBezTo>
                    <a:lnTo>
                      <a:pt x="5" y="37"/>
                    </a:lnTo>
                    <a:lnTo>
                      <a:pt x="0" y="38"/>
                    </a:lnTo>
                    <a:cubicBezTo>
                      <a:pt x="22" y="70"/>
                      <a:pt x="56" y="91"/>
                      <a:pt x="95" y="91"/>
                    </a:cubicBezTo>
                    <a:cubicBezTo>
                      <a:pt x="102" y="91"/>
                      <a:pt x="109" y="90"/>
                      <a:pt x="117" y="88"/>
                    </a:cubicBezTo>
                    <a:cubicBezTo>
                      <a:pt x="158" y="82"/>
                      <a:pt x="183" y="44"/>
                      <a:pt x="192" y="7"/>
                    </a:cubicBezTo>
                    <a:cubicBezTo>
                      <a:pt x="192" y="4"/>
                      <a:pt x="188" y="1"/>
                      <a:pt x="1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6" name="Google Shape;3516;p49"/>
              <p:cNvSpPr/>
              <p:nvPr/>
            </p:nvSpPr>
            <p:spPr>
              <a:xfrm>
                <a:off x="11247126" y="1675756"/>
                <a:ext cx="58986" cy="125293"/>
              </a:xfrm>
              <a:custGeom>
                <a:avLst/>
                <a:gdLst/>
                <a:ahLst/>
                <a:cxnLst/>
                <a:rect l="l" t="t" r="r" b="b"/>
                <a:pathLst>
                  <a:path w="540" h="1147" extrusionOk="0">
                    <a:moveTo>
                      <a:pt x="139" y="1"/>
                    </a:moveTo>
                    <a:cubicBezTo>
                      <a:pt x="135" y="1"/>
                      <a:pt x="131" y="3"/>
                      <a:pt x="131" y="9"/>
                    </a:cubicBezTo>
                    <a:cubicBezTo>
                      <a:pt x="55" y="320"/>
                      <a:pt x="11" y="638"/>
                      <a:pt x="2" y="959"/>
                    </a:cubicBezTo>
                    <a:cubicBezTo>
                      <a:pt x="0" y="968"/>
                      <a:pt x="6" y="971"/>
                      <a:pt x="17" y="971"/>
                    </a:cubicBezTo>
                    <a:cubicBezTo>
                      <a:pt x="53" y="971"/>
                      <a:pt x="137" y="934"/>
                      <a:pt x="159" y="924"/>
                    </a:cubicBezTo>
                    <a:lnTo>
                      <a:pt x="159" y="924"/>
                    </a:lnTo>
                    <a:cubicBezTo>
                      <a:pt x="159" y="924"/>
                      <a:pt x="149" y="1034"/>
                      <a:pt x="149" y="1107"/>
                    </a:cubicBezTo>
                    <a:lnTo>
                      <a:pt x="149" y="1113"/>
                    </a:lnTo>
                    <a:lnTo>
                      <a:pt x="149" y="1126"/>
                    </a:lnTo>
                    <a:cubicBezTo>
                      <a:pt x="153" y="1132"/>
                      <a:pt x="159" y="1141"/>
                      <a:pt x="168" y="1145"/>
                    </a:cubicBezTo>
                    <a:lnTo>
                      <a:pt x="209" y="1145"/>
                    </a:lnTo>
                    <a:cubicBezTo>
                      <a:pt x="228" y="1146"/>
                      <a:pt x="247" y="1147"/>
                      <a:pt x="266" y="1147"/>
                    </a:cubicBezTo>
                    <a:cubicBezTo>
                      <a:pt x="285" y="1147"/>
                      <a:pt x="304" y="1146"/>
                      <a:pt x="322" y="1145"/>
                    </a:cubicBezTo>
                    <a:cubicBezTo>
                      <a:pt x="410" y="1132"/>
                      <a:pt x="489" y="1082"/>
                      <a:pt x="536" y="1012"/>
                    </a:cubicBezTo>
                    <a:cubicBezTo>
                      <a:pt x="539" y="1003"/>
                      <a:pt x="530" y="997"/>
                      <a:pt x="524" y="990"/>
                    </a:cubicBezTo>
                    <a:cubicBezTo>
                      <a:pt x="442" y="1058"/>
                      <a:pt x="341" y="1093"/>
                      <a:pt x="235" y="1093"/>
                    </a:cubicBezTo>
                    <a:cubicBezTo>
                      <a:pt x="222" y="1093"/>
                      <a:pt x="209" y="1092"/>
                      <a:pt x="197" y="1091"/>
                    </a:cubicBezTo>
                    <a:cubicBezTo>
                      <a:pt x="193" y="1060"/>
                      <a:pt x="225" y="849"/>
                      <a:pt x="212" y="849"/>
                    </a:cubicBezTo>
                    <a:lnTo>
                      <a:pt x="212" y="849"/>
                    </a:lnTo>
                    <a:cubicBezTo>
                      <a:pt x="162" y="858"/>
                      <a:pt x="112" y="874"/>
                      <a:pt x="64" y="893"/>
                    </a:cubicBezTo>
                    <a:cubicBezTo>
                      <a:pt x="74" y="597"/>
                      <a:pt x="137" y="305"/>
                      <a:pt x="146" y="9"/>
                    </a:cubicBezTo>
                    <a:cubicBezTo>
                      <a:pt x="148" y="4"/>
                      <a:pt x="143" y="1"/>
                      <a:pt x="1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7" name="Google Shape;3517;p49"/>
              <p:cNvSpPr/>
              <p:nvPr/>
            </p:nvSpPr>
            <p:spPr>
              <a:xfrm>
                <a:off x="11277820" y="1785207"/>
                <a:ext cx="36484" cy="27309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50" extrusionOk="0">
                    <a:moveTo>
                      <a:pt x="274" y="1"/>
                    </a:moveTo>
                    <a:cubicBezTo>
                      <a:pt x="199" y="76"/>
                      <a:pt x="104" y="124"/>
                      <a:pt x="0" y="139"/>
                    </a:cubicBezTo>
                    <a:cubicBezTo>
                      <a:pt x="45" y="187"/>
                      <a:pt x="101" y="221"/>
                      <a:pt x="158" y="240"/>
                    </a:cubicBezTo>
                    <a:cubicBezTo>
                      <a:pt x="175" y="246"/>
                      <a:pt x="192" y="249"/>
                      <a:pt x="210" y="249"/>
                    </a:cubicBezTo>
                    <a:cubicBezTo>
                      <a:pt x="227" y="249"/>
                      <a:pt x="244" y="246"/>
                      <a:pt x="262" y="240"/>
                    </a:cubicBezTo>
                    <a:cubicBezTo>
                      <a:pt x="334" y="218"/>
                      <a:pt x="328" y="152"/>
                      <a:pt x="312" y="92"/>
                    </a:cubicBezTo>
                    <a:cubicBezTo>
                      <a:pt x="306" y="61"/>
                      <a:pt x="290" y="29"/>
                      <a:pt x="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8" name="Google Shape;3518;p49"/>
              <p:cNvSpPr/>
              <p:nvPr/>
            </p:nvSpPr>
            <p:spPr>
              <a:xfrm>
                <a:off x="11294970" y="1795257"/>
                <a:ext cx="19334" cy="17259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58" extrusionOk="0">
                    <a:moveTo>
                      <a:pt x="155" y="0"/>
                    </a:moveTo>
                    <a:lnTo>
                      <a:pt x="155" y="0"/>
                    </a:lnTo>
                    <a:cubicBezTo>
                      <a:pt x="73" y="6"/>
                      <a:pt x="10" y="69"/>
                      <a:pt x="1" y="148"/>
                    </a:cubicBezTo>
                    <a:cubicBezTo>
                      <a:pt x="18" y="154"/>
                      <a:pt x="35" y="157"/>
                      <a:pt x="53" y="157"/>
                    </a:cubicBezTo>
                    <a:cubicBezTo>
                      <a:pt x="70" y="157"/>
                      <a:pt x="87" y="154"/>
                      <a:pt x="105" y="148"/>
                    </a:cubicBezTo>
                    <a:cubicBezTo>
                      <a:pt x="177" y="126"/>
                      <a:pt x="171" y="60"/>
                      <a:pt x="155" y="0"/>
                    </a:cubicBezTo>
                    <a:close/>
                  </a:path>
                </a:pathLst>
              </a:custGeom>
              <a:solidFill>
                <a:srgbClr val="F392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9" name="Google Shape;3519;p49"/>
              <p:cNvSpPr/>
              <p:nvPr/>
            </p:nvSpPr>
            <p:spPr>
              <a:xfrm>
                <a:off x="11154825" y="1521520"/>
                <a:ext cx="331193" cy="224369"/>
              </a:xfrm>
              <a:custGeom>
                <a:avLst/>
                <a:gdLst/>
                <a:ahLst/>
                <a:cxnLst/>
                <a:rect l="l" t="t" r="r" b="b"/>
                <a:pathLst>
                  <a:path w="3032" h="2054" extrusionOk="0">
                    <a:moveTo>
                      <a:pt x="592" y="0"/>
                    </a:moveTo>
                    <a:cubicBezTo>
                      <a:pt x="587" y="0"/>
                      <a:pt x="581" y="1"/>
                      <a:pt x="576" y="3"/>
                    </a:cubicBezTo>
                    <a:cubicBezTo>
                      <a:pt x="497" y="25"/>
                      <a:pt x="460" y="308"/>
                      <a:pt x="460" y="308"/>
                    </a:cubicBezTo>
                    <a:cubicBezTo>
                      <a:pt x="460" y="308"/>
                      <a:pt x="306" y="172"/>
                      <a:pt x="219" y="172"/>
                    </a:cubicBezTo>
                    <a:cubicBezTo>
                      <a:pt x="198" y="172"/>
                      <a:pt x="180" y="180"/>
                      <a:pt x="170" y="201"/>
                    </a:cubicBezTo>
                    <a:cubicBezTo>
                      <a:pt x="117" y="305"/>
                      <a:pt x="1" y="805"/>
                      <a:pt x="438" y="984"/>
                    </a:cubicBezTo>
                    <a:cubicBezTo>
                      <a:pt x="530" y="1023"/>
                      <a:pt x="630" y="1038"/>
                      <a:pt x="728" y="1038"/>
                    </a:cubicBezTo>
                    <a:cubicBezTo>
                      <a:pt x="1093" y="1038"/>
                      <a:pt x="1454" y="830"/>
                      <a:pt x="1454" y="830"/>
                    </a:cubicBezTo>
                    <a:cubicBezTo>
                      <a:pt x="1520" y="1280"/>
                      <a:pt x="2111" y="1405"/>
                      <a:pt x="2111" y="1405"/>
                    </a:cubicBezTo>
                    <a:cubicBezTo>
                      <a:pt x="2111" y="1405"/>
                      <a:pt x="2149" y="2034"/>
                      <a:pt x="2498" y="2053"/>
                    </a:cubicBezTo>
                    <a:cubicBezTo>
                      <a:pt x="2499" y="2053"/>
                      <a:pt x="2501" y="2053"/>
                      <a:pt x="2502" y="2053"/>
                    </a:cubicBezTo>
                    <a:cubicBezTo>
                      <a:pt x="2722" y="2053"/>
                      <a:pt x="3032" y="1058"/>
                      <a:pt x="2941" y="868"/>
                    </a:cubicBezTo>
                    <a:cubicBezTo>
                      <a:pt x="2856" y="669"/>
                      <a:pt x="2583" y="600"/>
                      <a:pt x="2583" y="600"/>
                    </a:cubicBezTo>
                    <a:cubicBezTo>
                      <a:pt x="2583" y="600"/>
                      <a:pt x="2347" y="59"/>
                      <a:pt x="1828" y="25"/>
                    </a:cubicBezTo>
                    <a:cubicBezTo>
                      <a:pt x="1784" y="23"/>
                      <a:pt x="1741" y="22"/>
                      <a:pt x="1697" y="22"/>
                    </a:cubicBezTo>
                    <a:cubicBezTo>
                      <a:pt x="1371" y="22"/>
                      <a:pt x="1047" y="64"/>
                      <a:pt x="730" y="150"/>
                    </a:cubicBezTo>
                    <a:cubicBezTo>
                      <a:pt x="730" y="150"/>
                      <a:pt x="665" y="0"/>
                      <a:pt x="5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0" name="Google Shape;3520;p49"/>
              <p:cNvSpPr/>
              <p:nvPr/>
            </p:nvSpPr>
            <p:spPr>
              <a:xfrm>
                <a:off x="11312884" y="1602461"/>
                <a:ext cx="79740" cy="6925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4" extrusionOk="0">
                    <a:moveTo>
                      <a:pt x="22" y="1"/>
                    </a:moveTo>
                    <a:cubicBezTo>
                      <a:pt x="0" y="95"/>
                      <a:pt x="3" y="189"/>
                      <a:pt x="32" y="274"/>
                    </a:cubicBezTo>
                    <a:cubicBezTo>
                      <a:pt x="57" y="369"/>
                      <a:pt x="117" y="450"/>
                      <a:pt x="192" y="510"/>
                    </a:cubicBezTo>
                    <a:cubicBezTo>
                      <a:pt x="268" y="567"/>
                      <a:pt x="356" y="605"/>
                      <a:pt x="450" y="620"/>
                    </a:cubicBezTo>
                    <a:cubicBezTo>
                      <a:pt x="498" y="623"/>
                      <a:pt x="535" y="633"/>
                      <a:pt x="576" y="633"/>
                    </a:cubicBezTo>
                    <a:cubicBezTo>
                      <a:pt x="581" y="633"/>
                      <a:pt x="586" y="633"/>
                      <a:pt x="592" y="633"/>
                    </a:cubicBezTo>
                    <a:cubicBezTo>
                      <a:pt x="639" y="627"/>
                      <a:pt x="683" y="627"/>
                      <a:pt x="730" y="623"/>
                    </a:cubicBezTo>
                    <a:cubicBezTo>
                      <a:pt x="683" y="620"/>
                      <a:pt x="636" y="620"/>
                      <a:pt x="592" y="614"/>
                    </a:cubicBezTo>
                    <a:cubicBezTo>
                      <a:pt x="551" y="605"/>
                      <a:pt x="504" y="601"/>
                      <a:pt x="460" y="589"/>
                    </a:cubicBezTo>
                    <a:cubicBezTo>
                      <a:pt x="375" y="570"/>
                      <a:pt x="290" y="529"/>
                      <a:pt x="217" y="479"/>
                    </a:cubicBezTo>
                    <a:cubicBezTo>
                      <a:pt x="148" y="425"/>
                      <a:pt x="95" y="350"/>
                      <a:pt x="63" y="268"/>
                    </a:cubicBezTo>
                    <a:cubicBezTo>
                      <a:pt x="35" y="180"/>
                      <a:pt x="19" y="89"/>
                      <a:pt x="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1" name="Google Shape;3521;p49"/>
              <p:cNvSpPr/>
              <p:nvPr/>
            </p:nvSpPr>
            <p:spPr>
              <a:xfrm>
                <a:off x="11281644" y="1518461"/>
                <a:ext cx="155656" cy="75591"/>
              </a:xfrm>
              <a:custGeom>
                <a:avLst/>
                <a:gdLst/>
                <a:ahLst/>
                <a:cxnLst/>
                <a:rect l="l" t="t" r="r" b="b"/>
                <a:pathLst>
                  <a:path w="1425" h="692" extrusionOk="0">
                    <a:moveTo>
                      <a:pt x="660" y="1"/>
                    </a:moveTo>
                    <a:cubicBezTo>
                      <a:pt x="584" y="1"/>
                      <a:pt x="506" y="9"/>
                      <a:pt x="431" y="24"/>
                    </a:cubicBezTo>
                    <a:cubicBezTo>
                      <a:pt x="356" y="46"/>
                      <a:pt x="280" y="53"/>
                      <a:pt x="211" y="81"/>
                    </a:cubicBezTo>
                    <a:cubicBezTo>
                      <a:pt x="142" y="109"/>
                      <a:pt x="69" y="131"/>
                      <a:pt x="0" y="160"/>
                    </a:cubicBezTo>
                    <a:cubicBezTo>
                      <a:pt x="69" y="141"/>
                      <a:pt x="138" y="119"/>
                      <a:pt x="214" y="100"/>
                    </a:cubicBezTo>
                    <a:cubicBezTo>
                      <a:pt x="289" y="81"/>
                      <a:pt x="362" y="62"/>
                      <a:pt x="434" y="56"/>
                    </a:cubicBezTo>
                    <a:cubicBezTo>
                      <a:pt x="510" y="49"/>
                      <a:pt x="582" y="40"/>
                      <a:pt x="654" y="40"/>
                    </a:cubicBezTo>
                    <a:lnTo>
                      <a:pt x="764" y="49"/>
                    </a:lnTo>
                    <a:cubicBezTo>
                      <a:pt x="802" y="53"/>
                      <a:pt x="837" y="62"/>
                      <a:pt x="871" y="68"/>
                    </a:cubicBezTo>
                    <a:cubicBezTo>
                      <a:pt x="1016" y="100"/>
                      <a:pt x="1148" y="178"/>
                      <a:pt x="1242" y="288"/>
                    </a:cubicBezTo>
                    <a:cubicBezTo>
                      <a:pt x="1337" y="408"/>
                      <a:pt x="1400" y="543"/>
                      <a:pt x="1425" y="691"/>
                    </a:cubicBezTo>
                    <a:cubicBezTo>
                      <a:pt x="1419" y="537"/>
                      <a:pt x="1362" y="386"/>
                      <a:pt x="1274" y="270"/>
                    </a:cubicBezTo>
                    <a:cubicBezTo>
                      <a:pt x="1173" y="147"/>
                      <a:pt x="1041" y="62"/>
                      <a:pt x="887" y="24"/>
                    </a:cubicBezTo>
                    <a:cubicBezTo>
                      <a:pt x="813" y="9"/>
                      <a:pt x="737" y="1"/>
                      <a:pt x="6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2" name="Google Shape;3522;p49"/>
              <p:cNvSpPr/>
              <p:nvPr/>
            </p:nvSpPr>
            <p:spPr>
              <a:xfrm>
                <a:off x="11406606" y="1714534"/>
                <a:ext cx="42710" cy="62919"/>
              </a:xfrm>
              <a:custGeom>
                <a:avLst/>
                <a:gdLst/>
                <a:ahLst/>
                <a:cxnLst/>
                <a:rect l="l" t="t" r="r" b="b"/>
                <a:pathLst>
                  <a:path w="391" h="576" extrusionOk="0">
                    <a:moveTo>
                      <a:pt x="391" y="0"/>
                    </a:moveTo>
                    <a:cubicBezTo>
                      <a:pt x="133" y="44"/>
                      <a:pt x="1" y="349"/>
                      <a:pt x="36" y="554"/>
                    </a:cubicBezTo>
                    <a:lnTo>
                      <a:pt x="36" y="557"/>
                    </a:lnTo>
                    <a:cubicBezTo>
                      <a:pt x="36" y="568"/>
                      <a:pt x="44" y="575"/>
                      <a:pt x="52" y="575"/>
                    </a:cubicBezTo>
                    <a:cubicBezTo>
                      <a:pt x="58" y="575"/>
                      <a:pt x="63" y="572"/>
                      <a:pt x="67" y="566"/>
                    </a:cubicBezTo>
                    <a:cubicBezTo>
                      <a:pt x="83" y="519"/>
                      <a:pt x="105" y="472"/>
                      <a:pt x="130" y="428"/>
                    </a:cubicBezTo>
                    <a:cubicBezTo>
                      <a:pt x="156" y="386"/>
                      <a:pt x="205" y="359"/>
                      <a:pt x="253" y="359"/>
                    </a:cubicBezTo>
                    <a:cubicBezTo>
                      <a:pt x="263" y="359"/>
                      <a:pt x="272" y="360"/>
                      <a:pt x="281" y="362"/>
                    </a:cubicBezTo>
                    <a:lnTo>
                      <a:pt x="287" y="355"/>
                    </a:lnTo>
                    <a:cubicBezTo>
                      <a:pt x="287" y="355"/>
                      <a:pt x="287" y="352"/>
                      <a:pt x="281" y="352"/>
                    </a:cubicBezTo>
                    <a:cubicBezTo>
                      <a:pt x="271" y="346"/>
                      <a:pt x="262" y="340"/>
                      <a:pt x="249" y="337"/>
                    </a:cubicBezTo>
                    <a:cubicBezTo>
                      <a:pt x="235" y="331"/>
                      <a:pt x="219" y="328"/>
                      <a:pt x="204" y="328"/>
                    </a:cubicBezTo>
                    <a:cubicBezTo>
                      <a:pt x="151" y="328"/>
                      <a:pt x="100" y="361"/>
                      <a:pt x="83" y="412"/>
                    </a:cubicBezTo>
                    <a:cubicBezTo>
                      <a:pt x="130" y="252"/>
                      <a:pt x="196" y="91"/>
                      <a:pt x="391" y="6"/>
                    </a:cubicBezTo>
                    <a:lnTo>
                      <a:pt x="3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3" name="Google Shape;3523;p49"/>
              <p:cNvSpPr/>
              <p:nvPr/>
            </p:nvSpPr>
            <p:spPr>
              <a:xfrm>
                <a:off x="10534056" y="1994169"/>
                <a:ext cx="1599710" cy="1196779"/>
              </a:xfrm>
              <a:custGeom>
                <a:avLst/>
                <a:gdLst/>
                <a:ahLst/>
                <a:cxnLst/>
                <a:rect l="l" t="t" r="r" b="b"/>
                <a:pathLst>
                  <a:path w="14645" h="10956" extrusionOk="0">
                    <a:moveTo>
                      <a:pt x="13163" y="0"/>
                    </a:moveTo>
                    <a:lnTo>
                      <a:pt x="0" y="2240"/>
                    </a:lnTo>
                    <a:lnTo>
                      <a:pt x="1481" y="10955"/>
                    </a:lnTo>
                    <a:lnTo>
                      <a:pt x="14644" y="8719"/>
                    </a:lnTo>
                    <a:lnTo>
                      <a:pt x="131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4" name="Google Shape;3524;p49"/>
              <p:cNvSpPr/>
              <p:nvPr/>
            </p:nvSpPr>
            <p:spPr>
              <a:xfrm>
                <a:off x="10532636" y="1991002"/>
                <a:ext cx="1605609" cy="1202350"/>
              </a:xfrm>
              <a:custGeom>
                <a:avLst/>
                <a:gdLst/>
                <a:ahLst/>
                <a:cxnLst/>
                <a:rect l="l" t="t" r="r" b="b"/>
                <a:pathLst>
                  <a:path w="14699" h="11007" extrusionOk="0">
                    <a:moveTo>
                      <a:pt x="13151" y="51"/>
                    </a:moveTo>
                    <a:lnTo>
                      <a:pt x="14626" y="8726"/>
                    </a:lnTo>
                    <a:lnTo>
                      <a:pt x="1504" y="10953"/>
                    </a:lnTo>
                    <a:lnTo>
                      <a:pt x="32" y="2281"/>
                    </a:lnTo>
                    <a:lnTo>
                      <a:pt x="13151" y="51"/>
                    </a:lnTo>
                    <a:close/>
                    <a:moveTo>
                      <a:pt x="13210" y="1"/>
                    </a:moveTo>
                    <a:lnTo>
                      <a:pt x="23" y="2240"/>
                    </a:lnTo>
                    <a:lnTo>
                      <a:pt x="0" y="2247"/>
                    </a:lnTo>
                    <a:lnTo>
                      <a:pt x="1485" y="10981"/>
                    </a:lnTo>
                    <a:lnTo>
                      <a:pt x="1485" y="11006"/>
                    </a:lnTo>
                    <a:lnTo>
                      <a:pt x="14676" y="8764"/>
                    </a:lnTo>
                    <a:lnTo>
                      <a:pt x="14698" y="8760"/>
                    </a:lnTo>
                    <a:lnTo>
                      <a:pt x="132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5" name="Google Shape;3525;p49"/>
              <p:cNvSpPr/>
              <p:nvPr/>
            </p:nvSpPr>
            <p:spPr>
              <a:xfrm>
                <a:off x="11153842" y="2426622"/>
                <a:ext cx="358064" cy="331419"/>
              </a:xfrm>
              <a:custGeom>
                <a:avLst/>
                <a:gdLst/>
                <a:ahLst/>
                <a:cxnLst/>
                <a:rect l="l" t="t" r="r" b="b"/>
                <a:pathLst>
                  <a:path w="3278" h="3034" extrusionOk="0">
                    <a:moveTo>
                      <a:pt x="1644" y="1"/>
                    </a:moveTo>
                    <a:cubicBezTo>
                      <a:pt x="1558" y="1"/>
                      <a:pt x="1471" y="8"/>
                      <a:pt x="1384" y="23"/>
                    </a:cubicBezTo>
                    <a:lnTo>
                      <a:pt x="1381" y="23"/>
                    </a:lnTo>
                    <a:cubicBezTo>
                      <a:pt x="554" y="168"/>
                      <a:pt x="0" y="951"/>
                      <a:pt x="148" y="1775"/>
                    </a:cubicBezTo>
                    <a:cubicBezTo>
                      <a:pt x="277" y="2515"/>
                      <a:pt x="917" y="3033"/>
                      <a:pt x="1641" y="3033"/>
                    </a:cubicBezTo>
                    <a:cubicBezTo>
                      <a:pt x="1726" y="3033"/>
                      <a:pt x="1813" y="3026"/>
                      <a:pt x="1900" y="3011"/>
                    </a:cubicBezTo>
                    <a:cubicBezTo>
                      <a:pt x="2727" y="2866"/>
                      <a:pt x="3277" y="2083"/>
                      <a:pt x="3136" y="1256"/>
                    </a:cubicBezTo>
                    <a:cubicBezTo>
                      <a:pt x="3009" y="519"/>
                      <a:pt x="2369" y="1"/>
                      <a:pt x="16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6" name="Google Shape;3526;p49"/>
              <p:cNvSpPr/>
              <p:nvPr/>
            </p:nvSpPr>
            <p:spPr>
              <a:xfrm>
                <a:off x="11252042" y="2534216"/>
                <a:ext cx="184603" cy="137855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262" extrusionOk="0">
                    <a:moveTo>
                      <a:pt x="1" y="1"/>
                    </a:moveTo>
                    <a:lnTo>
                      <a:pt x="218" y="1262"/>
                    </a:lnTo>
                    <a:lnTo>
                      <a:pt x="1690" y="36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7" name="Google Shape;3527;p49"/>
              <p:cNvSpPr/>
              <p:nvPr/>
            </p:nvSpPr>
            <p:spPr>
              <a:xfrm>
                <a:off x="10683159" y="2872291"/>
                <a:ext cx="1450608" cy="318966"/>
              </a:xfrm>
              <a:custGeom>
                <a:avLst/>
                <a:gdLst/>
                <a:ahLst/>
                <a:cxnLst/>
                <a:rect l="l" t="t" r="r" b="b"/>
                <a:pathLst>
                  <a:path w="13280" h="2920" extrusionOk="0">
                    <a:moveTo>
                      <a:pt x="13163" y="0"/>
                    </a:moveTo>
                    <a:lnTo>
                      <a:pt x="0" y="2237"/>
                    </a:lnTo>
                    <a:lnTo>
                      <a:pt x="116" y="2919"/>
                    </a:lnTo>
                    <a:lnTo>
                      <a:pt x="13279" y="683"/>
                    </a:lnTo>
                    <a:lnTo>
                      <a:pt x="1316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8" name="Google Shape;3528;p49"/>
              <p:cNvSpPr/>
              <p:nvPr/>
            </p:nvSpPr>
            <p:spPr>
              <a:xfrm>
                <a:off x="10774477" y="2922101"/>
                <a:ext cx="1213901" cy="227864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2086" extrusionOk="0">
                    <a:moveTo>
                      <a:pt x="11078" y="1"/>
                    </a:moveTo>
                    <a:lnTo>
                      <a:pt x="1" y="1884"/>
                    </a:lnTo>
                    <a:lnTo>
                      <a:pt x="35" y="2086"/>
                    </a:lnTo>
                    <a:lnTo>
                      <a:pt x="11113" y="202"/>
                    </a:lnTo>
                    <a:lnTo>
                      <a:pt x="11078" y="1"/>
                    </a:lnTo>
                    <a:close/>
                  </a:path>
                </a:pathLst>
              </a:custGeom>
              <a:solidFill>
                <a:srgbClr val="423542">
                  <a:alpha val="25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9" name="Google Shape;3529;p49"/>
              <p:cNvSpPr/>
              <p:nvPr/>
            </p:nvSpPr>
            <p:spPr>
              <a:xfrm>
                <a:off x="10698233" y="3120031"/>
                <a:ext cx="55053" cy="55054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04" extrusionOk="0">
                    <a:moveTo>
                      <a:pt x="431" y="0"/>
                    </a:moveTo>
                    <a:lnTo>
                      <a:pt x="0" y="72"/>
                    </a:lnTo>
                    <a:lnTo>
                      <a:pt x="73" y="503"/>
                    </a:lnTo>
                    <a:lnTo>
                      <a:pt x="504" y="431"/>
                    </a:lnTo>
                    <a:lnTo>
                      <a:pt x="4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0" name="Google Shape;3530;p49"/>
              <p:cNvSpPr/>
              <p:nvPr/>
            </p:nvSpPr>
            <p:spPr>
              <a:xfrm>
                <a:off x="10710904" y="3132702"/>
                <a:ext cx="14200" cy="31678"/>
              </a:xfrm>
              <a:custGeom>
                <a:avLst/>
                <a:gdLst/>
                <a:ahLst/>
                <a:cxnLst/>
                <a:rect l="l" t="t" r="r" b="b"/>
                <a:pathLst>
                  <a:path w="130" h="290" extrusionOk="0">
                    <a:moveTo>
                      <a:pt x="83" y="1"/>
                    </a:moveTo>
                    <a:lnTo>
                      <a:pt x="1" y="16"/>
                    </a:lnTo>
                    <a:lnTo>
                      <a:pt x="48" y="290"/>
                    </a:lnTo>
                    <a:lnTo>
                      <a:pt x="130" y="277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1" name="Google Shape;3531;p49"/>
              <p:cNvSpPr/>
              <p:nvPr/>
            </p:nvSpPr>
            <p:spPr>
              <a:xfrm>
                <a:off x="10727398" y="3129971"/>
                <a:ext cx="13873" cy="31678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90" extrusionOk="0">
                    <a:moveTo>
                      <a:pt x="83" y="0"/>
                    </a:moveTo>
                    <a:lnTo>
                      <a:pt x="1" y="13"/>
                    </a:lnTo>
                    <a:lnTo>
                      <a:pt x="48" y="290"/>
                    </a:lnTo>
                    <a:lnTo>
                      <a:pt x="127" y="274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2" name="Google Shape;3532;p49"/>
              <p:cNvSpPr/>
              <p:nvPr/>
            </p:nvSpPr>
            <p:spPr>
              <a:xfrm>
                <a:off x="12002032" y="2898398"/>
                <a:ext cx="55053" cy="55054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04" extrusionOk="0">
                    <a:moveTo>
                      <a:pt x="432" y="0"/>
                    </a:moveTo>
                    <a:lnTo>
                      <a:pt x="1" y="73"/>
                    </a:lnTo>
                    <a:lnTo>
                      <a:pt x="76" y="504"/>
                    </a:lnTo>
                    <a:lnTo>
                      <a:pt x="504" y="431"/>
                    </a:lnTo>
                    <a:lnTo>
                      <a:pt x="432" y="0"/>
                    </a:lnTo>
                    <a:close/>
                  </a:path>
                </a:pathLst>
              </a:custGeom>
              <a:solidFill>
                <a:srgbClr val="423542">
                  <a:alpha val="25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3" name="Google Shape;3533;p49"/>
              <p:cNvSpPr/>
              <p:nvPr/>
            </p:nvSpPr>
            <p:spPr>
              <a:xfrm>
                <a:off x="12017215" y="2911506"/>
                <a:ext cx="16494" cy="26216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40" extrusionOk="0">
                    <a:moveTo>
                      <a:pt x="113" y="0"/>
                    </a:moveTo>
                    <a:lnTo>
                      <a:pt x="0" y="85"/>
                    </a:lnTo>
                    <a:lnTo>
                      <a:pt x="16" y="192"/>
                    </a:lnTo>
                    <a:lnTo>
                      <a:pt x="151" y="23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4" name="Google Shape;3534;p49"/>
              <p:cNvSpPr/>
              <p:nvPr/>
            </p:nvSpPr>
            <p:spPr>
              <a:xfrm>
                <a:off x="12058068" y="2888785"/>
                <a:ext cx="55053" cy="55054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04" extrusionOk="0">
                    <a:moveTo>
                      <a:pt x="431" y="0"/>
                    </a:moveTo>
                    <a:lnTo>
                      <a:pt x="0" y="76"/>
                    </a:lnTo>
                    <a:lnTo>
                      <a:pt x="73" y="504"/>
                    </a:lnTo>
                    <a:lnTo>
                      <a:pt x="504" y="431"/>
                    </a:lnTo>
                    <a:lnTo>
                      <a:pt x="431" y="0"/>
                    </a:lnTo>
                    <a:close/>
                  </a:path>
                </a:pathLst>
              </a:custGeom>
              <a:solidFill>
                <a:srgbClr val="423542">
                  <a:alpha val="25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5" name="Google Shape;3535;p49"/>
              <p:cNvSpPr/>
              <p:nvPr/>
            </p:nvSpPr>
            <p:spPr>
              <a:xfrm>
                <a:off x="12067025" y="2899381"/>
                <a:ext cx="22720" cy="23158"/>
              </a:xfrm>
              <a:custGeom>
                <a:avLst/>
                <a:gdLst/>
                <a:ahLst/>
                <a:cxnLst/>
                <a:rect l="l" t="t" r="r" b="b"/>
                <a:pathLst>
                  <a:path w="208" h="212" extrusionOk="0">
                    <a:moveTo>
                      <a:pt x="179" y="1"/>
                    </a:moveTo>
                    <a:lnTo>
                      <a:pt x="0" y="32"/>
                    </a:lnTo>
                    <a:lnTo>
                      <a:pt x="32" y="212"/>
                    </a:lnTo>
                    <a:lnTo>
                      <a:pt x="208" y="180"/>
                    </a:lnTo>
                    <a:lnTo>
                      <a:pt x="179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6" name="Google Shape;3536;p49"/>
              <p:cNvSpPr/>
              <p:nvPr/>
            </p:nvSpPr>
            <p:spPr>
              <a:xfrm>
                <a:off x="12080568" y="2911018"/>
                <a:ext cx="23157" cy="22721"/>
              </a:xfrm>
              <a:custGeom>
                <a:avLst/>
                <a:gdLst/>
                <a:ahLst/>
                <a:cxnLst/>
                <a:rect l="l" t="t" r="r" b="b"/>
                <a:pathLst>
                  <a:path w="212" h="208" extrusionOk="0">
                    <a:moveTo>
                      <a:pt x="180" y="0"/>
                    </a:moveTo>
                    <a:lnTo>
                      <a:pt x="0" y="31"/>
                    </a:lnTo>
                    <a:lnTo>
                      <a:pt x="32" y="208"/>
                    </a:lnTo>
                    <a:lnTo>
                      <a:pt x="211" y="179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7" name="Google Shape;3537;p49"/>
              <p:cNvSpPr/>
              <p:nvPr/>
            </p:nvSpPr>
            <p:spPr>
              <a:xfrm>
                <a:off x="10773822" y="3087698"/>
                <a:ext cx="233430" cy="61609"/>
              </a:xfrm>
              <a:custGeom>
                <a:avLst/>
                <a:gdLst/>
                <a:ahLst/>
                <a:cxnLst/>
                <a:rect l="l" t="t" r="r" b="b"/>
                <a:pathLst>
                  <a:path w="2137" h="564" extrusionOk="0">
                    <a:moveTo>
                      <a:pt x="2101" y="1"/>
                    </a:moveTo>
                    <a:lnTo>
                      <a:pt x="0" y="359"/>
                    </a:lnTo>
                    <a:lnTo>
                      <a:pt x="35" y="563"/>
                    </a:lnTo>
                    <a:lnTo>
                      <a:pt x="2136" y="205"/>
                    </a:lnTo>
                    <a:cubicBezTo>
                      <a:pt x="2117" y="173"/>
                      <a:pt x="2101" y="142"/>
                      <a:pt x="2095" y="107"/>
                    </a:cubicBezTo>
                    <a:cubicBezTo>
                      <a:pt x="2089" y="73"/>
                      <a:pt x="2092" y="32"/>
                      <a:pt x="21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8" name="Google Shape;3538;p49"/>
              <p:cNvSpPr/>
              <p:nvPr/>
            </p:nvSpPr>
            <p:spPr>
              <a:xfrm>
                <a:off x="11000588" y="3072952"/>
                <a:ext cx="53305" cy="5134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0" extrusionOk="0">
                    <a:moveTo>
                      <a:pt x="257" y="1"/>
                    </a:moveTo>
                    <a:cubicBezTo>
                      <a:pt x="108" y="1"/>
                      <a:pt x="0" y="134"/>
                      <a:pt x="22" y="274"/>
                    </a:cubicBezTo>
                    <a:cubicBezTo>
                      <a:pt x="29" y="308"/>
                      <a:pt x="44" y="346"/>
                      <a:pt x="63" y="371"/>
                    </a:cubicBezTo>
                    <a:cubicBezTo>
                      <a:pt x="106" y="435"/>
                      <a:pt x="177" y="469"/>
                      <a:pt x="251" y="469"/>
                    </a:cubicBezTo>
                    <a:cubicBezTo>
                      <a:pt x="265" y="469"/>
                      <a:pt x="279" y="468"/>
                      <a:pt x="293" y="466"/>
                    </a:cubicBezTo>
                    <a:cubicBezTo>
                      <a:pt x="378" y="450"/>
                      <a:pt x="453" y="387"/>
                      <a:pt x="475" y="302"/>
                    </a:cubicBezTo>
                    <a:cubicBezTo>
                      <a:pt x="485" y="268"/>
                      <a:pt x="488" y="230"/>
                      <a:pt x="482" y="195"/>
                    </a:cubicBezTo>
                    <a:cubicBezTo>
                      <a:pt x="466" y="104"/>
                      <a:pt x="403" y="32"/>
                      <a:pt x="324" y="10"/>
                    </a:cubicBezTo>
                    <a:cubicBezTo>
                      <a:pt x="301" y="4"/>
                      <a:pt x="279" y="1"/>
                      <a:pt x="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9" name="Google Shape;3539;p49"/>
              <p:cNvSpPr/>
              <p:nvPr/>
            </p:nvSpPr>
            <p:spPr>
              <a:xfrm>
                <a:off x="11445165" y="1931361"/>
                <a:ext cx="568664" cy="867544"/>
              </a:xfrm>
              <a:custGeom>
                <a:avLst/>
                <a:gdLst/>
                <a:ahLst/>
                <a:cxnLst/>
                <a:rect l="l" t="t" r="r" b="b"/>
                <a:pathLst>
                  <a:path w="5206" h="7942" extrusionOk="0">
                    <a:moveTo>
                      <a:pt x="427" y="0"/>
                    </a:moveTo>
                    <a:cubicBezTo>
                      <a:pt x="1" y="0"/>
                      <a:pt x="76" y="533"/>
                      <a:pt x="563" y="1198"/>
                    </a:cubicBezTo>
                    <a:cubicBezTo>
                      <a:pt x="1274" y="2182"/>
                      <a:pt x="2617" y="4029"/>
                      <a:pt x="2614" y="4280"/>
                    </a:cubicBezTo>
                    <a:cubicBezTo>
                      <a:pt x="2608" y="4532"/>
                      <a:pt x="1444" y="6730"/>
                      <a:pt x="1538" y="7054"/>
                    </a:cubicBezTo>
                    <a:cubicBezTo>
                      <a:pt x="1619" y="7328"/>
                      <a:pt x="3036" y="7942"/>
                      <a:pt x="3534" y="7942"/>
                    </a:cubicBezTo>
                    <a:cubicBezTo>
                      <a:pt x="3621" y="7942"/>
                      <a:pt x="3680" y="7923"/>
                      <a:pt x="3699" y="7882"/>
                    </a:cubicBezTo>
                    <a:cubicBezTo>
                      <a:pt x="4010" y="7234"/>
                      <a:pt x="5206" y="5167"/>
                      <a:pt x="4894" y="3809"/>
                    </a:cubicBezTo>
                    <a:cubicBezTo>
                      <a:pt x="4564" y="2359"/>
                      <a:pt x="1815" y="654"/>
                      <a:pt x="1186" y="283"/>
                    </a:cubicBezTo>
                    <a:cubicBezTo>
                      <a:pt x="849" y="86"/>
                      <a:pt x="597" y="0"/>
                      <a:pt x="427" y="0"/>
                    </a:cubicBezTo>
                    <a:close/>
                  </a:path>
                </a:pathLst>
              </a:custGeom>
              <a:solidFill>
                <a:srgbClr val="AB6E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0" name="Google Shape;3540;p49"/>
              <p:cNvSpPr/>
              <p:nvPr/>
            </p:nvSpPr>
            <p:spPr>
              <a:xfrm>
                <a:off x="11433804" y="2661035"/>
                <a:ext cx="420327" cy="418698"/>
              </a:xfrm>
              <a:custGeom>
                <a:avLst/>
                <a:gdLst/>
                <a:ahLst/>
                <a:cxnLst/>
                <a:rect l="l" t="t" r="r" b="b"/>
                <a:pathLst>
                  <a:path w="3848" h="3833" extrusionOk="0">
                    <a:moveTo>
                      <a:pt x="1702" y="0"/>
                    </a:moveTo>
                    <a:cubicBezTo>
                      <a:pt x="1702" y="0"/>
                      <a:pt x="1133" y="459"/>
                      <a:pt x="875" y="727"/>
                    </a:cubicBezTo>
                    <a:cubicBezTo>
                      <a:pt x="614" y="994"/>
                      <a:pt x="0" y="2120"/>
                      <a:pt x="268" y="2287"/>
                    </a:cubicBezTo>
                    <a:cubicBezTo>
                      <a:pt x="294" y="2303"/>
                      <a:pt x="321" y="2311"/>
                      <a:pt x="349" y="2311"/>
                    </a:cubicBezTo>
                    <a:cubicBezTo>
                      <a:pt x="614" y="2311"/>
                      <a:pt x="971" y="1641"/>
                      <a:pt x="1101" y="1485"/>
                    </a:cubicBezTo>
                    <a:cubicBezTo>
                      <a:pt x="1178" y="1393"/>
                      <a:pt x="1231" y="1351"/>
                      <a:pt x="1264" y="1351"/>
                    </a:cubicBezTo>
                    <a:cubicBezTo>
                      <a:pt x="1294" y="1351"/>
                      <a:pt x="1307" y="1385"/>
                      <a:pt x="1306" y="1447"/>
                    </a:cubicBezTo>
                    <a:cubicBezTo>
                      <a:pt x="1306" y="1526"/>
                      <a:pt x="1079" y="2051"/>
                      <a:pt x="997" y="2205"/>
                    </a:cubicBezTo>
                    <a:cubicBezTo>
                      <a:pt x="809" y="2551"/>
                      <a:pt x="277" y="2847"/>
                      <a:pt x="482" y="3057"/>
                    </a:cubicBezTo>
                    <a:cubicBezTo>
                      <a:pt x="532" y="3109"/>
                      <a:pt x="595" y="3128"/>
                      <a:pt x="661" y="3128"/>
                    </a:cubicBezTo>
                    <a:cubicBezTo>
                      <a:pt x="829" y="3128"/>
                      <a:pt x="1010" y="3004"/>
                      <a:pt x="1010" y="3004"/>
                    </a:cubicBezTo>
                    <a:lnTo>
                      <a:pt x="1010" y="3004"/>
                    </a:lnTo>
                    <a:cubicBezTo>
                      <a:pt x="1010" y="3004"/>
                      <a:pt x="705" y="3403"/>
                      <a:pt x="960" y="3545"/>
                    </a:cubicBezTo>
                    <a:cubicBezTo>
                      <a:pt x="1004" y="3571"/>
                      <a:pt x="1051" y="3582"/>
                      <a:pt x="1098" y="3582"/>
                    </a:cubicBezTo>
                    <a:cubicBezTo>
                      <a:pt x="1317" y="3582"/>
                      <a:pt x="1538" y="3350"/>
                      <a:pt x="1538" y="3350"/>
                    </a:cubicBezTo>
                    <a:lnTo>
                      <a:pt x="1538" y="3350"/>
                    </a:lnTo>
                    <a:cubicBezTo>
                      <a:pt x="1538" y="3350"/>
                      <a:pt x="1271" y="3671"/>
                      <a:pt x="1529" y="3796"/>
                    </a:cubicBezTo>
                    <a:cubicBezTo>
                      <a:pt x="1584" y="3823"/>
                      <a:pt x="1642" y="3833"/>
                      <a:pt x="1699" y="3833"/>
                    </a:cubicBezTo>
                    <a:cubicBezTo>
                      <a:pt x="1916" y="3833"/>
                      <a:pt x="2123" y="3683"/>
                      <a:pt x="2123" y="3683"/>
                    </a:cubicBezTo>
                    <a:lnTo>
                      <a:pt x="2123" y="3683"/>
                    </a:lnTo>
                    <a:cubicBezTo>
                      <a:pt x="2123" y="3683"/>
                      <a:pt x="2111" y="3828"/>
                      <a:pt x="2337" y="3831"/>
                    </a:cubicBezTo>
                    <a:cubicBezTo>
                      <a:pt x="2340" y="3831"/>
                      <a:pt x="2343" y="3831"/>
                      <a:pt x="2346" y="3831"/>
                    </a:cubicBezTo>
                    <a:cubicBezTo>
                      <a:pt x="2666" y="3831"/>
                      <a:pt x="3103" y="3303"/>
                      <a:pt x="3268" y="2972"/>
                    </a:cubicBezTo>
                    <a:cubicBezTo>
                      <a:pt x="3432" y="2636"/>
                      <a:pt x="3794" y="1290"/>
                      <a:pt x="3847" y="1079"/>
                    </a:cubicBezTo>
                    <a:lnTo>
                      <a:pt x="1702" y="0"/>
                    </a:lnTo>
                    <a:close/>
                  </a:path>
                </a:pathLst>
              </a:custGeom>
              <a:solidFill>
                <a:srgbClr val="AB6E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1" name="Google Shape;3541;p49"/>
              <p:cNvSpPr/>
              <p:nvPr/>
            </p:nvSpPr>
            <p:spPr>
              <a:xfrm>
                <a:off x="11543692" y="2858091"/>
                <a:ext cx="89898" cy="131628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205" extrusionOk="0">
                    <a:moveTo>
                      <a:pt x="811" y="1"/>
                    </a:moveTo>
                    <a:cubicBezTo>
                      <a:pt x="807" y="1"/>
                      <a:pt x="803" y="2"/>
                      <a:pt x="803" y="8"/>
                    </a:cubicBezTo>
                    <a:cubicBezTo>
                      <a:pt x="611" y="561"/>
                      <a:pt x="473" y="804"/>
                      <a:pt x="13" y="1175"/>
                    </a:cubicBezTo>
                    <a:cubicBezTo>
                      <a:pt x="0" y="1190"/>
                      <a:pt x="1" y="1204"/>
                      <a:pt x="12" y="1204"/>
                    </a:cubicBezTo>
                    <a:cubicBezTo>
                      <a:pt x="16" y="1204"/>
                      <a:pt x="22" y="1202"/>
                      <a:pt x="29" y="1197"/>
                    </a:cubicBezTo>
                    <a:cubicBezTo>
                      <a:pt x="558" y="895"/>
                      <a:pt x="687" y="568"/>
                      <a:pt x="819" y="8"/>
                    </a:cubicBezTo>
                    <a:cubicBezTo>
                      <a:pt x="822" y="4"/>
                      <a:pt x="816" y="1"/>
                      <a:pt x="8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2" name="Google Shape;3542;p49"/>
              <p:cNvSpPr/>
              <p:nvPr/>
            </p:nvSpPr>
            <p:spPr>
              <a:xfrm>
                <a:off x="11597762" y="2890424"/>
                <a:ext cx="94814" cy="140149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283" extrusionOk="0">
                    <a:moveTo>
                      <a:pt x="856" y="0"/>
                    </a:moveTo>
                    <a:cubicBezTo>
                      <a:pt x="854" y="0"/>
                      <a:pt x="852" y="1"/>
                      <a:pt x="852" y="4"/>
                    </a:cubicBezTo>
                    <a:cubicBezTo>
                      <a:pt x="610" y="570"/>
                      <a:pt x="462" y="828"/>
                      <a:pt x="15" y="1256"/>
                    </a:cubicBezTo>
                    <a:cubicBezTo>
                      <a:pt x="1" y="1271"/>
                      <a:pt x="7" y="1282"/>
                      <a:pt x="19" y="1282"/>
                    </a:cubicBezTo>
                    <a:cubicBezTo>
                      <a:pt x="25" y="1282"/>
                      <a:pt x="33" y="1279"/>
                      <a:pt x="41" y="1272"/>
                    </a:cubicBezTo>
                    <a:cubicBezTo>
                      <a:pt x="541" y="904"/>
                      <a:pt x="679" y="580"/>
                      <a:pt x="868" y="7"/>
                    </a:cubicBezTo>
                    <a:cubicBezTo>
                      <a:pt x="868" y="5"/>
                      <a:pt x="860" y="0"/>
                      <a:pt x="8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3" name="Google Shape;3543;p49"/>
              <p:cNvSpPr/>
              <p:nvPr/>
            </p:nvSpPr>
            <p:spPr>
              <a:xfrm>
                <a:off x="11664176" y="2918715"/>
                <a:ext cx="85420" cy="145938"/>
              </a:xfrm>
              <a:custGeom>
                <a:avLst/>
                <a:gdLst/>
                <a:ahLst/>
                <a:cxnLst/>
                <a:rect l="l" t="t" r="r" b="b"/>
                <a:pathLst>
                  <a:path w="782" h="1336" extrusionOk="0">
                    <a:moveTo>
                      <a:pt x="776" y="0"/>
                    </a:moveTo>
                    <a:cubicBezTo>
                      <a:pt x="769" y="0"/>
                      <a:pt x="763" y="0"/>
                      <a:pt x="763" y="6"/>
                    </a:cubicBezTo>
                    <a:cubicBezTo>
                      <a:pt x="603" y="585"/>
                      <a:pt x="420" y="865"/>
                      <a:pt x="21" y="1312"/>
                    </a:cubicBezTo>
                    <a:cubicBezTo>
                      <a:pt x="5" y="1328"/>
                      <a:pt x="1" y="1335"/>
                      <a:pt x="5" y="1335"/>
                    </a:cubicBezTo>
                    <a:cubicBezTo>
                      <a:pt x="9" y="1335"/>
                      <a:pt x="18" y="1331"/>
                      <a:pt x="30" y="1321"/>
                    </a:cubicBezTo>
                    <a:cubicBezTo>
                      <a:pt x="452" y="966"/>
                      <a:pt x="672" y="617"/>
                      <a:pt x="782" y="13"/>
                    </a:cubicBezTo>
                    <a:cubicBezTo>
                      <a:pt x="782" y="6"/>
                      <a:pt x="782" y="0"/>
                      <a:pt x="7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4" name="Google Shape;3544;p49"/>
              <p:cNvSpPr/>
              <p:nvPr/>
            </p:nvSpPr>
            <p:spPr>
              <a:xfrm>
                <a:off x="11444946" y="1930268"/>
                <a:ext cx="370298" cy="351518"/>
              </a:xfrm>
              <a:custGeom>
                <a:avLst/>
                <a:gdLst/>
                <a:ahLst/>
                <a:cxnLst/>
                <a:rect l="l" t="t" r="r" b="b"/>
                <a:pathLst>
                  <a:path w="3390" h="3218" extrusionOk="0">
                    <a:moveTo>
                      <a:pt x="385" y="1"/>
                    </a:moveTo>
                    <a:cubicBezTo>
                      <a:pt x="28" y="1"/>
                      <a:pt x="1" y="319"/>
                      <a:pt x="433" y="1120"/>
                    </a:cubicBezTo>
                    <a:cubicBezTo>
                      <a:pt x="851" y="1862"/>
                      <a:pt x="1326" y="2560"/>
                      <a:pt x="1864" y="3218"/>
                    </a:cubicBezTo>
                    <a:lnTo>
                      <a:pt x="3390" y="1721"/>
                    </a:lnTo>
                    <a:cubicBezTo>
                      <a:pt x="3390" y="1721"/>
                      <a:pt x="1880" y="500"/>
                      <a:pt x="1009" y="161"/>
                    </a:cubicBezTo>
                    <a:cubicBezTo>
                      <a:pt x="748" y="58"/>
                      <a:pt x="537" y="1"/>
                      <a:pt x="38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5" name="Google Shape;3545;p49"/>
              <p:cNvSpPr/>
              <p:nvPr/>
            </p:nvSpPr>
            <p:spPr>
              <a:xfrm>
                <a:off x="10461526" y="2319464"/>
                <a:ext cx="322345" cy="412034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3772" extrusionOk="0">
                    <a:moveTo>
                      <a:pt x="607" y="1"/>
                    </a:moveTo>
                    <a:cubicBezTo>
                      <a:pt x="466" y="419"/>
                      <a:pt x="51" y="963"/>
                      <a:pt x="48" y="1293"/>
                    </a:cubicBezTo>
                    <a:cubicBezTo>
                      <a:pt x="41" y="1460"/>
                      <a:pt x="148" y="1608"/>
                      <a:pt x="306" y="1665"/>
                    </a:cubicBezTo>
                    <a:cubicBezTo>
                      <a:pt x="306" y="1665"/>
                      <a:pt x="0" y="1860"/>
                      <a:pt x="48" y="2158"/>
                    </a:cubicBezTo>
                    <a:cubicBezTo>
                      <a:pt x="73" y="2313"/>
                      <a:pt x="340" y="2407"/>
                      <a:pt x="340" y="2407"/>
                    </a:cubicBezTo>
                    <a:cubicBezTo>
                      <a:pt x="340" y="2407"/>
                      <a:pt x="104" y="2577"/>
                      <a:pt x="158" y="2841"/>
                    </a:cubicBezTo>
                    <a:cubicBezTo>
                      <a:pt x="205" y="3049"/>
                      <a:pt x="466" y="3108"/>
                      <a:pt x="466" y="3108"/>
                    </a:cubicBezTo>
                    <a:cubicBezTo>
                      <a:pt x="466" y="3108"/>
                      <a:pt x="315" y="3376"/>
                      <a:pt x="431" y="3571"/>
                    </a:cubicBezTo>
                    <a:cubicBezTo>
                      <a:pt x="511" y="3706"/>
                      <a:pt x="771" y="3772"/>
                      <a:pt x="1089" y="3772"/>
                    </a:cubicBezTo>
                    <a:cubicBezTo>
                      <a:pt x="1713" y="3772"/>
                      <a:pt x="2560" y="3519"/>
                      <a:pt x="2690" y="3052"/>
                    </a:cubicBezTo>
                    <a:cubicBezTo>
                      <a:pt x="2751" y="2828"/>
                      <a:pt x="2569" y="2792"/>
                      <a:pt x="2445" y="2792"/>
                    </a:cubicBezTo>
                    <a:cubicBezTo>
                      <a:pt x="2386" y="2792"/>
                      <a:pt x="2340" y="2800"/>
                      <a:pt x="2340" y="2800"/>
                    </a:cubicBezTo>
                    <a:cubicBezTo>
                      <a:pt x="2340" y="2800"/>
                      <a:pt x="2951" y="2536"/>
                      <a:pt x="2916" y="2158"/>
                    </a:cubicBezTo>
                    <a:cubicBezTo>
                      <a:pt x="2894" y="1939"/>
                      <a:pt x="2692" y="1893"/>
                      <a:pt x="2527" y="1893"/>
                    </a:cubicBezTo>
                    <a:cubicBezTo>
                      <a:pt x="2408" y="1893"/>
                      <a:pt x="2309" y="1916"/>
                      <a:pt x="2309" y="1916"/>
                    </a:cubicBezTo>
                    <a:cubicBezTo>
                      <a:pt x="2309" y="1916"/>
                      <a:pt x="2900" y="1655"/>
                      <a:pt x="2825" y="1265"/>
                    </a:cubicBezTo>
                    <a:cubicBezTo>
                      <a:pt x="2788" y="1078"/>
                      <a:pt x="2648" y="1028"/>
                      <a:pt x="2509" y="1028"/>
                    </a:cubicBezTo>
                    <a:cubicBezTo>
                      <a:pt x="2351" y="1028"/>
                      <a:pt x="2196" y="1092"/>
                      <a:pt x="2196" y="1092"/>
                    </a:cubicBezTo>
                    <a:cubicBezTo>
                      <a:pt x="2196" y="1092"/>
                      <a:pt x="2570" y="771"/>
                      <a:pt x="2444" y="488"/>
                    </a:cubicBezTo>
                    <a:cubicBezTo>
                      <a:pt x="2395" y="378"/>
                      <a:pt x="2305" y="336"/>
                      <a:pt x="2192" y="336"/>
                    </a:cubicBezTo>
                    <a:cubicBezTo>
                      <a:pt x="1839" y="336"/>
                      <a:pt x="1257" y="742"/>
                      <a:pt x="932" y="742"/>
                    </a:cubicBezTo>
                    <a:cubicBezTo>
                      <a:pt x="919" y="742"/>
                      <a:pt x="906" y="741"/>
                      <a:pt x="894" y="740"/>
                    </a:cubicBezTo>
                    <a:lnTo>
                      <a:pt x="780" y="13"/>
                    </a:lnTo>
                    <a:lnTo>
                      <a:pt x="607" y="1"/>
                    </a:lnTo>
                    <a:close/>
                  </a:path>
                </a:pathLst>
              </a:custGeom>
              <a:solidFill>
                <a:srgbClr val="AB6E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6" name="Google Shape;3546;p49"/>
              <p:cNvSpPr/>
              <p:nvPr/>
            </p:nvSpPr>
            <p:spPr>
              <a:xfrm>
                <a:off x="10516142" y="2621711"/>
                <a:ext cx="207105" cy="43476"/>
              </a:xfrm>
              <a:custGeom>
                <a:avLst/>
                <a:gdLst/>
                <a:ahLst/>
                <a:cxnLst/>
                <a:rect l="l" t="t" r="r" b="b"/>
                <a:pathLst>
                  <a:path w="1896" h="398" extrusionOk="0">
                    <a:moveTo>
                      <a:pt x="1868" y="1"/>
                    </a:moveTo>
                    <a:cubicBezTo>
                      <a:pt x="1866" y="1"/>
                      <a:pt x="1864" y="1"/>
                      <a:pt x="1863" y="2"/>
                    </a:cubicBezTo>
                    <a:cubicBezTo>
                      <a:pt x="1262" y="209"/>
                      <a:pt x="642" y="332"/>
                      <a:pt x="10" y="363"/>
                    </a:cubicBezTo>
                    <a:cubicBezTo>
                      <a:pt x="1" y="363"/>
                      <a:pt x="1" y="373"/>
                      <a:pt x="10" y="373"/>
                    </a:cubicBezTo>
                    <a:cubicBezTo>
                      <a:pt x="141" y="390"/>
                      <a:pt x="273" y="398"/>
                      <a:pt x="405" y="398"/>
                    </a:cubicBezTo>
                    <a:cubicBezTo>
                      <a:pt x="914" y="398"/>
                      <a:pt x="1420" y="274"/>
                      <a:pt x="1875" y="36"/>
                    </a:cubicBezTo>
                    <a:cubicBezTo>
                      <a:pt x="1895" y="28"/>
                      <a:pt x="1886" y="1"/>
                      <a:pt x="18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7" name="Google Shape;3547;p49"/>
              <p:cNvSpPr/>
              <p:nvPr/>
            </p:nvSpPr>
            <p:spPr>
              <a:xfrm>
                <a:off x="10497245" y="2526570"/>
                <a:ext cx="222725" cy="59642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546" extrusionOk="0">
                    <a:moveTo>
                      <a:pt x="2028" y="0"/>
                    </a:moveTo>
                    <a:cubicBezTo>
                      <a:pt x="2025" y="0"/>
                      <a:pt x="2021" y="2"/>
                      <a:pt x="2017" y="5"/>
                    </a:cubicBezTo>
                    <a:cubicBezTo>
                      <a:pt x="1601" y="259"/>
                      <a:pt x="595" y="498"/>
                      <a:pt x="4" y="514"/>
                    </a:cubicBezTo>
                    <a:cubicBezTo>
                      <a:pt x="1" y="514"/>
                      <a:pt x="1" y="520"/>
                      <a:pt x="1" y="523"/>
                    </a:cubicBezTo>
                    <a:lnTo>
                      <a:pt x="4" y="527"/>
                    </a:lnTo>
                    <a:cubicBezTo>
                      <a:pt x="112" y="539"/>
                      <a:pt x="224" y="546"/>
                      <a:pt x="339" y="546"/>
                    </a:cubicBezTo>
                    <a:cubicBezTo>
                      <a:pt x="903" y="546"/>
                      <a:pt x="1528" y="389"/>
                      <a:pt x="2017" y="36"/>
                    </a:cubicBezTo>
                    <a:cubicBezTo>
                      <a:pt x="2032" y="23"/>
                      <a:pt x="2039" y="0"/>
                      <a:pt x="2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8" name="Google Shape;3548;p49"/>
              <p:cNvSpPr/>
              <p:nvPr/>
            </p:nvSpPr>
            <p:spPr>
              <a:xfrm>
                <a:off x="10496590" y="2434814"/>
                <a:ext cx="211911" cy="70675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47" extrusionOk="0">
                    <a:moveTo>
                      <a:pt x="1927" y="0"/>
                    </a:moveTo>
                    <a:cubicBezTo>
                      <a:pt x="1925" y="0"/>
                      <a:pt x="1924" y="1"/>
                      <a:pt x="1922" y="2"/>
                    </a:cubicBezTo>
                    <a:cubicBezTo>
                      <a:pt x="1340" y="388"/>
                      <a:pt x="695" y="546"/>
                      <a:pt x="7" y="612"/>
                    </a:cubicBezTo>
                    <a:cubicBezTo>
                      <a:pt x="0" y="612"/>
                      <a:pt x="0" y="624"/>
                      <a:pt x="7" y="627"/>
                    </a:cubicBezTo>
                    <a:cubicBezTo>
                      <a:pt x="83" y="641"/>
                      <a:pt x="164" y="647"/>
                      <a:pt x="247" y="647"/>
                    </a:cubicBezTo>
                    <a:cubicBezTo>
                      <a:pt x="540" y="647"/>
                      <a:pt x="860" y="574"/>
                      <a:pt x="1117" y="499"/>
                    </a:cubicBezTo>
                    <a:cubicBezTo>
                      <a:pt x="1425" y="410"/>
                      <a:pt x="1705" y="247"/>
                      <a:pt x="1935" y="24"/>
                    </a:cubicBezTo>
                    <a:cubicBezTo>
                      <a:pt x="1940" y="15"/>
                      <a:pt x="1936" y="0"/>
                      <a:pt x="19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46"/>
          <p:cNvSpPr txBox="1"/>
          <p:nvPr>
            <p:ph type="title"/>
          </p:nvPr>
        </p:nvSpPr>
        <p:spPr>
          <a:xfrm>
            <a:off x="341630" y="791210"/>
            <a:ext cx="3979545" cy="3175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accent2"/>
                </a:solidFill>
                <a:latin typeface="+mn-lt"/>
                <a:cs typeface="+mn-lt"/>
              </a:rPr>
              <a:t>A quien está dirigido</a:t>
            </a:r>
            <a:br>
              <a:rPr sz="1400">
                <a:solidFill>
                  <a:schemeClr val="accent2"/>
                </a:solidFill>
                <a:latin typeface="+mn-lt"/>
                <a:cs typeface="+mn-lt"/>
              </a:rPr>
            </a:br>
            <a:br>
              <a:rPr sz="1400">
                <a:solidFill>
                  <a:schemeClr val="accent2"/>
                </a:solidFill>
                <a:latin typeface="+mn-lt"/>
                <a:cs typeface="+mn-lt"/>
              </a:rPr>
            </a:br>
            <a:r>
              <a:rPr sz="1000" b="1">
                <a:solidFill>
                  <a:schemeClr val="accent2"/>
                </a:solidFill>
                <a:latin typeface="+mn-lt"/>
                <a:cs typeface="+mn-lt"/>
              </a:rPr>
              <a:t>Equipos de Trabajo Colaborativo:</a:t>
            </a:r>
            <a:r>
              <a:rPr sz="1000">
                <a:solidFill>
                  <a:schemeClr val="accent2"/>
                </a:solidFill>
                <a:latin typeface="+mn-lt"/>
                <a:cs typeface="+mn-lt"/>
              </a:rPr>
              <a:t> Está concebido para optimizar la organización, planificación y seguimiento de proyectos, tareas y actividades en entornos donde múltiples personas trabajan conjuntamente.</a:t>
            </a:r>
            <a:br>
              <a:rPr sz="1000">
                <a:solidFill>
                  <a:schemeClr val="accent2"/>
                </a:solidFill>
                <a:latin typeface="+mn-lt"/>
                <a:cs typeface="+mn-lt"/>
              </a:rPr>
            </a:br>
            <a:br>
              <a:rPr sz="1000">
                <a:solidFill>
                  <a:schemeClr val="accent2"/>
                </a:solidFill>
                <a:latin typeface="+mn-lt"/>
                <a:cs typeface="+mn-lt"/>
              </a:rPr>
            </a:br>
            <a:r>
              <a:rPr sz="1000" b="1">
                <a:solidFill>
                  <a:schemeClr val="accent2"/>
                </a:solidFill>
                <a:latin typeface="+mn-lt"/>
                <a:cs typeface="+mn-lt"/>
              </a:rPr>
              <a:t>Organizaciones y Grupos Pequeños y Medianos:</a:t>
            </a:r>
            <a:r>
              <a:rPr sz="1000">
                <a:solidFill>
                  <a:schemeClr val="accent2"/>
                </a:solidFill>
                <a:latin typeface="+mn-lt"/>
                <a:cs typeface="+mn-lt"/>
              </a:rPr>
              <a:t> Busca resolver los desafíos comunes de gestión que enfrentan estas estructuras, que a menudo se ven limitadas por herramientas existentes que son complejas, rígidas o requieren una curva de aprendizaje elevada.</a:t>
            </a:r>
            <a:br>
              <a:rPr sz="1000">
                <a:solidFill>
                  <a:schemeClr val="accent2"/>
                </a:solidFill>
                <a:latin typeface="+mn-lt"/>
                <a:cs typeface="+mn-lt"/>
              </a:rPr>
            </a:br>
            <a:br>
              <a:rPr sz="1000">
                <a:solidFill>
                  <a:schemeClr val="accent2"/>
                </a:solidFill>
                <a:latin typeface="+mn-lt"/>
                <a:cs typeface="+mn-lt"/>
              </a:rPr>
            </a:br>
            <a:r>
              <a:rPr sz="1000" b="1">
                <a:solidFill>
                  <a:schemeClr val="accent2"/>
                </a:solidFill>
                <a:latin typeface="+mn-lt"/>
                <a:cs typeface="+mn-lt"/>
              </a:rPr>
              <a:t>Usuarios que requieren Fluidez y Visualización:</a:t>
            </a:r>
            <a:r>
              <a:rPr sz="1000">
                <a:solidFill>
                  <a:schemeClr val="accent2"/>
                </a:solidFill>
                <a:latin typeface="+mn-lt"/>
                <a:cs typeface="+mn-lt"/>
              </a:rPr>
              <a:t> Está enfocado en cualquier usuario que necesite una herramienta intuitiva, visual y flexible que soporte la organización eficiente de su trabajo, utilizando un modelo similar a los "tableros" digitales.  </a:t>
            </a:r>
            <a:endParaRPr sz="1000">
              <a:solidFill>
                <a:schemeClr val="accent2"/>
              </a:solidFill>
              <a:latin typeface="+mn-lt"/>
              <a:cs typeface="+mn-lt"/>
            </a:endParaRPr>
          </a:p>
        </p:txBody>
      </p:sp>
      <p:grpSp>
        <p:nvGrpSpPr>
          <p:cNvPr id="2138" name="Google Shape;2138;p46"/>
          <p:cNvGrpSpPr/>
          <p:nvPr/>
        </p:nvGrpSpPr>
        <p:grpSpPr>
          <a:xfrm>
            <a:off x="3844800" y="4756477"/>
            <a:ext cx="1458875" cy="23926"/>
            <a:chOff x="-2278825" y="1262800"/>
            <a:chExt cx="1458875" cy="45049"/>
          </a:xfrm>
        </p:grpSpPr>
        <p:sp>
          <p:nvSpPr>
            <p:cNvPr id="2139" name="Google Shape;2139;p46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0" name="Google Shape;2140;p46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1" name="Google Shape;2141;p46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2" name="Google Shape;2142;p46"/>
            <p:cNvSpPr/>
            <p:nvPr/>
          </p:nvSpPr>
          <p:spPr>
            <a:xfrm>
              <a:off x="-1105354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0" y="1"/>
                  </a:moveTo>
                  <a:lnTo>
                    <a:pt x="0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43" name="Google Shape;2143;p46"/>
          <p:cNvGrpSpPr/>
          <p:nvPr/>
        </p:nvGrpSpPr>
        <p:grpSpPr>
          <a:xfrm>
            <a:off x="4367564" y="1094852"/>
            <a:ext cx="3636075" cy="2259068"/>
            <a:chOff x="4604981" y="1309276"/>
            <a:chExt cx="3771862" cy="2343432"/>
          </a:xfrm>
        </p:grpSpPr>
        <p:sp>
          <p:nvSpPr>
            <p:cNvPr id="2144" name="Google Shape;2144;p46"/>
            <p:cNvSpPr/>
            <p:nvPr/>
          </p:nvSpPr>
          <p:spPr>
            <a:xfrm>
              <a:off x="4739496" y="1309276"/>
              <a:ext cx="3502095" cy="2185173"/>
            </a:xfrm>
            <a:custGeom>
              <a:avLst/>
              <a:gdLst/>
              <a:ahLst/>
              <a:cxnLst/>
              <a:rect l="l" t="t" r="r" b="b"/>
              <a:pathLst>
                <a:path w="253913" h="158432" extrusionOk="0">
                  <a:moveTo>
                    <a:pt x="5615" y="0"/>
                  </a:moveTo>
                  <a:cubicBezTo>
                    <a:pt x="2464" y="0"/>
                    <a:pt x="1" y="2536"/>
                    <a:pt x="1" y="5614"/>
                  </a:cubicBezTo>
                  <a:lnTo>
                    <a:pt x="1" y="158431"/>
                  </a:lnTo>
                  <a:lnTo>
                    <a:pt x="253912" y="158431"/>
                  </a:lnTo>
                  <a:lnTo>
                    <a:pt x="253912" y="5614"/>
                  </a:lnTo>
                  <a:cubicBezTo>
                    <a:pt x="253912" y="2499"/>
                    <a:pt x="251341" y="0"/>
                    <a:pt x="2482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145" name="Google Shape;2145;p46"/>
            <p:cNvGrpSpPr/>
            <p:nvPr/>
          </p:nvGrpSpPr>
          <p:grpSpPr>
            <a:xfrm>
              <a:off x="4604981" y="1309276"/>
              <a:ext cx="3771862" cy="2343432"/>
              <a:chOff x="1056399" y="1520875"/>
              <a:chExt cx="3382836" cy="2101733"/>
            </a:xfrm>
          </p:grpSpPr>
          <p:sp>
            <p:nvSpPr>
              <p:cNvPr id="2146" name="Google Shape;2146;p46"/>
              <p:cNvSpPr/>
              <p:nvPr/>
            </p:nvSpPr>
            <p:spPr>
              <a:xfrm>
                <a:off x="1177365" y="1520875"/>
                <a:ext cx="3140904" cy="1959804"/>
              </a:xfrm>
              <a:custGeom>
                <a:avLst/>
                <a:gdLst/>
                <a:ahLst/>
                <a:cxnLst/>
                <a:rect l="l" t="t" r="r" b="b"/>
                <a:pathLst>
                  <a:path w="253913" h="158432" extrusionOk="0">
                    <a:moveTo>
                      <a:pt x="5615" y="0"/>
                    </a:moveTo>
                    <a:cubicBezTo>
                      <a:pt x="2464" y="0"/>
                      <a:pt x="1" y="2536"/>
                      <a:pt x="1" y="5614"/>
                    </a:cubicBezTo>
                    <a:lnTo>
                      <a:pt x="1" y="158431"/>
                    </a:lnTo>
                    <a:lnTo>
                      <a:pt x="253912" y="158431"/>
                    </a:lnTo>
                    <a:lnTo>
                      <a:pt x="253912" y="5614"/>
                    </a:lnTo>
                    <a:cubicBezTo>
                      <a:pt x="253912" y="2499"/>
                      <a:pt x="251341" y="0"/>
                      <a:pt x="2482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7" name="Google Shape;2147;p46"/>
              <p:cNvSpPr/>
              <p:nvPr/>
            </p:nvSpPr>
            <p:spPr>
              <a:xfrm>
                <a:off x="1056399" y="3480563"/>
                <a:ext cx="3382836" cy="142045"/>
              </a:xfrm>
              <a:custGeom>
                <a:avLst/>
                <a:gdLst/>
                <a:ahLst/>
                <a:cxnLst/>
                <a:rect l="l" t="t" r="r" b="b"/>
                <a:pathLst>
                  <a:path w="273471" h="11483" extrusionOk="0">
                    <a:moveTo>
                      <a:pt x="0" y="0"/>
                    </a:moveTo>
                    <a:lnTo>
                      <a:pt x="72" y="688"/>
                    </a:lnTo>
                    <a:cubicBezTo>
                      <a:pt x="1123" y="6882"/>
                      <a:pt x="6520" y="11482"/>
                      <a:pt x="12786" y="11482"/>
                    </a:cubicBezTo>
                    <a:lnTo>
                      <a:pt x="260649" y="11482"/>
                    </a:lnTo>
                    <a:cubicBezTo>
                      <a:pt x="266951" y="11482"/>
                      <a:pt x="272312" y="6955"/>
                      <a:pt x="273326" y="688"/>
                    </a:cubicBezTo>
                    <a:lnTo>
                      <a:pt x="273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pic>
        <p:nvPicPr>
          <p:cNvPr id="2148" name="Google Shape;2148;p46"/>
          <p:cNvPicPr preferRelativeResize="0"/>
          <p:nvPr/>
        </p:nvPicPr>
        <p:blipFill rotWithShape="1">
          <a:blip r:embed="rId1"/>
          <a:srcRect l="49" r="59"/>
          <a:stretch>
            <a:fillRect/>
          </a:stretch>
        </p:blipFill>
        <p:spPr>
          <a:xfrm>
            <a:off x="4556321" y="1302687"/>
            <a:ext cx="3258504" cy="18348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9" name="Google Shape;2149;p46"/>
          <p:cNvGrpSpPr/>
          <p:nvPr/>
        </p:nvGrpSpPr>
        <p:grpSpPr>
          <a:xfrm>
            <a:off x="6926945" y="1631096"/>
            <a:ext cx="1288257" cy="2417535"/>
            <a:chOff x="5598975" y="1122701"/>
            <a:chExt cx="1544303" cy="2898028"/>
          </a:xfrm>
        </p:grpSpPr>
        <p:sp>
          <p:nvSpPr>
            <p:cNvPr id="2150" name="Google Shape;2150;p46"/>
            <p:cNvSpPr/>
            <p:nvPr/>
          </p:nvSpPr>
          <p:spPr>
            <a:xfrm>
              <a:off x="5599163" y="1122701"/>
              <a:ext cx="1544115" cy="2898028"/>
            </a:xfrm>
            <a:custGeom>
              <a:avLst/>
              <a:gdLst/>
              <a:ahLst/>
              <a:cxnLst/>
              <a:rect l="l" t="t" r="r" b="b"/>
              <a:pathLst>
                <a:path w="104385" h="195912" extrusionOk="0">
                  <a:moveTo>
                    <a:pt x="2095" y="1"/>
                  </a:moveTo>
                  <a:cubicBezTo>
                    <a:pt x="904" y="1"/>
                    <a:pt x="0" y="945"/>
                    <a:pt x="0" y="2096"/>
                  </a:cubicBezTo>
                  <a:lnTo>
                    <a:pt x="0" y="193776"/>
                  </a:lnTo>
                  <a:cubicBezTo>
                    <a:pt x="0" y="194967"/>
                    <a:pt x="986" y="195912"/>
                    <a:pt x="2095" y="195912"/>
                  </a:cubicBezTo>
                  <a:lnTo>
                    <a:pt x="102290" y="195912"/>
                  </a:lnTo>
                  <a:cubicBezTo>
                    <a:pt x="103399" y="195912"/>
                    <a:pt x="104344" y="194967"/>
                    <a:pt x="104385" y="193776"/>
                  </a:cubicBezTo>
                  <a:lnTo>
                    <a:pt x="104385" y="2096"/>
                  </a:lnTo>
                  <a:cubicBezTo>
                    <a:pt x="104385" y="904"/>
                    <a:pt x="103399" y="1"/>
                    <a:pt x="102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1" name="Google Shape;2151;p46"/>
            <p:cNvSpPr/>
            <p:nvPr/>
          </p:nvSpPr>
          <p:spPr>
            <a:xfrm>
              <a:off x="5598975" y="1122701"/>
              <a:ext cx="1544115" cy="2898028"/>
            </a:xfrm>
            <a:custGeom>
              <a:avLst/>
              <a:gdLst/>
              <a:ahLst/>
              <a:cxnLst/>
              <a:rect l="l" t="t" r="r" b="b"/>
              <a:pathLst>
                <a:path w="104385" h="195912" extrusionOk="0">
                  <a:moveTo>
                    <a:pt x="2095" y="1"/>
                  </a:moveTo>
                  <a:cubicBezTo>
                    <a:pt x="904" y="1"/>
                    <a:pt x="0" y="945"/>
                    <a:pt x="0" y="2096"/>
                  </a:cubicBezTo>
                  <a:lnTo>
                    <a:pt x="0" y="193776"/>
                  </a:lnTo>
                  <a:cubicBezTo>
                    <a:pt x="0" y="194967"/>
                    <a:pt x="986" y="195912"/>
                    <a:pt x="2095" y="195912"/>
                  </a:cubicBezTo>
                  <a:lnTo>
                    <a:pt x="102290" y="195912"/>
                  </a:lnTo>
                  <a:cubicBezTo>
                    <a:pt x="103399" y="195912"/>
                    <a:pt x="104344" y="194967"/>
                    <a:pt x="104385" y="193776"/>
                  </a:cubicBezTo>
                  <a:lnTo>
                    <a:pt x="104385" y="2096"/>
                  </a:lnTo>
                  <a:cubicBezTo>
                    <a:pt x="104385" y="904"/>
                    <a:pt x="103399" y="1"/>
                    <a:pt x="102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152" name="Google Shape;2152;p46"/>
          <p:cNvPicPr preferRelativeResize="0"/>
          <p:nvPr/>
        </p:nvPicPr>
        <p:blipFill rotWithShape="1">
          <a:blip r:embed="rId2"/>
          <a:srcRect l="12392" r="58323"/>
          <a:stretch>
            <a:fillRect/>
          </a:stretch>
        </p:blipFill>
        <p:spPr>
          <a:xfrm flipH="1">
            <a:off x="6971619" y="1688715"/>
            <a:ext cx="1198500" cy="2302200"/>
          </a:xfrm>
          <a:prstGeom prst="roundRect">
            <a:avLst>
              <a:gd name="adj" fmla="val 2646"/>
            </a:avLst>
          </a:prstGeom>
          <a:noFill/>
          <a:ln>
            <a:noFill/>
          </a:ln>
        </p:spPr>
      </p:pic>
      <p:sp>
        <p:nvSpPr>
          <p:cNvPr id="2153" name="Google Shape;2153;p46"/>
          <p:cNvSpPr/>
          <p:nvPr/>
        </p:nvSpPr>
        <p:spPr>
          <a:xfrm>
            <a:off x="7492746" y="1747165"/>
            <a:ext cx="156659" cy="11"/>
          </a:xfrm>
          <a:custGeom>
            <a:avLst/>
            <a:gdLst/>
            <a:ahLst/>
            <a:cxnLst/>
            <a:rect l="l" t="t" r="r" b="b"/>
            <a:pathLst>
              <a:path w="14379" h="1" fill="none" extrusionOk="0">
                <a:moveTo>
                  <a:pt x="1" y="0"/>
                </a:moveTo>
                <a:lnTo>
                  <a:pt x="14379" y="0"/>
                </a:lnTo>
              </a:path>
            </a:pathLst>
          </a:custGeom>
          <a:solidFill>
            <a:srgbClr val="FFFCF4"/>
          </a:solidFill>
          <a:ln w="19050" cap="rnd" cmpd="sng">
            <a:solidFill>
              <a:schemeClr val="accent2"/>
            </a:solidFill>
            <a:prstDash val="solid"/>
            <a:miter lim="4108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4" name="Google Shape;2154;p46"/>
          <p:cNvSpPr/>
          <p:nvPr/>
        </p:nvSpPr>
        <p:spPr>
          <a:xfrm>
            <a:off x="7411008" y="3891605"/>
            <a:ext cx="319384" cy="53235"/>
          </a:xfrm>
          <a:custGeom>
            <a:avLst/>
            <a:gdLst/>
            <a:ahLst/>
            <a:cxnLst/>
            <a:rect l="l" t="t" r="r" b="b"/>
            <a:pathLst>
              <a:path w="25882" h="4314" extrusionOk="0">
                <a:moveTo>
                  <a:pt x="2137" y="0"/>
                </a:moveTo>
                <a:cubicBezTo>
                  <a:pt x="987" y="0"/>
                  <a:pt x="1" y="945"/>
                  <a:pt x="1" y="2136"/>
                </a:cubicBezTo>
                <a:cubicBezTo>
                  <a:pt x="1" y="3328"/>
                  <a:pt x="987" y="4313"/>
                  <a:pt x="2137" y="4313"/>
                </a:cubicBezTo>
                <a:lnTo>
                  <a:pt x="23704" y="4313"/>
                </a:lnTo>
                <a:cubicBezTo>
                  <a:pt x="24895" y="4313"/>
                  <a:pt x="25881" y="3328"/>
                  <a:pt x="25881" y="2136"/>
                </a:cubicBezTo>
                <a:cubicBezTo>
                  <a:pt x="25881" y="945"/>
                  <a:pt x="24895" y="0"/>
                  <a:pt x="237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177" name="Google Shape;2177;p46"/>
          <p:cNvGrpSpPr/>
          <p:nvPr/>
        </p:nvGrpSpPr>
        <p:grpSpPr>
          <a:xfrm>
            <a:off x="4367564" y="3852454"/>
            <a:ext cx="1288270" cy="710973"/>
            <a:chOff x="3072901" y="606093"/>
            <a:chExt cx="598972" cy="330547"/>
          </a:xfrm>
        </p:grpSpPr>
        <p:sp>
          <p:nvSpPr>
            <p:cNvPr id="2178" name="Google Shape;2178;p46"/>
            <p:cNvSpPr/>
            <p:nvPr/>
          </p:nvSpPr>
          <p:spPr>
            <a:xfrm>
              <a:off x="3072901" y="606093"/>
              <a:ext cx="598972" cy="330547"/>
            </a:xfrm>
            <a:custGeom>
              <a:avLst/>
              <a:gdLst/>
              <a:ahLst/>
              <a:cxnLst/>
              <a:rect l="l" t="t" r="r" b="b"/>
              <a:pathLst>
                <a:path w="13007" h="7178" extrusionOk="0">
                  <a:moveTo>
                    <a:pt x="1" y="0"/>
                  </a:moveTo>
                  <a:lnTo>
                    <a:pt x="1" y="7159"/>
                  </a:lnTo>
                  <a:lnTo>
                    <a:pt x="1" y="7175"/>
                  </a:lnTo>
                  <a:lnTo>
                    <a:pt x="89" y="7175"/>
                  </a:lnTo>
                  <a:lnTo>
                    <a:pt x="89" y="95"/>
                  </a:lnTo>
                  <a:lnTo>
                    <a:pt x="13006" y="92"/>
                  </a:lnTo>
                  <a:lnTo>
                    <a:pt x="13006" y="0"/>
                  </a:lnTo>
                  <a:close/>
                  <a:moveTo>
                    <a:pt x="89" y="7175"/>
                  </a:moveTo>
                  <a:lnTo>
                    <a:pt x="89" y="7178"/>
                  </a:lnTo>
                  <a:lnTo>
                    <a:pt x="13006" y="7178"/>
                  </a:lnTo>
                  <a:lnTo>
                    <a:pt x="13006" y="71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9" name="Google Shape;2179;p46"/>
            <p:cNvSpPr/>
            <p:nvPr/>
          </p:nvSpPr>
          <p:spPr>
            <a:xfrm>
              <a:off x="3077690" y="610007"/>
              <a:ext cx="593124" cy="325620"/>
            </a:xfrm>
            <a:custGeom>
              <a:avLst/>
              <a:gdLst/>
              <a:ahLst/>
              <a:cxnLst/>
              <a:rect l="l" t="t" r="r" b="b"/>
              <a:pathLst>
                <a:path w="12880" h="7071" extrusionOk="0">
                  <a:moveTo>
                    <a:pt x="0" y="0"/>
                  </a:moveTo>
                  <a:cubicBezTo>
                    <a:pt x="1060" y="607"/>
                    <a:pt x="2130" y="1205"/>
                    <a:pt x="3193" y="1802"/>
                  </a:cubicBezTo>
                  <a:lnTo>
                    <a:pt x="6404" y="3579"/>
                  </a:lnTo>
                  <a:lnTo>
                    <a:pt x="9631" y="5338"/>
                  </a:lnTo>
                  <a:lnTo>
                    <a:pt x="11251" y="6209"/>
                  </a:lnTo>
                  <a:lnTo>
                    <a:pt x="12880" y="7071"/>
                  </a:lnTo>
                  <a:lnTo>
                    <a:pt x="11285" y="6165"/>
                  </a:lnTo>
                  <a:lnTo>
                    <a:pt x="9688" y="5268"/>
                  </a:lnTo>
                  <a:lnTo>
                    <a:pt x="6473" y="3491"/>
                  </a:lnTo>
                  <a:lnTo>
                    <a:pt x="3246" y="1736"/>
                  </a:lnTo>
                  <a:cubicBezTo>
                    <a:pt x="2164" y="1155"/>
                    <a:pt x="1089" y="57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0" name="Google Shape;2180;p46"/>
            <p:cNvSpPr/>
            <p:nvPr/>
          </p:nvSpPr>
          <p:spPr>
            <a:xfrm>
              <a:off x="3077828" y="610007"/>
              <a:ext cx="593170" cy="325205"/>
            </a:xfrm>
            <a:custGeom>
              <a:avLst/>
              <a:gdLst/>
              <a:ahLst/>
              <a:cxnLst/>
              <a:rect l="l" t="t" r="r" b="b"/>
              <a:pathLst>
                <a:path w="12881" h="7062" extrusionOk="0">
                  <a:moveTo>
                    <a:pt x="12880" y="0"/>
                  </a:moveTo>
                  <a:cubicBezTo>
                    <a:pt x="11795" y="573"/>
                    <a:pt x="10713" y="1155"/>
                    <a:pt x="9628" y="1730"/>
                  </a:cubicBezTo>
                  <a:lnTo>
                    <a:pt x="6401" y="3488"/>
                  </a:lnTo>
                  <a:lnTo>
                    <a:pt x="3190" y="5265"/>
                  </a:lnTo>
                  <a:lnTo>
                    <a:pt x="1589" y="6162"/>
                  </a:lnTo>
                  <a:lnTo>
                    <a:pt x="0" y="7061"/>
                  </a:lnTo>
                  <a:lnTo>
                    <a:pt x="1627" y="6203"/>
                  </a:lnTo>
                  <a:lnTo>
                    <a:pt x="3243" y="5328"/>
                  </a:lnTo>
                  <a:lnTo>
                    <a:pt x="6470" y="3570"/>
                  </a:lnTo>
                  <a:lnTo>
                    <a:pt x="9685" y="1793"/>
                  </a:lnTo>
                  <a:cubicBezTo>
                    <a:pt x="10754" y="1205"/>
                    <a:pt x="11823" y="607"/>
                    <a:pt x="128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81" name="Google Shape;2181;p46"/>
          <p:cNvGrpSpPr/>
          <p:nvPr/>
        </p:nvGrpSpPr>
        <p:grpSpPr>
          <a:xfrm>
            <a:off x="-70950" y="3497174"/>
            <a:ext cx="954738" cy="1801909"/>
            <a:chOff x="3909834" y="3583857"/>
            <a:chExt cx="650677" cy="1228044"/>
          </a:xfrm>
        </p:grpSpPr>
        <p:sp>
          <p:nvSpPr>
            <p:cNvPr id="2182" name="Google Shape;2182;p46"/>
            <p:cNvSpPr/>
            <p:nvPr/>
          </p:nvSpPr>
          <p:spPr>
            <a:xfrm>
              <a:off x="4253350" y="3901705"/>
              <a:ext cx="307160" cy="575646"/>
            </a:xfrm>
            <a:custGeom>
              <a:avLst/>
              <a:gdLst/>
              <a:ahLst/>
              <a:cxnLst/>
              <a:rect l="l" t="t" r="r" b="b"/>
              <a:pathLst>
                <a:path w="2501" h="4687" extrusionOk="0">
                  <a:moveTo>
                    <a:pt x="2346" y="1"/>
                  </a:moveTo>
                  <a:cubicBezTo>
                    <a:pt x="2332" y="1"/>
                    <a:pt x="2318" y="6"/>
                    <a:pt x="2309" y="16"/>
                  </a:cubicBezTo>
                  <a:cubicBezTo>
                    <a:pt x="1302" y="1374"/>
                    <a:pt x="255" y="2956"/>
                    <a:pt x="0" y="4661"/>
                  </a:cubicBezTo>
                  <a:cubicBezTo>
                    <a:pt x="0" y="4676"/>
                    <a:pt x="15" y="4687"/>
                    <a:pt x="27" y="4687"/>
                  </a:cubicBezTo>
                  <a:cubicBezTo>
                    <a:pt x="35" y="4687"/>
                    <a:pt x="43" y="4682"/>
                    <a:pt x="44" y="4671"/>
                  </a:cubicBezTo>
                  <a:cubicBezTo>
                    <a:pt x="157" y="4205"/>
                    <a:pt x="308" y="3749"/>
                    <a:pt x="488" y="3306"/>
                  </a:cubicBezTo>
                  <a:cubicBezTo>
                    <a:pt x="1148" y="3126"/>
                    <a:pt x="1796" y="2975"/>
                    <a:pt x="2142" y="2318"/>
                  </a:cubicBezTo>
                  <a:cubicBezTo>
                    <a:pt x="2501" y="1645"/>
                    <a:pt x="2453" y="767"/>
                    <a:pt x="2387" y="31"/>
                  </a:cubicBezTo>
                  <a:cubicBezTo>
                    <a:pt x="2382" y="10"/>
                    <a:pt x="2364" y="1"/>
                    <a:pt x="2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3" name="Google Shape;2183;p46"/>
            <p:cNvSpPr/>
            <p:nvPr/>
          </p:nvSpPr>
          <p:spPr>
            <a:xfrm>
              <a:off x="4224734" y="3583857"/>
              <a:ext cx="215540" cy="861565"/>
            </a:xfrm>
            <a:custGeom>
              <a:avLst/>
              <a:gdLst/>
              <a:ahLst/>
              <a:cxnLst/>
              <a:rect l="l" t="t" r="r" b="b"/>
              <a:pathLst>
                <a:path w="1755" h="7015" extrusionOk="0">
                  <a:moveTo>
                    <a:pt x="1288" y="1"/>
                  </a:moveTo>
                  <a:cubicBezTo>
                    <a:pt x="1283" y="1"/>
                    <a:pt x="1279" y="1"/>
                    <a:pt x="1274" y="3"/>
                  </a:cubicBezTo>
                  <a:cubicBezTo>
                    <a:pt x="1142" y="37"/>
                    <a:pt x="717" y="1018"/>
                    <a:pt x="607" y="1346"/>
                  </a:cubicBezTo>
                  <a:cubicBezTo>
                    <a:pt x="422" y="1880"/>
                    <a:pt x="287" y="2431"/>
                    <a:pt x="205" y="2994"/>
                  </a:cubicBezTo>
                  <a:cubicBezTo>
                    <a:pt x="0" y="4312"/>
                    <a:pt x="16" y="5667"/>
                    <a:pt x="120" y="7001"/>
                  </a:cubicBezTo>
                  <a:cubicBezTo>
                    <a:pt x="120" y="7010"/>
                    <a:pt x="128" y="7015"/>
                    <a:pt x="137" y="7015"/>
                  </a:cubicBezTo>
                  <a:cubicBezTo>
                    <a:pt x="146" y="7015"/>
                    <a:pt x="154" y="7010"/>
                    <a:pt x="154" y="7001"/>
                  </a:cubicBezTo>
                  <a:cubicBezTo>
                    <a:pt x="158" y="6438"/>
                    <a:pt x="154" y="5872"/>
                    <a:pt x="161" y="5309"/>
                  </a:cubicBezTo>
                  <a:cubicBezTo>
                    <a:pt x="309" y="5019"/>
                    <a:pt x="614" y="4862"/>
                    <a:pt x="831" y="4626"/>
                  </a:cubicBezTo>
                  <a:cubicBezTo>
                    <a:pt x="985" y="4456"/>
                    <a:pt x="1120" y="4267"/>
                    <a:pt x="1230" y="4066"/>
                  </a:cubicBezTo>
                  <a:cubicBezTo>
                    <a:pt x="1491" y="3588"/>
                    <a:pt x="1648" y="3060"/>
                    <a:pt x="1696" y="2519"/>
                  </a:cubicBezTo>
                  <a:cubicBezTo>
                    <a:pt x="1754" y="1926"/>
                    <a:pt x="1534" y="1"/>
                    <a:pt x="12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4" name="Google Shape;2184;p46"/>
            <p:cNvSpPr/>
            <p:nvPr/>
          </p:nvSpPr>
          <p:spPr>
            <a:xfrm>
              <a:off x="3909834" y="3985220"/>
              <a:ext cx="293037" cy="437967"/>
            </a:xfrm>
            <a:custGeom>
              <a:avLst/>
              <a:gdLst/>
              <a:ahLst/>
              <a:cxnLst/>
              <a:rect l="l" t="t" r="r" b="b"/>
              <a:pathLst>
                <a:path w="2386" h="3566" extrusionOk="0">
                  <a:moveTo>
                    <a:pt x="57" y="0"/>
                  </a:moveTo>
                  <a:cubicBezTo>
                    <a:pt x="38" y="0"/>
                    <a:pt x="21" y="9"/>
                    <a:pt x="10" y="28"/>
                  </a:cubicBezTo>
                  <a:cubicBezTo>
                    <a:pt x="7" y="40"/>
                    <a:pt x="1" y="53"/>
                    <a:pt x="1" y="65"/>
                  </a:cubicBezTo>
                  <a:cubicBezTo>
                    <a:pt x="80" y="685"/>
                    <a:pt x="331" y="1270"/>
                    <a:pt x="721" y="1757"/>
                  </a:cubicBezTo>
                  <a:cubicBezTo>
                    <a:pt x="882" y="1949"/>
                    <a:pt x="1083" y="2103"/>
                    <a:pt x="1306" y="2214"/>
                  </a:cubicBezTo>
                  <a:cubicBezTo>
                    <a:pt x="1558" y="2339"/>
                    <a:pt x="1825" y="2481"/>
                    <a:pt x="2086" y="2588"/>
                  </a:cubicBezTo>
                  <a:cubicBezTo>
                    <a:pt x="2212" y="2905"/>
                    <a:pt x="2303" y="3233"/>
                    <a:pt x="2360" y="3566"/>
                  </a:cubicBezTo>
                  <a:cubicBezTo>
                    <a:pt x="2369" y="3538"/>
                    <a:pt x="2376" y="3506"/>
                    <a:pt x="2385" y="3475"/>
                  </a:cubicBezTo>
                  <a:cubicBezTo>
                    <a:pt x="2215" y="2031"/>
                    <a:pt x="1284" y="798"/>
                    <a:pt x="89" y="9"/>
                  </a:cubicBezTo>
                  <a:cubicBezTo>
                    <a:pt x="79" y="3"/>
                    <a:pt x="68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185" name="Google Shape;2185;p46"/>
            <p:cNvGrpSpPr/>
            <p:nvPr/>
          </p:nvGrpSpPr>
          <p:grpSpPr>
            <a:xfrm>
              <a:off x="3959943" y="3626229"/>
              <a:ext cx="573426" cy="768837"/>
              <a:chOff x="3959943" y="3626229"/>
              <a:chExt cx="573426" cy="768837"/>
            </a:xfrm>
          </p:grpSpPr>
          <p:sp>
            <p:nvSpPr>
              <p:cNvPr id="2186" name="Google Shape;2186;p46"/>
              <p:cNvSpPr/>
              <p:nvPr/>
            </p:nvSpPr>
            <p:spPr>
              <a:xfrm>
                <a:off x="4313898" y="3953902"/>
                <a:ext cx="219470" cy="355679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896" extrusionOk="0">
                    <a:moveTo>
                      <a:pt x="1780" y="0"/>
                    </a:moveTo>
                    <a:cubicBezTo>
                      <a:pt x="1778" y="0"/>
                      <a:pt x="1777" y="1"/>
                      <a:pt x="1775" y="3"/>
                    </a:cubicBezTo>
                    <a:cubicBezTo>
                      <a:pt x="1036" y="833"/>
                      <a:pt x="454" y="1852"/>
                      <a:pt x="7" y="2865"/>
                    </a:cubicBezTo>
                    <a:cubicBezTo>
                      <a:pt x="1" y="2882"/>
                      <a:pt x="11" y="2896"/>
                      <a:pt x="24" y="2896"/>
                    </a:cubicBezTo>
                    <a:cubicBezTo>
                      <a:pt x="30" y="2896"/>
                      <a:pt x="37" y="2892"/>
                      <a:pt x="42" y="2884"/>
                    </a:cubicBezTo>
                    <a:cubicBezTo>
                      <a:pt x="98" y="2789"/>
                      <a:pt x="152" y="2692"/>
                      <a:pt x="202" y="2597"/>
                    </a:cubicBezTo>
                    <a:lnTo>
                      <a:pt x="297" y="2550"/>
                    </a:lnTo>
                    <a:cubicBezTo>
                      <a:pt x="303" y="2547"/>
                      <a:pt x="297" y="2544"/>
                      <a:pt x="293" y="2544"/>
                    </a:cubicBezTo>
                    <a:cubicBezTo>
                      <a:pt x="265" y="2553"/>
                      <a:pt x="240" y="2569"/>
                      <a:pt x="212" y="2585"/>
                    </a:cubicBezTo>
                    <a:cubicBezTo>
                      <a:pt x="322" y="2387"/>
                      <a:pt x="432" y="2182"/>
                      <a:pt x="542" y="1981"/>
                    </a:cubicBezTo>
                    <a:cubicBezTo>
                      <a:pt x="948" y="1701"/>
                      <a:pt x="1287" y="1295"/>
                      <a:pt x="1602" y="918"/>
                    </a:cubicBezTo>
                    <a:cubicBezTo>
                      <a:pt x="1606" y="911"/>
                      <a:pt x="1603" y="905"/>
                      <a:pt x="1598" y="905"/>
                    </a:cubicBezTo>
                    <a:cubicBezTo>
                      <a:pt x="1596" y="905"/>
                      <a:pt x="1594" y="906"/>
                      <a:pt x="1592" y="908"/>
                    </a:cubicBezTo>
                    <a:cubicBezTo>
                      <a:pt x="1278" y="1264"/>
                      <a:pt x="910" y="1569"/>
                      <a:pt x="576" y="1906"/>
                    </a:cubicBezTo>
                    <a:cubicBezTo>
                      <a:pt x="935" y="1248"/>
                      <a:pt x="1300" y="603"/>
                      <a:pt x="1784" y="12"/>
                    </a:cubicBezTo>
                    <a:cubicBezTo>
                      <a:pt x="1786" y="5"/>
                      <a:pt x="1784" y="0"/>
                      <a:pt x="17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7" name="Google Shape;2187;p46"/>
              <p:cNvSpPr/>
              <p:nvPr/>
            </p:nvSpPr>
            <p:spPr>
              <a:xfrm>
                <a:off x="4354305" y="4199412"/>
                <a:ext cx="98006" cy="6595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37" extrusionOk="0">
                    <a:moveTo>
                      <a:pt x="782" y="1"/>
                    </a:moveTo>
                    <a:cubicBezTo>
                      <a:pt x="540" y="196"/>
                      <a:pt x="282" y="363"/>
                      <a:pt x="12" y="517"/>
                    </a:cubicBezTo>
                    <a:cubicBezTo>
                      <a:pt x="1" y="522"/>
                      <a:pt x="9" y="537"/>
                      <a:pt x="19" y="537"/>
                    </a:cubicBezTo>
                    <a:cubicBezTo>
                      <a:pt x="21" y="537"/>
                      <a:pt x="22" y="536"/>
                      <a:pt x="24" y="536"/>
                    </a:cubicBezTo>
                    <a:cubicBezTo>
                      <a:pt x="298" y="394"/>
                      <a:pt x="559" y="218"/>
                      <a:pt x="795" y="13"/>
                    </a:cubicBezTo>
                    <a:cubicBezTo>
                      <a:pt x="798" y="7"/>
                      <a:pt x="792" y="1"/>
                      <a:pt x="7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8" name="Google Shape;2188;p46"/>
              <p:cNvSpPr/>
              <p:nvPr/>
            </p:nvSpPr>
            <p:spPr>
              <a:xfrm>
                <a:off x="4237875" y="3626229"/>
                <a:ext cx="149220" cy="548871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469" extrusionOk="0">
                    <a:moveTo>
                      <a:pt x="1091" y="1"/>
                    </a:moveTo>
                    <a:cubicBezTo>
                      <a:pt x="1087" y="1"/>
                      <a:pt x="1084" y="4"/>
                      <a:pt x="1082" y="7"/>
                    </a:cubicBezTo>
                    <a:cubicBezTo>
                      <a:pt x="702" y="670"/>
                      <a:pt x="513" y="1372"/>
                      <a:pt x="349" y="2114"/>
                    </a:cubicBezTo>
                    <a:cubicBezTo>
                      <a:pt x="202" y="2806"/>
                      <a:pt x="41" y="3520"/>
                      <a:pt x="10" y="4234"/>
                    </a:cubicBezTo>
                    <a:cubicBezTo>
                      <a:pt x="0" y="4240"/>
                      <a:pt x="0" y="4246"/>
                      <a:pt x="10" y="4259"/>
                    </a:cubicBezTo>
                    <a:cubicBezTo>
                      <a:pt x="0" y="4328"/>
                      <a:pt x="0" y="4394"/>
                      <a:pt x="0" y="4457"/>
                    </a:cubicBezTo>
                    <a:cubicBezTo>
                      <a:pt x="0" y="4464"/>
                      <a:pt x="9" y="4469"/>
                      <a:pt x="17" y="4469"/>
                    </a:cubicBezTo>
                    <a:cubicBezTo>
                      <a:pt x="27" y="4469"/>
                      <a:pt x="36" y="4462"/>
                      <a:pt x="25" y="4445"/>
                    </a:cubicBezTo>
                    <a:cubicBezTo>
                      <a:pt x="35" y="4363"/>
                      <a:pt x="44" y="4319"/>
                      <a:pt x="60" y="4237"/>
                    </a:cubicBezTo>
                    <a:cubicBezTo>
                      <a:pt x="623" y="3856"/>
                      <a:pt x="985" y="3293"/>
                      <a:pt x="1214" y="2664"/>
                    </a:cubicBezTo>
                    <a:lnTo>
                      <a:pt x="1211" y="2664"/>
                    </a:lnTo>
                    <a:cubicBezTo>
                      <a:pt x="975" y="3275"/>
                      <a:pt x="560" y="3765"/>
                      <a:pt x="66" y="4187"/>
                    </a:cubicBezTo>
                    <a:cubicBezTo>
                      <a:pt x="107" y="3913"/>
                      <a:pt x="145" y="3639"/>
                      <a:pt x="186" y="3363"/>
                    </a:cubicBezTo>
                    <a:cubicBezTo>
                      <a:pt x="198" y="3344"/>
                      <a:pt x="205" y="3328"/>
                      <a:pt x="217" y="3309"/>
                    </a:cubicBezTo>
                    <a:cubicBezTo>
                      <a:pt x="220" y="3306"/>
                      <a:pt x="220" y="3300"/>
                      <a:pt x="217" y="3300"/>
                    </a:cubicBezTo>
                    <a:cubicBezTo>
                      <a:pt x="216" y="3298"/>
                      <a:pt x="213" y="3297"/>
                      <a:pt x="211" y="3297"/>
                    </a:cubicBezTo>
                    <a:cubicBezTo>
                      <a:pt x="209" y="3297"/>
                      <a:pt x="208" y="3298"/>
                      <a:pt x="208" y="3300"/>
                    </a:cubicBezTo>
                    <a:cubicBezTo>
                      <a:pt x="202" y="3306"/>
                      <a:pt x="198" y="3312"/>
                      <a:pt x="189" y="3322"/>
                    </a:cubicBezTo>
                    <a:cubicBezTo>
                      <a:pt x="268" y="2781"/>
                      <a:pt x="362" y="2237"/>
                      <a:pt x="497" y="1705"/>
                    </a:cubicBezTo>
                    <a:lnTo>
                      <a:pt x="500" y="1705"/>
                    </a:lnTo>
                    <a:cubicBezTo>
                      <a:pt x="544" y="1655"/>
                      <a:pt x="582" y="1595"/>
                      <a:pt x="617" y="1535"/>
                    </a:cubicBezTo>
                    <a:cubicBezTo>
                      <a:pt x="626" y="1524"/>
                      <a:pt x="617" y="1513"/>
                      <a:pt x="607" y="1513"/>
                    </a:cubicBezTo>
                    <a:cubicBezTo>
                      <a:pt x="603" y="1513"/>
                      <a:pt x="598" y="1515"/>
                      <a:pt x="595" y="1520"/>
                    </a:cubicBezTo>
                    <a:cubicBezTo>
                      <a:pt x="566" y="1554"/>
                      <a:pt x="535" y="1595"/>
                      <a:pt x="513" y="1633"/>
                    </a:cubicBezTo>
                    <a:cubicBezTo>
                      <a:pt x="648" y="1076"/>
                      <a:pt x="846" y="532"/>
                      <a:pt x="1101" y="19"/>
                    </a:cubicBezTo>
                    <a:cubicBezTo>
                      <a:pt x="1104" y="10"/>
                      <a:pt x="1101" y="7"/>
                      <a:pt x="1098" y="4"/>
                    </a:cubicBezTo>
                    <a:cubicBezTo>
                      <a:pt x="1095" y="2"/>
                      <a:pt x="1093" y="1"/>
                      <a:pt x="1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9" name="Google Shape;2189;p46"/>
              <p:cNvSpPr/>
              <p:nvPr/>
            </p:nvSpPr>
            <p:spPr>
              <a:xfrm>
                <a:off x="4266491" y="3807997"/>
                <a:ext cx="124657" cy="213702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740" extrusionOk="0">
                    <a:moveTo>
                      <a:pt x="1004" y="1"/>
                    </a:moveTo>
                    <a:cubicBezTo>
                      <a:pt x="1002" y="1"/>
                      <a:pt x="1000" y="2"/>
                      <a:pt x="1000" y="5"/>
                    </a:cubicBezTo>
                    <a:cubicBezTo>
                      <a:pt x="717" y="606"/>
                      <a:pt x="384" y="1178"/>
                      <a:pt x="3" y="1722"/>
                    </a:cubicBezTo>
                    <a:cubicBezTo>
                      <a:pt x="0" y="1725"/>
                      <a:pt x="3" y="1735"/>
                      <a:pt x="6" y="1738"/>
                    </a:cubicBezTo>
                    <a:cubicBezTo>
                      <a:pt x="7" y="1739"/>
                      <a:pt x="9" y="1739"/>
                      <a:pt x="10" y="1739"/>
                    </a:cubicBezTo>
                    <a:cubicBezTo>
                      <a:pt x="14" y="1739"/>
                      <a:pt x="20" y="1737"/>
                      <a:pt x="22" y="1735"/>
                    </a:cubicBezTo>
                    <a:cubicBezTo>
                      <a:pt x="459" y="1244"/>
                      <a:pt x="783" y="621"/>
                      <a:pt x="1013" y="8"/>
                    </a:cubicBezTo>
                    <a:cubicBezTo>
                      <a:pt x="1015" y="6"/>
                      <a:pt x="1008" y="1"/>
                      <a:pt x="10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0" name="Google Shape;2190;p46"/>
              <p:cNvSpPr/>
              <p:nvPr/>
            </p:nvSpPr>
            <p:spPr>
              <a:xfrm>
                <a:off x="4327899" y="3689848"/>
                <a:ext cx="59074" cy="10439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850" extrusionOk="0">
                    <a:moveTo>
                      <a:pt x="469" y="0"/>
                    </a:moveTo>
                    <a:cubicBezTo>
                      <a:pt x="467" y="0"/>
                      <a:pt x="466" y="2"/>
                      <a:pt x="466" y="4"/>
                    </a:cubicBezTo>
                    <a:cubicBezTo>
                      <a:pt x="321" y="288"/>
                      <a:pt x="157" y="549"/>
                      <a:pt x="3" y="825"/>
                    </a:cubicBezTo>
                    <a:cubicBezTo>
                      <a:pt x="0" y="832"/>
                      <a:pt x="3" y="844"/>
                      <a:pt x="10" y="847"/>
                    </a:cubicBezTo>
                    <a:cubicBezTo>
                      <a:pt x="12" y="849"/>
                      <a:pt x="15" y="850"/>
                      <a:pt x="17" y="850"/>
                    </a:cubicBezTo>
                    <a:cubicBezTo>
                      <a:pt x="23" y="850"/>
                      <a:pt x="27" y="846"/>
                      <a:pt x="32" y="841"/>
                    </a:cubicBezTo>
                    <a:cubicBezTo>
                      <a:pt x="211" y="580"/>
                      <a:pt x="362" y="303"/>
                      <a:pt x="478" y="11"/>
                    </a:cubicBezTo>
                    <a:cubicBezTo>
                      <a:pt x="480" y="6"/>
                      <a:pt x="473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1" name="Google Shape;2191;p46"/>
              <p:cNvSpPr/>
              <p:nvPr/>
            </p:nvSpPr>
            <p:spPr>
              <a:xfrm>
                <a:off x="3985980" y="3688128"/>
                <a:ext cx="219102" cy="706938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756" extrusionOk="0">
                    <a:moveTo>
                      <a:pt x="340" y="0"/>
                    </a:moveTo>
                    <a:cubicBezTo>
                      <a:pt x="325" y="0"/>
                      <a:pt x="310" y="7"/>
                      <a:pt x="299" y="22"/>
                    </a:cubicBezTo>
                    <a:cubicBezTo>
                      <a:pt x="293" y="25"/>
                      <a:pt x="293" y="28"/>
                      <a:pt x="290" y="31"/>
                    </a:cubicBezTo>
                    <a:cubicBezTo>
                      <a:pt x="1" y="773"/>
                      <a:pt x="101" y="1651"/>
                      <a:pt x="350" y="2390"/>
                    </a:cubicBezTo>
                    <a:cubicBezTo>
                      <a:pt x="482" y="2793"/>
                      <a:pt x="677" y="3170"/>
                      <a:pt x="919" y="3513"/>
                    </a:cubicBezTo>
                    <a:cubicBezTo>
                      <a:pt x="1167" y="3849"/>
                      <a:pt x="1482" y="4145"/>
                      <a:pt x="1686" y="4526"/>
                    </a:cubicBezTo>
                    <a:cubicBezTo>
                      <a:pt x="1677" y="4900"/>
                      <a:pt x="1636" y="5271"/>
                      <a:pt x="1557" y="5636"/>
                    </a:cubicBezTo>
                    <a:cubicBezTo>
                      <a:pt x="1561" y="5674"/>
                      <a:pt x="1567" y="5714"/>
                      <a:pt x="1573" y="5755"/>
                    </a:cubicBezTo>
                    <a:cubicBezTo>
                      <a:pt x="1686" y="5356"/>
                      <a:pt x="1752" y="4938"/>
                      <a:pt x="1768" y="4522"/>
                    </a:cubicBezTo>
                    <a:cubicBezTo>
                      <a:pt x="1774" y="4510"/>
                      <a:pt x="1774" y="4494"/>
                      <a:pt x="1768" y="4482"/>
                    </a:cubicBezTo>
                    <a:cubicBezTo>
                      <a:pt x="1784" y="3925"/>
                      <a:pt x="1743" y="3362"/>
                      <a:pt x="1646" y="2811"/>
                    </a:cubicBezTo>
                    <a:cubicBezTo>
                      <a:pt x="1473" y="1777"/>
                      <a:pt x="1092" y="786"/>
                      <a:pt x="372" y="12"/>
                    </a:cubicBezTo>
                    <a:cubicBezTo>
                      <a:pt x="362" y="4"/>
                      <a:pt x="351" y="0"/>
                      <a:pt x="3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2" name="Google Shape;2192;p46"/>
              <p:cNvSpPr/>
              <p:nvPr/>
            </p:nvSpPr>
            <p:spPr>
              <a:xfrm>
                <a:off x="4038913" y="3731359"/>
                <a:ext cx="152291" cy="461303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3756" extrusionOk="0">
                    <a:moveTo>
                      <a:pt x="19" y="1"/>
                    </a:moveTo>
                    <a:cubicBezTo>
                      <a:pt x="17" y="1"/>
                      <a:pt x="16" y="1"/>
                      <a:pt x="16" y="3"/>
                    </a:cubicBezTo>
                    <a:cubicBezTo>
                      <a:pt x="7" y="3"/>
                      <a:pt x="0" y="12"/>
                      <a:pt x="0" y="19"/>
                    </a:cubicBezTo>
                    <a:cubicBezTo>
                      <a:pt x="211" y="396"/>
                      <a:pt x="397" y="786"/>
                      <a:pt x="551" y="1186"/>
                    </a:cubicBezTo>
                    <a:cubicBezTo>
                      <a:pt x="501" y="1135"/>
                      <a:pt x="453" y="1085"/>
                      <a:pt x="406" y="1035"/>
                    </a:cubicBezTo>
                    <a:cubicBezTo>
                      <a:pt x="290" y="899"/>
                      <a:pt x="192" y="755"/>
                      <a:pt x="92" y="613"/>
                    </a:cubicBezTo>
                    <a:cubicBezTo>
                      <a:pt x="89" y="610"/>
                      <a:pt x="87" y="609"/>
                      <a:pt x="85" y="609"/>
                    </a:cubicBezTo>
                    <a:cubicBezTo>
                      <a:pt x="82" y="609"/>
                      <a:pt x="82" y="614"/>
                      <a:pt x="82" y="616"/>
                    </a:cubicBezTo>
                    <a:cubicBezTo>
                      <a:pt x="208" y="868"/>
                      <a:pt x="406" y="1044"/>
                      <a:pt x="579" y="1255"/>
                    </a:cubicBezTo>
                    <a:cubicBezTo>
                      <a:pt x="721" y="1623"/>
                      <a:pt x="837" y="2000"/>
                      <a:pt x="938" y="2387"/>
                    </a:cubicBezTo>
                    <a:lnTo>
                      <a:pt x="922" y="2365"/>
                    </a:lnTo>
                    <a:cubicBezTo>
                      <a:pt x="919" y="2362"/>
                      <a:pt x="916" y="2360"/>
                      <a:pt x="913" y="2360"/>
                    </a:cubicBezTo>
                    <a:cubicBezTo>
                      <a:pt x="902" y="2360"/>
                      <a:pt x="893" y="2377"/>
                      <a:pt x="900" y="2387"/>
                    </a:cubicBezTo>
                    <a:lnTo>
                      <a:pt x="957" y="2450"/>
                    </a:lnTo>
                    <a:cubicBezTo>
                      <a:pt x="1032" y="2727"/>
                      <a:pt x="1086" y="3016"/>
                      <a:pt x="1136" y="3302"/>
                    </a:cubicBezTo>
                    <a:cubicBezTo>
                      <a:pt x="872" y="3048"/>
                      <a:pt x="623" y="2771"/>
                      <a:pt x="387" y="2485"/>
                    </a:cubicBezTo>
                    <a:cubicBezTo>
                      <a:pt x="385" y="2483"/>
                      <a:pt x="382" y="2482"/>
                      <a:pt x="381" y="2482"/>
                    </a:cubicBezTo>
                    <a:cubicBezTo>
                      <a:pt x="376" y="2482"/>
                      <a:pt x="375" y="2486"/>
                      <a:pt x="375" y="2491"/>
                    </a:cubicBezTo>
                    <a:cubicBezTo>
                      <a:pt x="573" y="2834"/>
                      <a:pt x="865" y="3120"/>
                      <a:pt x="1148" y="3387"/>
                    </a:cubicBezTo>
                    <a:cubicBezTo>
                      <a:pt x="1164" y="3504"/>
                      <a:pt x="1183" y="3620"/>
                      <a:pt x="1199" y="3740"/>
                    </a:cubicBezTo>
                    <a:cubicBezTo>
                      <a:pt x="1199" y="3751"/>
                      <a:pt x="1207" y="3756"/>
                      <a:pt x="1215" y="3756"/>
                    </a:cubicBezTo>
                    <a:cubicBezTo>
                      <a:pt x="1227" y="3756"/>
                      <a:pt x="1240" y="3747"/>
                      <a:pt x="1240" y="3733"/>
                    </a:cubicBezTo>
                    <a:cubicBezTo>
                      <a:pt x="1180" y="2425"/>
                      <a:pt x="708" y="1110"/>
                      <a:pt x="26" y="3"/>
                    </a:cubicBezTo>
                    <a:cubicBezTo>
                      <a:pt x="22" y="1"/>
                      <a:pt x="20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3" name="Google Shape;2193;p46"/>
              <p:cNvSpPr/>
              <p:nvPr/>
            </p:nvSpPr>
            <p:spPr>
              <a:xfrm>
                <a:off x="4056353" y="3898881"/>
                <a:ext cx="86216" cy="111273"/>
              </a:xfrm>
              <a:custGeom>
                <a:avLst/>
                <a:gdLst/>
                <a:ahLst/>
                <a:cxnLst/>
                <a:rect l="l" t="t" r="r" b="b"/>
                <a:pathLst>
                  <a:path w="702" h="906" extrusionOk="0">
                    <a:moveTo>
                      <a:pt x="12" y="0"/>
                    </a:moveTo>
                    <a:cubicBezTo>
                      <a:pt x="6" y="0"/>
                      <a:pt x="0" y="8"/>
                      <a:pt x="9" y="17"/>
                    </a:cubicBezTo>
                    <a:cubicBezTo>
                      <a:pt x="192" y="337"/>
                      <a:pt x="421" y="636"/>
                      <a:pt x="686" y="904"/>
                    </a:cubicBezTo>
                    <a:cubicBezTo>
                      <a:pt x="687" y="905"/>
                      <a:pt x="689" y="906"/>
                      <a:pt x="690" y="906"/>
                    </a:cubicBezTo>
                    <a:cubicBezTo>
                      <a:pt x="692" y="906"/>
                      <a:pt x="694" y="905"/>
                      <a:pt x="695" y="904"/>
                    </a:cubicBezTo>
                    <a:cubicBezTo>
                      <a:pt x="701" y="900"/>
                      <a:pt x="701" y="894"/>
                      <a:pt x="695" y="891"/>
                    </a:cubicBezTo>
                    <a:cubicBezTo>
                      <a:pt x="491" y="586"/>
                      <a:pt x="239" y="303"/>
                      <a:pt x="19" y="4"/>
                    </a:cubicBezTo>
                    <a:cubicBezTo>
                      <a:pt x="17" y="1"/>
                      <a:pt x="15" y="0"/>
                      <a:pt x="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4" name="Google Shape;2194;p46"/>
              <p:cNvSpPr/>
              <p:nvPr/>
            </p:nvSpPr>
            <p:spPr>
              <a:xfrm>
                <a:off x="3959943" y="4043435"/>
                <a:ext cx="190363" cy="233722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903" extrusionOk="0">
                    <a:moveTo>
                      <a:pt x="12" y="0"/>
                    </a:moveTo>
                    <a:cubicBezTo>
                      <a:pt x="5" y="0"/>
                      <a:pt x="1" y="12"/>
                      <a:pt x="8" y="19"/>
                    </a:cubicBezTo>
                    <a:cubicBezTo>
                      <a:pt x="128" y="123"/>
                      <a:pt x="238" y="230"/>
                      <a:pt x="345" y="340"/>
                    </a:cubicBezTo>
                    <a:cubicBezTo>
                      <a:pt x="279" y="296"/>
                      <a:pt x="206" y="261"/>
                      <a:pt x="134" y="233"/>
                    </a:cubicBezTo>
                    <a:cubicBezTo>
                      <a:pt x="128" y="233"/>
                      <a:pt x="121" y="246"/>
                      <a:pt x="128" y="249"/>
                    </a:cubicBezTo>
                    <a:cubicBezTo>
                      <a:pt x="219" y="299"/>
                      <a:pt x="313" y="346"/>
                      <a:pt x="404" y="400"/>
                    </a:cubicBezTo>
                    <a:cubicBezTo>
                      <a:pt x="596" y="598"/>
                      <a:pt x="779" y="809"/>
                      <a:pt x="942" y="1029"/>
                    </a:cubicBezTo>
                    <a:cubicBezTo>
                      <a:pt x="678" y="903"/>
                      <a:pt x="426" y="768"/>
                      <a:pt x="181" y="620"/>
                    </a:cubicBezTo>
                    <a:cubicBezTo>
                      <a:pt x="175" y="620"/>
                      <a:pt x="169" y="620"/>
                      <a:pt x="169" y="623"/>
                    </a:cubicBezTo>
                    <a:cubicBezTo>
                      <a:pt x="169" y="626"/>
                      <a:pt x="169" y="632"/>
                      <a:pt x="172" y="636"/>
                    </a:cubicBezTo>
                    <a:cubicBezTo>
                      <a:pt x="423" y="827"/>
                      <a:pt x="700" y="985"/>
                      <a:pt x="993" y="1095"/>
                    </a:cubicBezTo>
                    <a:cubicBezTo>
                      <a:pt x="1103" y="1243"/>
                      <a:pt x="1206" y="1397"/>
                      <a:pt x="1307" y="1557"/>
                    </a:cubicBezTo>
                    <a:cubicBezTo>
                      <a:pt x="1194" y="1513"/>
                      <a:pt x="1071" y="1475"/>
                      <a:pt x="961" y="1422"/>
                    </a:cubicBezTo>
                    <a:cubicBezTo>
                      <a:pt x="835" y="1356"/>
                      <a:pt x="722" y="1271"/>
                      <a:pt x="615" y="1177"/>
                    </a:cubicBezTo>
                    <a:cubicBezTo>
                      <a:pt x="614" y="1176"/>
                      <a:pt x="613" y="1176"/>
                      <a:pt x="613" y="1176"/>
                    </a:cubicBezTo>
                    <a:cubicBezTo>
                      <a:pt x="608" y="1176"/>
                      <a:pt x="606" y="1183"/>
                      <a:pt x="609" y="1186"/>
                    </a:cubicBezTo>
                    <a:cubicBezTo>
                      <a:pt x="813" y="1365"/>
                      <a:pt x="1078" y="1557"/>
                      <a:pt x="1345" y="1611"/>
                    </a:cubicBezTo>
                    <a:cubicBezTo>
                      <a:pt x="1398" y="1699"/>
                      <a:pt x="1458" y="1793"/>
                      <a:pt x="1512" y="1894"/>
                    </a:cubicBezTo>
                    <a:cubicBezTo>
                      <a:pt x="1516" y="1900"/>
                      <a:pt x="1521" y="1902"/>
                      <a:pt x="1527" y="1902"/>
                    </a:cubicBezTo>
                    <a:cubicBezTo>
                      <a:pt x="1538" y="1902"/>
                      <a:pt x="1549" y="1891"/>
                      <a:pt x="1543" y="1878"/>
                    </a:cubicBezTo>
                    <a:cubicBezTo>
                      <a:pt x="1203" y="1136"/>
                      <a:pt x="675" y="491"/>
                      <a:pt x="18" y="3"/>
                    </a:cubicBezTo>
                    <a:cubicBezTo>
                      <a:pt x="16" y="1"/>
                      <a:pt x="13" y="0"/>
                      <a:pt x="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5" name="Google Shape;2195;p46"/>
              <p:cNvSpPr/>
              <p:nvPr/>
            </p:nvSpPr>
            <p:spPr>
              <a:xfrm>
                <a:off x="3963259" y="4106563"/>
                <a:ext cx="7369" cy="5404"/>
              </a:xfrm>
              <a:custGeom>
                <a:avLst/>
                <a:gdLst/>
                <a:ahLst/>
                <a:cxnLst/>
                <a:rect l="l" t="t" r="r" b="b"/>
                <a:pathLst>
                  <a:path w="60" h="44" extrusionOk="0">
                    <a:moveTo>
                      <a:pt x="3" y="1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0" y="8"/>
                      <a:pt x="0" y="11"/>
                      <a:pt x="3" y="15"/>
                    </a:cubicBezTo>
                    <a:cubicBezTo>
                      <a:pt x="19" y="27"/>
                      <a:pt x="35" y="33"/>
                      <a:pt x="50" y="4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5" y="43"/>
                      <a:pt x="59" y="33"/>
                      <a:pt x="53" y="33"/>
                    </a:cubicBezTo>
                    <a:cubicBezTo>
                      <a:pt x="38" y="21"/>
                      <a:pt x="22" y="11"/>
                      <a:pt x="6" y="2"/>
                    </a:cubicBezTo>
                    <a:cubicBezTo>
                      <a:pt x="5" y="1"/>
                      <a:pt x="4" y="1"/>
                      <a:pt x="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196" name="Google Shape;2196;p46"/>
            <p:cNvSpPr/>
            <p:nvPr/>
          </p:nvSpPr>
          <p:spPr>
            <a:xfrm>
              <a:off x="4028474" y="4359810"/>
              <a:ext cx="406149" cy="452091"/>
            </a:xfrm>
            <a:custGeom>
              <a:avLst/>
              <a:gdLst/>
              <a:ahLst/>
              <a:cxnLst/>
              <a:rect l="l" t="t" r="r" b="b"/>
              <a:pathLst>
                <a:path w="3307" h="3681" extrusionOk="0">
                  <a:moveTo>
                    <a:pt x="321" y="0"/>
                  </a:moveTo>
                  <a:lnTo>
                    <a:pt x="268" y="667"/>
                  </a:lnTo>
                  <a:lnTo>
                    <a:pt x="1" y="3680"/>
                  </a:lnTo>
                  <a:lnTo>
                    <a:pt x="3306" y="3680"/>
                  </a:lnTo>
                  <a:lnTo>
                    <a:pt x="3039" y="667"/>
                  </a:lnTo>
                  <a:lnTo>
                    <a:pt x="29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7" name="Google Shape;2197;p46"/>
            <p:cNvSpPr/>
            <p:nvPr/>
          </p:nvSpPr>
          <p:spPr>
            <a:xfrm>
              <a:off x="4070231" y="4359810"/>
              <a:ext cx="322267" cy="77375"/>
            </a:xfrm>
            <a:custGeom>
              <a:avLst/>
              <a:gdLst/>
              <a:ahLst/>
              <a:cxnLst/>
              <a:rect l="l" t="t" r="r" b="b"/>
              <a:pathLst>
                <a:path w="2624" h="630" extrusionOk="0">
                  <a:moveTo>
                    <a:pt x="57" y="0"/>
                  </a:moveTo>
                  <a:lnTo>
                    <a:pt x="0" y="629"/>
                  </a:lnTo>
                  <a:lnTo>
                    <a:pt x="2623" y="629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8" name="Google Shape;2198;p46"/>
            <p:cNvSpPr/>
            <p:nvPr/>
          </p:nvSpPr>
          <p:spPr>
            <a:xfrm>
              <a:off x="4052423" y="4304911"/>
              <a:ext cx="363655" cy="77375"/>
            </a:xfrm>
            <a:custGeom>
              <a:avLst/>
              <a:gdLst/>
              <a:ahLst/>
              <a:cxnLst/>
              <a:rect l="l" t="t" r="r" b="b"/>
              <a:pathLst>
                <a:path w="2961" h="630" extrusionOk="0">
                  <a:moveTo>
                    <a:pt x="1" y="1"/>
                  </a:moveTo>
                  <a:lnTo>
                    <a:pt x="1" y="630"/>
                  </a:lnTo>
                  <a:lnTo>
                    <a:pt x="2960" y="630"/>
                  </a:lnTo>
                  <a:lnTo>
                    <a:pt x="29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35"/>
          <p:cNvSpPr txBox="1"/>
          <p:nvPr>
            <p:ph type="title" idx="6"/>
          </p:nvPr>
        </p:nvSpPr>
        <p:spPr>
          <a:xfrm>
            <a:off x="428625" y="627380"/>
            <a:ext cx="6966585" cy="2391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  <a:latin typeface="+mn-lt"/>
                <a:cs typeface="+mn-lt"/>
              </a:rPr>
              <a:t>El objetivo principal y los objetivos secundarios</a:t>
            </a:r>
            <a:br>
              <a:rPr sz="1000">
                <a:solidFill>
                  <a:schemeClr val="accent2"/>
                </a:solidFill>
              </a:rPr>
            </a:br>
            <a:br>
              <a:rPr sz="1000">
                <a:solidFill>
                  <a:schemeClr val="accent2"/>
                </a:solidFill>
              </a:rPr>
            </a:br>
            <a:r>
              <a:rPr sz="1200" b="1">
                <a:solidFill>
                  <a:schemeClr val="accent2"/>
                </a:solidFill>
                <a:latin typeface="+mn-lt"/>
                <a:cs typeface="+mn-lt"/>
              </a:rPr>
              <a:t>Objetivo General</a:t>
            </a:r>
            <a:br>
              <a:rPr sz="1200">
                <a:solidFill>
                  <a:schemeClr val="accent2"/>
                </a:solidFill>
                <a:latin typeface="+mn-lt"/>
                <a:cs typeface="+mn-lt"/>
              </a:rPr>
            </a:br>
            <a:br>
              <a:rPr sz="1000">
                <a:solidFill>
                  <a:schemeClr val="accent2"/>
                </a:solidFill>
              </a:rPr>
            </a:br>
            <a:r>
              <a:rPr sz="1000">
                <a:solidFill>
                  <a:schemeClr val="accent2"/>
                </a:solidFill>
                <a:latin typeface="+mj-lt"/>
                <a:cs typeface="+mj-lt"/>
              </a:rPr>
              <a:t>Desarrollo de un Sistema para la Gestión de Actividades, Tareas y Proyectos (GATP).</a:t>
            </a:r>
            <a:br>
              <a:rPr sz="1000">
                <a:solidFill>
                  <a:schemeClr val="accent2"/>
                </a:solidFill>
                <a:latin typeface="+mj-lt"/>
                <a:cs typeface="+mj-lt"/>
              </a:rPr>
            </a:br>
            <a:br>
              <a:rPr sz="1000">
                <a:solidFill>
                  <a:schemeClr val="accent2"/>
                </a:solidFill>
                <a:latin typeface="+mj-lt"/>
                <a:cs typeface="+mj-lt"/>
              </a:rPr>
            </a:br>
            <a:br>
              <a:rPr sz="1000">
                <a:solidFill>
                  <a:schemeClr val="accent2"/>
                </a:solidFill>
                <a:latin typeface="+mj-lt"/>
                <a:cs typeface="+mj-lt"/>
              </a:rPr>
            </a:br>
            <a:r>
              <a:rPr sz="1200" b="1">
                <a:solidFill>
                  <a:schemeClr val="accent2"/>
                </a:solidFill>
                <a:latin typeface="+mn-lt"/>
                <a:cs typeface="+mn-lt"/>
              </a:rPr>
              <a:t>Objetivos Específicos</a:t>
            </a:r>
            <a:br>
              <a:rPr sz="1000">
                <a:solidFill>
                  <a:schemeClr val="accent2"/>
                </a:solidFill>
                <a:latin typeface="+mj-lt"/>
                <a:cs typeface="+mj-lt"/>
              </a:rPr>
            </a:br>
            <a:br>
              <a:rPr sz="1000">
                <a:solidFill>
                  <a:schemeClr val="accent2"/>
                </a:solidFill>
                <a:latin typeface="+mj-lt"/>
                <a:cs typeface="+mj-lt"/>
              </a:rPr>
            </a:br>
            <a:br>
              <a:rPr sz="1000">
                <a:solidFill>
                  <a:schemeClr val="accent2"/>
                </a:solidFill>
              </a:rPr>
            </a:br>
            <a:br>
              <a:rPr sz="1000">
                <a:solidFill>
                  <a:schemeClr val="accent2"/>
                </a:solidFill>
              </a:rPr>
            </a:br>
            <a:br>
              <a:rPr sz="1000">
                <a:solidFill>
                  <a:schemeClr val="accent2"/>
                </a:solidFill>
              </a:rPr>
            </a:br>
            <a:endParaRPr sz="1000">
              <a:solidFill>
                <a:schemeClr val="accent2"/>
              </a:solidFill>
            </a:endParaRPr>
          </a:p>
        </p:txBody>
      </p:sp>
      <p:sp>
        <p:nvSpPr>
          <p:cNvPr id="1443" name="Google Shape;1443;p35"/>
          <p:cNvSpPr txBox="1"/>
          <p:nvPr>
            <p:ph type="subTitle" idx="1"/>
          </p:nvPr>
        </p:nvSpPr>
        <p:spPr>
          <a:xfrm>
            <a:off x="1131570" y="3037205"/>
            <a:ext cx="2135505" cy="508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>
                <a:solidFill>
                  <a:schemeClr val="accent2"/>
                </a:solidFill>
                <a:sym typeface="+mn-ea"/>
              </a:rPr>
              <a:t>Definir los requisitos del sistema.</a:t>
            </a:r>
            <a:endParaRPr lang="en-GB"/>
          </a:p>
        </p:txBody>
      </p:sp>
      <p:sp>
        <p:nvSpPr>
          <p:cNvPr id="1444" name="Google Shape;1444;p35"/>
          <p:cNvSpPr txBox="1"/>
          <p:nvPr>
            <p:ph type="subTitle" idx="3"/>
          </p:nvPr>
        </p:nvSpPr>
        <p:spPr>
          <a:xfrm>
            <a:off x="3484954" y="3030935"/>
            <a:ext cx="21357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>
                <a:solidFill>
                  <a:schemeClr val="accent2"/>
                </a:solidFill>
                <a:sym typeface="+mn-ea"/>
              </a:rPr>
              <a:t>Realizar entregas funcionales para el uso del sistema.</a:t>
            </a:r>
            <a:endParaRPr lang="en-GB"/>
          </a:p>
        </p:txBody>
      </p:sp>
      <p:sp>
        <p:nvSpPr>
          <p:cNvPr id="1445" name="Google Shape;1445;p35"/>
          <p:cNvSpPr txBox="1"/>
          <p:nvPr>
            <p:ph type="subTitle" idx="5"/>
          </p:nvPr>
        </p:nvSpPr>
        <p:spPr>
          <a:xfrm>
            <a:off x="5838825" y="3030855"/>
            <a:ext cx="2135505" cy="9518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  <a:sym typeface="+mn-ea"/>
              </a:rPr>
              <a:t>Implementar la funcionalidad central del tablero visual (proyectos, listas y tarjetas).</a:t>
            </a:r>
            <a:endParaRPr lang="en-GB"/>
          </a:p>
        </p:txBody>
      </p:sp>
      <p:grpSp>
        <p:nvGrpSpPr>
          <p:cNvPr id="1449" name="Google Shape;1449;p35"/>
          <p:cNvGrpSpPr/>
          <p:nvPr/>
        </p:nvGrpSpPr>
        <p:grpSpPr>
          <a:xfrm>
            <a:off x="1953631" y="2571908"/>
            <a:ext cx="491254" cy="491254"/>
            <a:chOff x="1186975" y="3848025"/>
            <a:chExt cx="357250" cy="357250"/>
          </a:xfrm>
        </p:grpSpPr>
        <p:sp>
          <p:nvSpPr>
            <p:cNvPr id="1450" name="Google Shape;1450;p35"/>
            <p:cNvSpPr/>
            <p:nvPr/>
          </p:nvSpPr>
          <p:spPr>
            <a:xfrm>
              <a:off x="1186975" y="3848025"/>
              <a:ext cx="357250" cy="357250"/>
            </a:xfrm>
            <a:custGeom>
              <a:avLst/>
              <a:gdLst/>
              <a:ahLst/>
              <a:cxnLst/>
              <a:rect l="l" t="t" r="r" b="b"/>
              <a:pathLst>
                <a:path w="14290" h="14290" extrusionOk="0">
                  <a:moveTo>
                    <a:pt x="13660" y="418"/>
                  </a:moveTo>
                  <a:cubicBezTo>
                    <a:pt x="13776" y="418"/>
                    <a:pt x="13870" y="514"/>
                    <a:pt x="13870" y="628"/>
                  </a:cubicBezTo>
                  <a:lnTo>
                    <a:pt x="13870" y="2233"/>
                  </a:lnTo>
                  <a:lnTo>
                    <a:pt x="7641" y="2233"/>
                  </a:lnTo>
                  <a:cubicBezTo>
                    <a:pt x="7536" y="2233"/>
                    <a:pt x="7438" y="2311"/>
                    <a:pt x="7427" y="2416"/>
                  </a:cubicBezTo>
                  <a:cubicBezTo>
                    <a:pt x="7409" y="2545"/>
                    <a:pt x="7509" y="2650"/>
                    <a:pt x="7632" y="2650"/>
                  </a:cubicBezTo>
                  <a:lnTo>
                    <a:pt x="13870" y="2650"/>
                  </a:lnTo>
                  <a:lnTo>
                    <a:pt x="13870" y="13662"/>
                  </a:lnTo>
                  <a:cubicBezTo>
                    <a:pt x="13870" y="13776"/>
                    <a:pt x="13776" y="13869"/>
                    <a:pt x="13660" y="13869"/>
                  </a:cubicBezTo>
                  <a:lnTo>
                    <a:pt x="628" y="13869"/>
                  </a:lnTo>
                  <a:cubicBezTo>
                    <a:pt x="514" y="13869"/>
                    <a:pt x="418" y="13776"/>
                    <a:pt x="418" y="13662"/>
                  </a:cubicBezTo>
                  <a:lnTo>
                    <a:pt x="418" y="2650"/>
                  </a:lnTo>
                  <a:lnTo>
                    <a:pt x="6648" y="2650"/>
                  </a:lnTo>
                  <a:cubicBezTo>
                    <a:pt x="6755" y="2650"/>
                    <a:pt x="6851" y="2572"/>
                    <a:pt x="6862" y="2467"/>
                  </a:cubicBezTo>
                  <a:cubicBezTo>
                    <a:pt x="6880" y="2340"/>
                    <a:pt x="6779" y="2233"/>
                    <a:pt x="6656" y="2233"/>
                  </a:cubicBezTo>
                  <a:lnTo>
                    <a:pt x="418" y="2233"/>
                  </a:lnTo>
                  <a:lnTo>
                    <a:pt x="418" y="628"/>
                  </a:lnTo>
                  <a:cubicBezTo>
                    <a:pt x="418" y="514"/>
                    <a:pt x="514" y="418"/>
                    <a:pt x="628" y="418"/>
                  </a:cubicBezTo>
                  <a:close/>
                  <a:moveTo>
                    <a:pt x="628" y="0"/>
                  </a:moveTo>
                  <a:cubicBezTo>
                    <a:pt x="282" y="0"/>
                    <a:pt x="1" y="282"/>
                    <a:pt x="1" y="628"/>
                  </a:cubicBezTo>
                  <a:lnTo>
                    <a:pt x="1" y="13662"/>
                  </a:lnTo>
                  <a:cubicBezTo>
                    <a:pt x="1" y="14008"/>
                    <a:pt x="282" y="14289"/>
                    <a:pt x="628" y="14289"/>
                  </a:cubicBezTo>
                  <a:lnTo>
                    <a:pt x="13660" y="14289"/>
                  </a:lnTo>
                  <a:cubicBezTo>
                    <a:pt x="14006" y="14289"/>
                    <a:pt x="14290" y="14008"/>
                    <a:pt x="14290" y="13662"/>
                  </a:cubicBezTo>
                  <a:lnTo>
                    <a:pt x="14290" y="628"/>
                  </a:lnTo>
                  <a:cubicBezTo>
                    <a:pt x="14290" y="282"/>
                    <a:pt x="14006" y="0"/>
                    <a:pt x="136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1" name="Google Shape;1451;p35"/>
            <p:cNvSpPr/>
            <p:nvPr/>
          </p:nvSpPr>
          <p:spPr>
            <a:xfrm>
              <a:off x="1204450" y="3865325"/>
              <a:ext cx="31450" cy="31450"/>
            </a:xfrm>
            <a:custGeom>
              <a:avLst/>
              <a:gdLst/>
              <a:ahLst/>
              <a:cxnLst/>
              <a:rect l="l" t="t" r="r" b="b"/>
              <a:pathLst>
                <a:path w="1258" h="1258" extrusionOk="0">
                  <a:moveTo>
                    <a:pt x="630" y="420"/>
                  </a:moveTo>
                  <a:cubicBezTo>
                    <a:pt x="744" y="420"/>
                    <a:pt x="838" y="514"/>
                    <a:pt x="838" y="628"/>
                  </a:cubicBezTo>
                  <a:cubicBezTo>
                    <a:pt x="838" y="744"/>
                    <a:pt x="744" y="838"/>
                    <a:pt x="630" y="838"/>
                  </a:cubicBezTo>
                  <a:cubicBezTo>
                    <a:pt x="514" y="838"/>
                    <a:pt x="420" y="744"/>
                    <a:pt x="420" y="628"/>
                  </a:cubicBezTo>
                  <a:cubicBezTo>
                    <a:pt x="420" y="514"/>
                    <a:pt x="514" y="420"/>
                    <a:pt x="630" y="420"/>
                  </a:cubicBezTo>
                  <a:close/>
                  <a:moveTo>
                    <a:pt x="630" y="0"/>
                  </a:moveTo>
                  <a:cubicBezTo>
                    <a:pt x="284" y="0"/>
                    <a:pt x="1" y="282"/>
                    <a:pt x="1" y="628"/>
                  </a:cubicBezTo>
                  <a:cubicBezTo>
                    <a:pt x="1" y="974"/>
                    <a:pt x="284" y="1257"/>
                    <a:pt x="630" y="1257"/>
                  </a:cubicBezTo>
                  <a:cubicBezTo>
                    <a:pt x="976" y="1257"/>
                    <a:pt x="1258" y="974"/>
                    <a:pt x="1258" y="628"/>
                  </a:cubicBezTo>
                  <a:cubicBezTo>
                    <a:pt x="1258" y="282"/>
                    <a:pt x="976" y="0"/>
                    <a:pt x="6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2" name="Google Shape;1452;p35"/>
            <p:cNvSpPr/>
            <p:nvPr/>
          </p:nvSpPr>
          <p:spPr>
            <a:xfrm>
              <a:off x="1243525" y="3865325"/>
              <a:ext cx="31450" cy="31450"/>
            </a:xfrm>
            <a:custGeom>
              <a:avLst/>
              <a:gdLst/>
              <a:ahLst/>
              <a:cxnLst/>
              <a:rect l="l" t="t" r="r" b="b"/>
              <a:pathLst>
                <a:path w="1258" h="1258" extrusionOk="0">
                  <a:moveTo>
                    <a:pt x="630" y="420"/>
                  </a:moveTo>
                  <a:cubicBezTo>
                    <a:pt x="744" y="420"/>
                    <a:pt x="838" y="514"/>
                    <a:pt x="838" y="628"/>
                  </a:cubicBezTo>
                  <a:cubicBezTo>
                    <a:pt x="838" y="744"/>
                    <a:pt x="744" y="838"/>
                    <a:pt x="630" y="838"/>
                  </a:cubicBezTo>
                  <a:cubicBezTo>
                    <a:pt x="514" y="838"/>
                    <a:pt x="420" y="744"/>
                    <a:pt x="420" y="628"/>
                  </a:cubicBezTo>
                  <a:cubicBezTo>
                    <a:pt x="420" y="514"/>
                    <a:pt x="514" y="420"/>
                    <a:pt x="630" y="420"/>
                  </a:cubicBezTo>
                  <a:close/>
                  <a:moveTo>
                    <a:pt x="630" y="0"/>
                  </a:moveTo>
                  <a:cubicBezTo>
                    <a:pt x="284" y="0"/>
                    <a:pt x="1" y="282"/>
                    <a:pt x="1" y="628"/>
                  </a:cubicBezTo>
                  <a:cubicBezTo>
                    <a:pt x="1" y="974"/>
                    <a:pt x="284" y="1257"/>
                    <a:pt x="630" y="1257"/>
                  </a:cubicBezTo>
                  <a:cubicBezTo>
                    <a:pt x="976" y="1257"/>
                    <a:pt x="1258" y="974"/>
                    <a:pt x="1258" y="628"/>
                  </a:cubicBezTo>
                  <a:cubicBezTo>
                    <a:pt x="1258" y="282"/>
                    <a:pt x="976" y="0"/>
                    <a:pt x="6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3" name="Google Shape;1453;p35"/>
            <p:cNvSpPr/>
            <p:nvPr/>
          </p:nvSpPr>
          <p:spPr>
            <a:xfrm>
              <a:off x="1282600" y="3865325"/>
              <a:ext cx="31450" cy="31450"/>
            </a:xfrm>
            <a:custGeom>
              <a:avLst/>
              <a:gdLst/>
              <a:ahLst/>
              <a:cxnLst/>
              <a:rect l="l" t="t" r="r" b="b"/>
              <a:pathLst>
                <a:path w="1258" h="1258" extrusionOk="0">
                  <a:moveTo>
                    <a:pt x="630" y="420"/>
                  </a:moveTo>
                  <a:cubicBezTo>
                    <a:pt x="744" y="420"/>
                    <a:pt x="838" y="514"/>
                    <a:pt x="838" y="628"/>
                  </a:cubicBezTo>
                  <a:cubicBezTo>
                    <a:pt x="838" y="744"/>
                    <a:pt x="744" y="838"/>
                    <a:pt x="630" y="838"/>
                  </a:cubicBezTo>
                  <a:cubicBezTo>
                    <a:pt x="514" y="838"/>
                    <a:pt x="420" y="744"/>
                    <a:pt x="420" y="628"/>
                  </a:cubicBezTo>
                  <a:cubicBezTo>
                    <a:pt x="420" y="514"/>
                    <a:pt x="514" y="420"/>
                    <a:pt x="630" y="420"/>
                  </a:cubicBezTo>
                  <a:close/>
                  <a:moveTo>
                    <a:pt x="630" y="0"/>
                  </a:moveTo>
                  <a:cubicBezTo>
                    <a:pt x="284" y="0"/>
                    <a:pt x="0" y="282"/>
                    <a:pt x="0" y="628"/>
                  </a:cubicBezTo>
                  <a:cubicBezTo>
                    <a:pt x="0" y="974"/>
                    <a:pt x="284" y="1257"/>
                    <a:pt x="630" y="1257"/>
                  </a:cubicBezTo>
                  <a:cubicBezTo>
                    <a:pt x="976" y="1257"/>
                    <a:pt x="1257" y="974"/>
                    <a:pt x="1257" y="628"/>
                  </a:cubicBezTo>
                  <a:cubicBezTo>
                    <a:pt x="1257" y="282"/>
                    <a:pt x="976" y="0"/>
                    <a:pt x="6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4" name="Google Shape;1454;p35"/>
            <p:cNvSpPr/>
            <p:nvPr/>
          </p:nvSpPr>
          <p:spPr>
            <a:xfrm>
              <a:off x="1238450" y="3927775"/>
              <a:ext cx="254325" cy="253375"/>
            </a:xfrm>
            <a:custGeom>
              <a:avLst/>
              <a:gdLst/>
              <a:ahLst/>
              <a:cxnLst/>
              <a:rect l="l" t="t" r="r" b="b"/>
              <a:pathLst>
                <a:path w="10173" h="10135" extrusionOk="0">
                  <a:moveTo>
                    <a:pt x="1032" y="1019"/>
                  </a:moveTo>
                  <a:lnTo>
                    <a:pt x="1458" y="1159"/>
                  </a:lnTo>
                  <a:lnTo>
                    <a:pt x="1175" y="1441"/>
                  </a:lnTo>
                  <a:lnTo>
                    <a:pt x="1032" y="1019"/>
                  </a:lnTo>
                  <a:close/>
                  <a:moveTo>
                    <a:pt x="1900" y="1307"/>
                  </a:moveTo>
                  <a:lnTo>
                    <a:pt x="2454" y="1490"/>
                  </a:lnTo>
                  <a:lnTo>
                    <a:pt x="1507" y="2436"/>
                  </a:lnTo>
                  <a:lnTo>
                    <a:pt x="1324" y="1885"/>
                  </a:lnTo>
                  <a:lnTo>
                    <a:pt x="1900" y="1307"/>
                  </a:lnTo>
                  <a:close/>
                  <a:moveTo>
                    <a:pt x="8375" y="505"/>
                  </a:moveTo>
                  <a:lnTo>
                    <a:pt x="9643" y="1773"/>
                  </a:lnTo>
                  <a:lnTo>
                    <a:pt x="6576" y="4839"/>
                  </a:lnTo>
                  <a:lnTo>
                    <a:pt x="5310" y="3573"/>
                  </a:lnTo>
                  <a:lnTo>
                    <a:pt x="5566" y="3316"/>
                  </a:lnTo>
                  <a:lnTo>
                    <a:pt x="6283" y="4033"/>
                  </a:lnTo>
                  <a:cubicBezTo>
                    <a:pt x="6326" y="4075"/>
                    <a:pt x="6377" y="4095"/>
                    <a:pt x="6430" y="4095"/>
                  </a:cubicBezTo>
                  <a:cubicBezTo>
                    <a:pt x="6484" y="4095"/>
                    <a:pt x="6535" y="4075"/>
                    <a:pt x="6578" y="4033"/>
                  </a:cubicBezTo>
                  <a:cubicBezTo>
                    <a:pt x="6658" y="3952"/>
                    <a:pt x="6658" y="3818"/>
                    <a:pt x="6578" y="3738"/>
                  </a:cubicBezTo>
                  <a:lnTo>
                    <a:pt x="5861" y="3019"/>
                  </a:lnTo>
                  <a:lnTo>
                    <a:pt x="6118" y="2762"/>
                  </a:lnTo>
                  <a:lnTo>
                    <a:pt x="6535" y="3182"/>
                  </a:lnTo>
                  <a:cubicBezTo>
                    <a:pt x="6578" y="3225"/>
                    <a:pt x="6631" y="3242"/>
                    <a:pt x="6685" y="3242"/>
                  </a:cubicBezTo>
                  <a:cubicBezTo>
                    <a:pt x="6736" y="3242"/>
                    <a:pt x="6790" y="3225"/>
                    <a:pt x="6832" y="3182"/>
                  </a:cubicBezTo>
                  <a:cubicBezTo>
                    <a:pt x="6913" y="3102"/>
                    <a:pt x="6913" y="2968"/>
                    <a:pt x="6832" y="2885"/>
                  </a:cubicBezTo>
                  <a:lnTo>
                    <a:pt x="6413" y="2468"/>
                  </a:lnTo>
                  <a:lnTo>
                    <a:pt x="6669" y="2211"/>
                  </a:lnTo>
                  <a:lnTo>
                    <a:pt x="7089" y="2628"/>
                  </a:lnTo>
                  <a:cubicBezTo>
                    <a:pt x="7131" y="2671"/>
                    <a:pt x="7183" y="2691"/>
                    <a:pt x="7236" y="2691"/>
                  </a:cubicBezTo>
                  <a:cubicBezTo>
                    <a:pt x="7290" y="2691"/>
                    <a:pt x="7344" y="2671"/>
                    <a:pt x="7384" y="2628"/>
                  </a:cubicBezTo>
                  <a:cubicBezTo>
                    <a:pt x="7466" y="2548"/>
                    <a:pt x="7466" y="2414"/>
                    <a:pt x="7384" y="2334"/>
                  </a:cubicBezTo>
                  <a:lnTo>
                    <a:pt x="6966" y="1914"/>
                  </a:lnTo>
                  <a:lnTo>
                    <a:pt x="8375" y="505"/>
                  </a:lnTo>
                  <a:close/>
                  <a:moveTo>
                    <a:pt x="2150" y="2392"/>
                  </a:moveTo>
                  <a:lnTo>
                    <a:pt x="7053" y="7295"/>
                  </a:lnTo>
                  <a:lnTo>
                    <a:pt x="6618" y="7730"/>
                  </a:lnTo>
                  <a:lnTo>
                    <a:pt x="1715" y="2827"/>
                  </a:lnTo>
                  <a:lnTo>
                    <a:pt x="2150" y="2392"/>
                  </a:lnTo>
                  <a:close/>
                  <a:moveTo>
                    <a:pt x="8040" y="6900"/>
                  </a:moveTo>
                  <a:lnTo>
                    <a:pt x="8442" y="7301"/>
                  </a:lnTo>
                  <a:lnTo>
                    <a:pt x="7315" y="8429"/>
                  </a:lnTo>
                  <a:lnTo>
                    <a:pt x="6913" y="8027"/>
                  </a:lnTo>
                  <a:lnTo>
                    <a:pt x="8040" y="6900"/>
                  </a:lnTo>
                  <a:close/>
                  <a:moveTo>
                    <a:pt x="3591" y="5292"/>
                  </a:moveTo>
                  <a:lnTo>
                    <a:pt x="4856" y="6558"/>
                  </a:lnTo>
                  <a:lnTo>
                    <a:pt x="1789" y="9626"/>
                  </a:lnTo>
                  <a:lnTo>
                    <a:pt x="523" y="8360"/>
                  </a:lnTo>
                  <a:lnTo>
                    <a:pt x="806" y="8074"/>
                  </a:lnTo>
                  <a:lnTo>
                    <a:pt x="1521" y="8788"/>
                  </a:lnTo>
                  <a:cubicBezTo>
                    <a:pt x="1563" y="8831"/>
                    <a:pt x="1617" y="8851"/>
                    <a:pt x="1670" y="8851"/>
                  </a:cubicBezTo>
                  <a:cubicBezTo>
                    <a:pt x="1722" y="8851"/>
                    <a:pt x="1775" y="8831"/>
                    <a:pt x="1818" y="8788"/>
                  </a:cubicBezTo>
                  <a:cubicBezTo>
                    <a:pt x="1898" y="8708"/>
                    <a:pt x="1898" y="8574"/>
                    <a:pt x="1818" y="8494"/>
                  </a:cubicBezTo>
                  <a:lnTo>
                    <a:pt x="1103" y="7779"/>
                  </a:lnTo>
                  <a:lnTo>
                    <a:pt x="1360" y="7522"/>
                  </a:lnTo>
                  <a:lnTo>
                    <a:pt x="1778" y="7940"/>
                  </a:lnTo>
                  <a:cubicBezTo>
                    <a:pt x="1820" y="7982"/>
                    <a:pt x="1874" y="8002"/>
                    <a:pt x="1927" y="8002"/>
                  </a:cubicBezTo>
                  <a:cubicBezTo>
                    <a:pt x="1979" y="8002"/>
                    <a:pt x="2032" y="7982"/>
                    <a:pt x="2075" y="7940"/>
                  </a:cubicBezTo>
                  <a:cubicBezTo>
                    <a:pt x="2155" y="7860"/>
                    <a:pt x="2155" y="7726"/>
                    <a:pt x="2075" y="7645"/>
                  </a:cubicBezTo>
                  <a:lnTo>
                    <a:pt x="1655" y="7225"/>
                  </a:lnTo>
                  <a:lnTo>
                    <a:pt x="1912" y="6969"/>
                  </a:lnTo>
                  <a:lnTo>
                    <a:pt x="2331" y="7388"/>
                  </a:lnTo>
                  <a:cubicBezTo>
                    <a:pt x="2374" y="7429"/>
                    <a:pt x="2425" y="7449"/>
                    <a:pt x="2479" y="7449"/>
                  </a:cubicBezTo>
                  <a:cubicBezTo>
                    <a:pt x="2532" y="7449"/>
                    <a:pt x="2586" y="7429"/>
                    <a:pt x="2626" y="7388"/>
                  </a:cubicBezTo>
                  <a:cubicBezTo>
                    <a:pt x="2709" y="7306"/>
                    <a:pt x="2709" y="7172"/>
                    <a:pt x="2626" y="7092"/>
                  </a:cubicBezTo>
                  <a:lnTo>
                    <a:pt x="2209" y="6674"/>
                  </a:lnTo>
                  <a:lnTo>
                    <a:pt x="2465" y="6417"/>
                  </a:lnTo>
                  <a:lnTo>
                    <a:pt x="3180" y="7132"/>
                  </a:lnTo>
                  <a:cubicBezTo>
                    <a:pt x="3222" y="7172"/>
                    <a:pt x="3273" y="7192"/>
                    <a:pt x="3327" y="7192"/>
                  </a:cubicBezTo>
                  <a:cubicBezTo>
                    <a:pt x="3381" y="7192"/>
                    <a:pt x="3434" y="7172"/>
                    <a:pt x="3474" y="7132"/>
                  </a:cubicBezTo>
                  <a:cubicBezTo>
                    <a:pt x="3557" y="7049"/>
                    <a:pt x="3557" y="6915"/>
                    <a:pt x="3474" y="6835"/>
                  </a:cubicBezTo>
                  <a:lnTo>
                    <a:pt x="2760" y="6120"/>
                  </a:lnTo>
                  <a:lnTo>
                    <a:pt x="3017" y="5864"/>
                  </a:lnTo>
                  <a:lnTo>
                    <a:pt x="3436" y="6283"/>
                  </a:lnTo>
                  <a:cubicBezTo>
                    <a:pt x="3479" y="6323"/>
                    <a:pt x="3530" y="6344"/>
                    <a:pt x="3584" y="6344"/>
                  </a:cubicBezTo>
                  <a:cubicBezTo>
                    <a:pt x="3637" y="6344"/>
                    <a:pt x="3691" y="6323"/>
                    <a:pt x="3731" y="6283"/>
                  </a:cubicBezTo>
                  <a:cubicBezTo>
                    <a:pt x="3814" y="6201"/>
                    <a:pt x="3814" y="6067"/>
                    <a:pt x="3731" y="5986"/>
                  </a:cubicBezTo>
                  <a:lnTo>
                    <a:pt x="3314" y="5569"/>
                  </a:lnTo>
                  <a:lnTo>
                    <a:pt x="3591" y="5292"/>
                  </a:lnTo>
                  <a:close/>
                  <a:moveTo>
                    <a:pt x="8375" y="1"/>
                  </a:moveTo>
                  <a:cubicBezTo>
                    <a:pt x="8319" y="1"/>
                    <a:pt x="8268" y="23"/>
                    <a:pt x="8228" y="61"/>
                  </a:cubicBezTo>
                  <a:lnTo>
                    <a:pt x="5013" y="3276"/>
                  </a:lnTo>
                  <a:lnTo>
                    <a:pt x="4450" y="2713"/>
                  </a:lnTo>
                  <a:cubicBezTo>
                    <a:pt x="4409" y="2673"/>
                    <a:pt x="4355" y="2653"/>
                    <a:pt x="4301" y="2653"/>
                  </a:cubicBezTo>
                  <a:cubicBezTo>
                    <a:pt x="4247" y="2653"/>
                    <a:pt x="4193" y="2673"/>
                    <a:pt x="4153" y="2713"/>
                  </a:cubicBezTo>
                  <a:cubicBezTo>
                    <a:pt x="4073" y="2794"/>
                    <a:pt x="4073" y="2928"/>
                    <a:pt x="4153" y="3008"/>
                  </a:cubicBezTo>
                  <a:lnTo>
                    <a:pt x="7748" y="6603"/>
                  </a:lnTo>
                  <a:lnTo>
                    <a:pt x="7353" y="7000"/>
                  </a:lnTo>
                  <a:lnTo>
                    <a:pt x="2447" y="2097"/>
                  </a:lnTo>
                  <a:lnTo>
                    <a:pt x="2845" y="1700"/>
                  </a:lnTo>
                  <a:lnTo>
                    <a:pt x="3463" y="2320"/>
                  </a:lnTo>
                  <a:cubicBezTo>
                    <a:pt x="3505" y="2361"/>
                    <a:pt x="3559" y="2381"/>
                    <a:pt x="3613" y="2381"/>
                  </a:cubicBezTo>
                  <a:cubicBezTo>
                    <a:pt x="3666" y="2381"/>
                    <a:pt x="3720" y="2361"/>
                    <a:pt x="3760" y="2320"/>
                  </a:cubicBezTo>
                  <a:cubicBezTo>
                    <a:pt x="3841" y="2238"/>
                    <a:pt x="3841" y="2104"/>
                    <a:pt x="3760" y="2023"/>
                  </a:cubicBezTo>
                  <a:lnTo>
                    <a:pt x="3079" y="1342"/>
                  </a:lnTo>
                  <a:cubicBezTo>
                    <a:pt x="3035" y="1311"/>
                    <a:pt x="3017" y="1255"/>
                    <a:pt x="2793" y="1166"/>
                  </a:cubicBezTo>
                  <a:lnTo>
                    <a:pt x="777" y="492"/>
                  </a:lnTo>
                  <a:cubicBezTo>
                    <a:pt x="755" y="485"/>
                    <a:pt x="732" y="481"/>
                    <a:pt x="709" y="481"/>
                  </a:cubicBezTo>
                  <a:cubicBezTo>
                    <a:pt x="654" y="481"/>
                    <a:pt x="600" y="502"/>
                    <a:pt x="561" y="541"/>
                  </a:cubicBezTo>
                  <a:cubicBezTo>
                    <a:pt x="523" y="581"/>
                    <a:pt x="487" y="659"/>
                    <a:pt x="509" y="760"/>
                  </a:cubicBezTo>
                  <a:lnTo>
                    <a:pt x="1184" y="2778"/>
                  </a:lnTo>
                  <a:cubicBezTo>
                    <a:pt x="1213" y="2829"/>
                    <a:pt x="1204" y="2885"/>
                    <a:pt x="1360" y="3062"/>
                  </a:cubicBezTo>
                  <a:lnTo>
                    <a:pt x="3296" y="5000"/>
                  </a:lnTo>
                  <a:lnTo>
                    <a:pt x="81" y="8215"/>
                  </a:lnTo>
                  <a:cubicBezTo>
                    <a:pt x="0" y="8295"/>
                    <a:pt x="0" y="8429"/>
                    <a:pt x="81" y="8509"/>
                  </a:cubicBezTo>
                  <a:lnTo>
                    <a:pt x="1644" y="10072"/>
                  </a:lnTo>
                  <a:cubicBezTo>
                    <a:pt x="1684" y="10112"/>
                    <a:pt x="1737" y="10135"/>
                    <a:pt x="1793" y="10135"/>
                  </a:cubicBezTo>
                  <a:cubicBezTo>
                    <a:pt x="1849" y="10135"/>
                    <a:pt x="1900" y="10112"/>
                    <a:pt x="1941" y="10072"/>
                  </a:cubicBezTo>
                  <a:lnTo>
                    <a:pt x="5156" y="6857"/>
                  </a:lnTo>
                  <a:lnTo>
                    <a:pt x="7859" y="9561"/>
                  </a:lnTo>
                  <a:cubicBezTo>
                    <a:pt x="7958" y="9659"/>
                    <a:pt x="8085" y="9706"/>
                    <a:pt x="8214" y="9706"/>
                  </a:cubicBezTo>
                  <a:cubicBezTo>
                    <a:pt x="8342" y="9706"/>
                    <a:pt x="8471" y="9659"/>
                    <a:pt x="8569" y="9561"/>
                  </a:cubicBezTo>
                  <a:lnTo>
                    <a:pt x="8737" y="9393"/>
                  </a:lnTo>
                  <a:cubicBezTo>
                    <a:pt x="8817" y="9313"/>
                    <a:pt x="8817" y="9179"/>
                    <a:pt x="8737" y="9099"/>
                  </a:cubicBezTo>
                  <a:cubicBezTo>
                    <a:pt x="8695" y="9058"/>
                    <a:pt x="8641" y="9038"/>
                    <a:pt x="8587" y="9038"/>
                  </a:cubicBezTo>
                  <a:cubicBezTo>
                    <a:pt x="8534" y="9038"/>
                    <a:pt x="8480" y="9058"/>
                    <a:pt x="8440" y="9099"/>
                  </a:cubicBezTo>
                  <a:lnTo>
                    <a:pt x="8272" y="9266"/>
                  </a:lnTo>
                  <a:cubicBezTo>
                    <a:pt x="8257" y="9282"/>
                    <a:pt x="8236" y="9290"/>
                    <a:pt x="8215" y="9290"/>
                  </a:cubicBezTo>
                  <a:cubicBezTo>
                    <a:pt x="8195" y="9290"/>
                    <a:pt x="8174" y="9282"/>
                    <a:pt x="8159" y="9266"/>
                  </a:cubicBezTo>
                  <a:lnTo>
                    <a:pt x="7620" y="8726"/>
                  </a:lnTo>
                  <a:lnTo>
                    <a:pt x="8748" y="7601"/>
                  </a:lnTo>
                  <a:lnTo>
                    <a:pt x="9286" y="8139"/>
                  </a:lnTo>
                  <a:cubicBezTo>
                    <a:pt x="9317" y="8170"/>
                    <a:pt x="9317" y="8221"/>
                    <a:pt x="9286" y="8252"/>
                  </a:cubicBezTo>
                  <a:lnTo>
                    <a:pt x="9132" y="8407"/>
                  </a:lnTo>
                  <a:cubicBezTo>
                    <a:pt x="9052" y="8487"/>
                    <a:pt x="9052" y="8621"/>
                    <a:pt x="9132" y="8701"/>
                  </a:cubicBezTo>
                  <a:cubicBezTo>
                    <a:pt x="9174" y="8744"/>
                    <a:pt x="9228" y="8764"/>
                    <a:pt x="9279" y="8764"/>
                  </a:cubicBezTo>
                  <a:cubicBezTo>
                    <a:pt x="9333" y="8764"/>
                    <a:pt x="9386" y="8744"/>
                    <a:pt x="9429" y="8701"/>
                  </a:cubicBezTo>
                  <a:lnTo>
                    <a:pt x="9581" y="8549"/>
                  </a:lnTo>
                  <a:cubicBezTo>
                    <a:pt x="9777" y="8353"/>
                    <a:pt x="9777" y="8036"/>
                    <a:pt x="9581" y="7839"/>
                  </a:cubicBezTo>
                  <a:lnTo>
                    <a:pt x="6877" y="5136"/>
                  </a:lnTo>
                  <a:lnTo>
                    <a:pt x="10092" y="1921"/>
                  </a:lnTo>
                  <a:cubicBezTo>
                    <a:pt x="10172" y="1840"/>
                    <a:pt x="10172" y="1706"/>
                    <a:pt x="10092" y="1624"/>
                  </a:cubicBezTo>
                  <a:lnTo>
                    <a:pt x="8525" y="61"/>
                  </a:lnTo>
                  <a:cubicBezTo>
                    <a:pt x="8484" y="23"/>
                    <a:pt x="8431" y="1"/>
                    <a:pt x="83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5" name="Google Shape;1455;p35"/>
            <p:cNvSpPr/>
            <p:nvPr/>
          </p:nvSpPr>
          <p:spPr>
            <a:xfrm>
              <a:off x="1431525" y="3956800"/>
              <a:ext cx="32050" cy="30725"/>
            </a:xfrm>
            <a:custGeom>
              <a:avLst/>
              <a:gdLst/>
              <a:ahLst/>
              <a:cxnLst/>
              <a:rect l="l" t="t" r="r" b="b"/>
              <a:pathLst>
                <a:path w="1282" h="1229" extrusionOk="0">
                  <a:moveTo>
                    <a:pt x="650" y="414"/>
                  </a:moveTo>
                  <a:cubicBezTo>
                    <a:pt x="699" y="414"/>
                    <a:pt x="753" y="438"/>
                    <a:pt x="788" y="474"/>
                  </a:cubicBezTo>
                  <a:cubicBezTo>
                    <a:pt x="826" y="512"/>
                    <a:pt x="844" y="561"/>
                    <a:pt x="844" y="612"/>
                  </a:cubicBezTo>
                  <a:cubicBezTo>
                    <a:pt x="844" y="664"/>
                    <a:pt x="826" y="713"/>
                    <a:pt x="788" y="749"/>
                  </a:cubicBezTo>
                  <a:cubicBezTo>
                    <a:pt x="751" y="785"/>
                    <a:pt x="701" y="804"/>
                    <a:pt x="651" y="804"/>
                  </a:cubicBezTo>
                  <a:cubicBezTo>
                    <a:pt x="601" y="804"/>
                    <a:pt x="550" y="785"/>
                    <a:pt x="514" y="749"/>
                  </a:cubicBezTo>
                  <a:cubicBezTo>
                    <a:pt x="478" y="711"/>
                    <a:pt x="453" y="661"/>
                    <a:pt x="453" y="608"/>
                  </a:cubicBezTo>
                  <a:cubicBezTo>
                    <a:pt x="453" y="557"/>
                    <a:pt x="473" y="507"/>
                    <a:pt x="514" y="469"/>
                  </a:cubicBezTo>
                  <a:cubicBezTo>
                    <a:pt x="549" y="432"/>
                    <a:pt x="601" y="414"/>
                    <a:pt x="650" y="414"/>
                  </a:cubicBezTo>
                  <a:close/>
                  <a:moveTo>
                    <a:pt x="641" y="1"/>
                  </a:moveTo>
                  <a:cubicBezTo>
                    <a:pt x="438" y="1"/>
                    <a:pt x="250" y="94"/>
                    <a:pt x="134" y="269"/>
                  </a:cubicBezTo>
                  <a:cubicBezTo>
                    <a:pt x="85" y="338"/>
                    <a:pt x="54" y="418"/>
                    <a:pt x="36" y="503"/>
                  </a:cubicBezTo>
                  <a:cubicBezTo>
                    <a:pt x="0" y="706"/>
                    <a:pt x="63" y="907"/>
                    <a:pt x="206" y="1050"/>
                  </a:cubicBezTo>
                  <a:cubicBezTo>
                    <a:pt x="326" y="1171"/>
                    <a:pt x="482" y="1229"/>
                    <a:pt x="641" y="1229"/>
                  </a:cubicBezTo>
                  <a:cubicBezTo>
                    <a:pt x="835" y="1229"/>
                    <a:pt x="1025" y="1139"/>
                    <a:pt x="1150" y="961"/>
                  </a:cubicBezTo>
                  <a:cubicBezTo>
                    <a:pt x="1199" y="889"/>
                    <a:pt x="1233" y="807"/>
                    <a:pt x="1248" y="722"/>
                  </a:cubicBezTo>
                  <a:cubicBezTo>
                    <a:pt x="1282" y="519"/>
                    <a:pt x="1219" y="320"/>
                    <a:pt x="1076" y="179"/>
                  </a:cubicBezTo>
                  <a:cubicBezTo>
                    <a:pt x="960" y="61"/>
                    <a:pt x="806" y="1"/>
                    <a:pt x="6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56" name="Google Shape;1456;p35"/>
          <p:cNvGrpSpPr/>
          <p:nvPr/>
        </p:nvGrpSpPr>
        <p:grpSpPr>
          <a:xfrm>
            <a:off x="6660737" y="2571827"/>
            <a:ext cx="491323" cy="491426"/>
            <a:chOff x="5424275" y="2377875"/>
            <a:chExt cx="357300" cy="357375"/>
          </a:xfrm>
        </p:grpSpPr>
        <p:sp>
          <p:nvSpPr>
            <p:cNvPr id="1457" name="Google Shape;1457;p35"/>
            <p:cNvSpPr/>
            <p:nvPr/>
          </p:nvSpPr>
          <p:spPr>
            <a:xfrm>
              <a:off x="5489850" y="2454025"/>
              <a:ext cx="226100" cy="61025"/>
            </a:xfrm>
            <a:custGeom>
              <a:avLst/>
              <a:gdLst/>
              <a:ahLst/>
              <a:cxnLst/>
              <a:rect l="l" t="t" r="r" b="b"/>
              <a:pathLst>
                <a:path w="9044" h="2441" extrusionOk="0">
                  <a:moveTo>
                    <a:pt x="2062" y="431"/>
                  </a:moveTo>
                  <a:cubicBezTo>
                    <a:pt x="2140" y="431"/>
                    <a:pt x="2202" y="491"/>
                    <a:pt x="2202" y="569"/>
                  </a:cubicBezTo>
                  <a:cubicBezTo>
                    <a:pt x="2202" y="648"/>
                    <a:pt x="2140" y="710"/>
                    <a:pt x="2062" y="710"/>
                  </a:cubicBezTo>
                  <a:cubicBezTo>
                    <a:pt x="1988" y="710"/>
                    <a:pt x="1923" y="645"/>
                    <a:pt x="1923" y="569"/>
                  </a:cubicBezTo>
                  <a:cubicBezTo>
                    <a:pt x="1923" y="491"/>
                    <a:pt x="1983" y="431"/>
                    <a:pt x="2062" y="431"/>
                  </a:cubicBezTo>
                  <a:close/>
                  <a:moveTo>
                    <a:pt x="6980" y="431"/>
                  </a:moveTo>
                  <a:cubicBezTo>
                    <a:pt x="7058" y="431"/>
                    <a:pt x="7118" y="491"/>
                    <a:pt x="7118" y="569"/>
                  </a:cubicBezTo>
                  <a:cubicBezTo>
                    <a:pt x="7118" y="648"/>
                    <a:pt x="7058" y="710"/>
                    <a:pt x="6980" y="710"/>
                  </a:cubicBezTo>
                  <a:cubicBezTo>
                    <a:pt x="6902" y="710"/>
                    <a:pt x="6839" y="648"/>
                    <a:pt x="6839" y="569"/>
                  </a:cubicBezTo>
                  <a:cubicBezTo>
                    <a:pt x="6839" y="491"/>
                    <a:pt x="6902" y="431"/>
                    <a:pt x="6980" y="431"/>
                  </a:cubicBezTo>
                  <a:close/>
                  <a:moveTo>
                    <a:pt x="838" y="1532"/>
                  </a:moveTo>
                  <a:lnTo>
                    <a:pt x="838" y="1951"/>
                  </a:lnTo>
                  <a:lnTo>
                    <a:pt x="418" y="1951"/>
                  </a:lnTo>
                  <a:lnTo>
                    <a:pt x="418" y="1532"/>
                  </a:lnTo>
                  <a:close/>
                  <a:moveTo>
                    <a:pt x="8623" y="1532"/>
                  </a:moveTo>
                  <a:lnTo>
                    <a:pt x="8623" y="1951"/>
                  </a:lnTo>
                  <a:lnTo>
                    <a:pt x="8206" y="1951"/>
                  </a:lnTo>
                  <a:lnTo>
                    <a:pt x="8206" y="1532"/>
                  </a:lnTo>
                  <a:close/>
                  <a:moveTo>
                    <a:pt x="4522" y="1474"/>
                  </a:moveTo>
                  <a:cubicBezTo>
                    <a:pt x="4674" y="1474"/>
                    <a:pt x="4801" y="1599"/>
                    <a:pt x="4801" y="1753"/>
                  </a:cubicBezTo>
                  <a:cubicBezTo>
                    <a:pt x="4801" y="1907"/>
                    <a:pt x="4674" y="2032"/>
                    <a:pt x="4522" y="2032"/>
                  </a:cubicBezTo>
                  <a:cubicBezTo>
                    <a:pt x="4368" y="2032"/>
                    <a:pt x="4243" y="1907"/>
                    <a:pt x="4243" y="1753"/>
                  </a:cubicBezTo>
                  <a:cubicBezTo>
                    <a:pt x="4243" y="1599"/>
                    <a:pt x="4368" y="1474"/>
                    <a:pt x="4522" y="1474"/>
                  </a:cubicBezTo>
                  <a:close/>
                  <a:moveTo>
                    <a:pt x="6997" y="0"/>
                  </a:moveTo>
                  <a:cubicBezTo>
                    <a:pt x="6969" y="0"/>
                    <a:pt x="6940" y="2"/>
                    <a:pt x="6911" y="7"/>
                  </a:cubicBezTo>
                  <a:cubicBezTo>
                    <a:pt x="6688" y="40"/>
                    <a:pt x="6502" y="208"/>
                    <a:pt x="6453" y="427"/>
                  </a:cubicBezTo>
                  <a:cubicBezTo>
                    <a:pt x="6422" y="558"/>
                    <a:pt x="6438" y="683"/>
                    <a:pt x="6489" y="790"/>
                  </a:cubicBezTo>
                  <a:cubicBezTo>
                    <a:pt x="6107" y="1137"/>
                    <a:pt x="5652" y="1380"/>
                    <a:pt x="5185" y="1487"/>
                  </a:cubicBezTo>
                  <a:cubicBezTo>
                    <a:pt x="5082" y="1228"/>
                    <a:pt x="4830" y="1043"/>
                    <a:pt x="4535" y="1043"/>
                  </a:cubicBezTo>
                  <a:cubicBezTo>
                    <a:pt x="4238" y="1043"/>
                    <a:pt x="3988" y="1228"/>
                    <a:pt x="3886" y="1487"/>
                  </a:cubicBezTo>
                  <a:cubicBezTo>
                    <a:pt x="3419" y="1378"/>
                    <a:pt x="2964" y="1137"/>
                    <a:pt x="2582" y="790"/>
                  </a:cubicBezTo>
                  <a:cubicBezTo>
                    <a:pt x="2631" y="683"/>
                    <a:pt x="2649" y="558"/>
                    <a:pt x="2617" y="427"/>
                  </a:cubicBezTo>
                  <a:cubicBezTo>
                    <a:pt x="2564" y="206"/>
                    <a:pt x="2381" y="38"/>
                    <a:pt x="2158" y="7"/>
                  </a:cubicBezTo>
                  <a:cubicBezTo>
                    <a:pt x="2130" y="3"/>
                    <a:pt x="2102" y="1"/>
                    <a:pt x="2075" y="1"/>
                  </a:cubicBezTo>
                  <a:cubicBezTo>
                    <a:pt x="1741" y="1"/>
                    <a:pt x="1474" y="294"/>
                    <a:pt x="1521" y="634"/>
                  </a:cubicBezTo>
                  <a:cubicBezTo>
                    <a:pt x="1552" y="860"/>
                    <a:pt x="1722" y="1047"/>
                    <a:pt x="1943" y="1101"/>
                  </a:cubicBezTo>
                  <a:cubicBezTo>
                    <a:pt x="1987" y="1111"/>
                    <a:pt x="2031" y="1116"/>
                    <a:pt x="2073" y="1116"/>
                  </a:cubicBezTo>
                  <a:cubicBezTo>
                    <a:pt x="2143" y="1116"/>
                    <a:pt x="2211" y="1102"/>
                    <a:pt x="2274" y="1078"/>
                  </a:cubicBezTo>
                  <a:cubicBezTo>
                    <a:pt x="2468" y="1253"/>
                    <a:pt x="2673" y="1407"/>
                    <a:pt x="2892" y="1532"/>
                  </a:cubicBezTo>
                  <a:lnTo>
                    <a:pt x="1256" y="1532"/>
                  </a:lnTo>
                  <a:lnTo>
                    <a:pt x="1256" y="1324"/>
                  </a:lnTo>
                  <a:cubicBezTo>
                    <a:pt x="1256" y="1206"/>
                    <a:pt x="1162" y="1114"/>
                    <a:pt x="1046" y="1114"/>
                  </a:cubicBezTo>
                  <a:lnTo>
                    <a:pt x="208" y="1114"/>
                  </a:lnTo>
                  <a:cubicBezTo>
                    <a:pt x="95" y="1114"/>
                    <a:pt x="1" y="1208"/>
                    <a:pt x="1" y="1324"/>
                  </a:cubicBezTo>
                  <a:lnTo>
                    <a:pt x="1" y="2161"/>
                  </a:lnTo>
                  <a:cubicBezTo>
                    <a:pt x="1" y="2275"/>
                    <a:pt x="95" y="2369"/>
                    <a:pt x="208" y="2369"/>
                  </a:cubicBezTo>
                  <a:lnTo>
                    <a:pt x="1046" y="2369"/>
                  </a:lnTo>
                  <a:cubicBezTo>
                    <a:pt x="1162" y="2369"/>
                    <a:pt x="1256" y="2275"/>
                    <a:pt x="1256" y="2161"/>
                  </a:cubicBezTo>
                  <a:lnTo>
                    <a:pt x="1256" y="1951"/>
                  </a:lnTo>
                  <a:lnTo>
                    <a:pt x="3868" y="1951"/>
                  </a:lnTo>
                  <a:cubicBezTo>
                    <a:pt x="3957" y="2233"/>
                    <a:pt x="4223" y="2440"/>
                    <a:pt x="4535" y="2440"/>
                  </a:cubicBezTo>
                  <a:cubicBezTo>
                    <a:pt x="4848" y="2440"/>
                    <a:pt x="5114" y="2233"/>
                    <a:pt x="5203" y="1951"/>
                  </a:cubicBezTo>
                  <a:lnTo>
                    <a:pt x="7815" y="1951"/>
                  </a:lnTo>
                  <a:lnTo>
                    <a:pt x="7815" y="2161"/>
                  </a:lnTo>
                  <a:cubicBezTo>
                    <a:pt x="7815" y="2275"/>
                    <a:pt x="7909" y="2369"/>
                    <a:pt x="8023" y="2369"/>
                  </a:cubicBezTo>
                  <a:lnTo>
                    <a:pt x="8833" y="2369"/>
                  </a:lnTo>
                  <a:cubicBezTo>
                    <a:pt x="8947" y="2369"/>
                    <a:pt x="9043" y="2275"/>
                    <a:pt x="9043" y="2161"/>
                  </a:cubicBezTo>
                  <a:lnTo>
                    <a:pt x="9043" y="1324"/>
                  </a:lnTo>
                  <a:cubicBezTo>
                    <a:pt x="9043" y="1208"/>
                    <a:pt x="8947" y="1114"/>
                    <a:pt x="8833" y="1114"/>
                  </a:cubicBezTo>
                  <a:lnTo>
                    <a:pt x="8023" y="1114"/>
                  </a:lnTo>
                  <a:cubicBezTo>
                    <a:pt x="7909" y="1114"/>
                    <a:pt x="7815" y="1208"/>
                    <a:pt x="7815" y="1324"/>
                  </a:cubicBezTo>
                  <a:lnTo>
                    <a:pt x="7815" y="1532"/>
                  </a:lnTo>
                  <a:lnTo>
                    <a:pt x="6179" y="1532"/>
                  </a:lnTo>
                  <a:cubicBezTo>
                    <a:pt x="6397" y="1404"/>
                    <a:pt x="6603" y="1253"/>
                    <a:pt x="6795" y="1078"/>
                  </a:cubicBezTo>
                  <a:cubicBezTo>
                    <a:pt x="6858" y="1102"/>
                    <a:pt x="6925" y="1116"/>
                    <a:pt x="6996" y="1116"/>
                  </a:cubicBezTo>
                  <a:cubicBezTo>
                    <a:pt x="7039" y="1116"/>
                    <a:pt x="7082" y="1111"/>
                    <a:pt x="7127" y="1101"/>
                  </a:cubicBezTo>
                  <a:cubicBezTo>
                    <a:pt x="7351" y="1047"/>
                    <a:pt x="7520" y="860"/>
                    <a:pt x="7549" y="634"/>
                  </a:cubicBezTo>
                  <a:cubicBezTo>
                    <a:pt x="7595" y="293"/>
                    <a:pt x="7329" y="0"/>
                    <a:pt x="69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8" name="Google Shape;1458;p35"/>
            <p:cNvSpPr/>
            <p:nvPr/>
          </p:nvSpPr>
          <p:spPr>
            <a:xfrm>
              <a:off x="5546950" y="2525475"/>
              <a:ext cx="111825" cy="188825"/>
            </a:xfrm>
            <a:custGeom>
              <a:avLst/>
              <a:gdLst/>
              <a:ahLst/>
              <a:cxnLst/>
              <a:rect l="l" t="t" r="r" b="b"/>
              <a:pathLst>
                <a:path w="4473" h="7553" extrusionOk="0">
                  <a:moveTo>
                    <a:pt x="2238" y="420"/>
                  </a:moveTo>
                  <a:cubicBezTo>
                    <a:pt x="2352" y="420"/>
                    <a:pt x="2446" y="513"/>
                    <a:pt x="2446" y="627"/>
                  </a:cubicBezTo>
                  <a:cubicBezTo>
                    <a:pt x="2446" y="743"/>
                    <a:pt x="2352" y="837"/>
                    <a:pt x="2238" y="837"/>
                  </a:cubicBezTo>
                  <a:cubicBezTo>
                    <a:pt x="2122" y="837"/>
                    <a:pt x="2028" y="743"/>
                    <a:pt x="2028" y="627"/>
                  </a:cubicBezTo>
                  <a:cubicBezTo>
                    <a:pt x="2028" y="513"/>
                    <a:pt x="2122" y="420"/>
                    <a:pt x="2238" y="420"/>
                  </a:cubicBezTo>
                  <a:close/>
                  <a:moveTo>
                    <a:pt x="2238" y="3188"/>
                  </a:moveTo>
                  <a:cubicBezTo>
                    <a:pt x="2390" y="3188"/>
                    <a:pt x="2517" y="3313"/>
                    <a:pt x="2517" y="3467"/>
                  </a:cubicBezTo>
                  <a:cubicBezTo>
                    <a:pt x="2517" y="3619"/>
                    <a:pt x="2390" y="3746"/>
                    <a:pt x="2238" y="3746"/>
                  </a:cubicBezTo>
                  <a:cubicBezTo>
                    <a:pt x="2084" y="3746"/>
                    <a:pt x="1959" y="3619"/>
                    <a:pt x="1959" y="3467"/>
                  </a:cubicBezTo>
                  <a:cubicBezTo>
                    <a:pt x="1959" y="3313"/>
                    <a:pt x="2084" y="3188"/>
                    <a:pt x="2238" y="3188"/>
                  </a:cubicBezTo>
                  <a:close/>
                  <a:moveTo>
                    <a:pt x="3883" y="5986"/>
                  </a:moveTo>
                  <a:lnTo>
                    <a:pt x="3883" y="6376"/>
                  </a:lnTo>
                  <a:lnTo>
                    <a:pt x="2524" y="6376"/>
                  </a:lnTo>
                  <a:cubicBezTo>
                    <a:pt x="2419" y="6376"/>
                    <a:pt x="2321" y="6454"/>
                    <a:pt x="2309" y="6562"/>
                  </a:cubicBezTo>
                  <a:cubicBezTo>
                    <a:pt x="2294" y="6689"/>
                    <a:pt x="2394" y="6796"/>
                    <a:pt x="2517" y="6796"/>
                  </a:cubicBezTo>
                  <a:lnTo>
                    <a:pt x="3437" y="6796"/>
                  </a:lnTo>
                  <a:lnTo>
                    <a:pt x="3437" y="7062"/>
                  </a:lnTo>
                  <a:cubicBezTo>
                    <a:pt x="3437" y="7100"/>
                    <a:pt x="3406" y="7131"/>
                    <a:pt x="3368" y="7131"/>
                  </a:cubicBezTo>
                  <a:lnTo>
                    <a:pt x="1135" y="7131"/>
                  </a:lnTo>
                  <a:cubicBezTo>
                    <a:pt x="1095" y="7131"/>
                    <a:pt x="1066" y="7100"/>
                    <a:pt x="1066" y="7062"/>
                  </a:cubicBezTo>
                  <a:lnTo>
                    <a:pt x="1066" y="6796"/>
                  </a:lnTo>
                  <a:lnTo>
                    <a:pt x="1546" y="6796"/>
                  </a:lnTo>
                  <a:cubicBezTo>
                    <a:pt x="1651" y="6796"/>
                    <a:pt x="1749" y="6718"/>
                    <a:pt x="1760" y="6611"/>
                  </a:cubicBezTo>
                  <a:cubicBezTo>
                    <a:pt x="1776" y="6483"/>
                    <a:pt x="1675" y="6376"/>
                    <a:pt x="1552" y="6376"/>
                  </a:cubicBezTo>
                  <a:lnTo>
                    <a:pt x="590" y="6376"/>
                  </a:lnTo>
                  <a:lnTo>
                    <a:pt x="590" y="5986"/>
                  </a:lnTo>
                  <a:close/>
                  <a:moveTo>
                    <a:pt x="2244" y="0"/>
                  </a:moveTo>
                  <a:cubicBezTo>
                    <a:pt x="1895" y="0"/>
                    <a:pt x="1613" y="280"/>
                    <a:pt x="1613" y="627"/>
                  </a:cubicBezTo>
                  <a:cubicBezTo>
                    <a:pt x="1613" y="748"/>
                    <a:pt x="1646" y="862"/>
                    <a:pt x="1707" y="958"/>
                  </a:cubicBezTo>
                  <a:lnTo>
                    <a:pt x="130" y="3206"/>
                  </a:lnTo>
                  <a:cubicBezTo>
                    <a:pt x="1" y="3391"/>
                    <a:pt x="16" y="3639"/>
                    <a:pt x="164" y="3807"/>
                  </a:cubicBezTo>
                  <a:cubicBezTo>
                    <a:pt x="396" y="4070"/>
                    <a:pt x="912" y="4735"/>
                    <a:pt x="979" y="5568"/>
                  </a:cubicBezTo>
                  <a:lnTo>
                    <a:pt x="586" y="5568"/>
                  </a:lnTo>
                  <a:cubicBezTo>
                    <a:pt x="356" y="5568"/>
                    <a:pt x="173" y="5747"/>
                    <a:pt x="173" y="5968"/>
                  </a:cubicBezTo>
                  <a:lnTo>
                    <a:pt x="173" y="6399"/>
                  </a:lnTo>
                  <a:cubicBezTo>
                    <a:pt x="173" y="6620"/>
                    <a:pt x="358" y="6798"/>
                    <a:pt x="586" y="6798"/>
                  </a:cubicBezTo>
                  <a:lnTo>
                    <a:pt x="646" y="6798"/>
                  </a:lnTo>
                  <a:lnTo>
                    <a:pt x="646" y="7064"/>
                  </a:lnTo>
                  <a:cubicBezTo>
                    <a:pt x="646" y="7334"/>
                    <a:pt x="865" y="7553"/>
                    <a:pt x="1135" y="7553"/>
                  </a:cubicBezTo>
                  <a:lnTo>
                    <a:pt x="3339" y="7553"/>
                  </a:lnTo>
                  <a:cubicBezTo>
                    <a:pt x="3611" y="7553"/>
                    <a:pt x="3828" y="7334"/>
                    <a:pt x="3828" y="7064"/>
                  </a:cubicBezTo>
                  <a:lnTo>
                    <a:pt x="3828" y="6798"/>
                  </a:lnTo>
                  <a:lnTo>
                    <a:pt x="3879" y="6798"/>
                  </a:lnTo>
                  <a:cubicBezTo>
                    <a:pt x="4113" y="6798"/>
                    <a:pt x="4303" y="6620"/>
                    <a:pt x="4303" y="6399"/>
                  </a:cubicBezTo>
                  <a:lnTo>
                    <a:pt x="4303" y="5968"/>
                  </a:lnTo>
                  <a:cubicBezTo>
                    <a:pt x="4303" y="5747"/>
                    <a:pt x="4113" y="5568"/>
                    <a:pt x="3879" y="5568"/>
                  </a:cubicBezTo>
                  <a:lnTo>
                    <a:pt x="3470" y="5568"/>
                  </a:lnTo>
                  <a:cubicBezTo>
                    <a:pt x="3540" y="4740"/>
                    <a:pt x="4066" y="4070"/>
                    <a:pt x="4305" y="3807"/>
                  </a:cubicBezTo>
                  <a:cubicBezTo>
                    <a:pt x="4459" y="3639"/>
                    <a:pt x="4473" y="3391"/>
                    <a:pt x="4339" y="3206"/>
                  </a:cubicBezTo>
                  <a:lnTo>
                    <a:pt x="3812" y="2471"/>
                  </a:lnTo>
                  <a:cubicBezTo>
                    <a:pt x="3771" y="2414"/>
                    <a:pt x="3703" y="2383"/>
                    <a:pt x="3634" y="2383"/>
                  </a:cubicBezTo>
                  <a:cubicBezTo>
                    <a:pt x="3591" y="2383"/>
                    <a:pt x="3547" y="2395"/>
                    <a:pt x="3511" y="2420"/>
                  </a:cubicBezTo>
                  <a:cubicBezTo>
                    <a:pt x="3412" y="2487"/>
                    <a:pt x="3388" y="2614"/>
                    <a:pt x="3457" y="2710"/>
                  </a:cubicBezTo>
                  <a:lnTo>
                    <a:pt x="3984" y="3443"/>
                  </a:lnTo>
                  <a:cubicBezTo>
                    <a:pt x="4004" y="3469"/>
                    <a:pt x="4002" y="3505"/>
                    <a:pt x="3979" y="3530"/>
                  </a:cubicBezTo>
                  <a:cubicBezTo>
                    <a:pt x="3711" y="3827"/>
                    <a:pt x="3104" y="4597"/>
                    <a:pt x="3035" y="5568"/>
                  </a:cubicBezTo>
                  <a:lnTo>
                    <a:pt x="1412" y="5568"/>
                  </a:lnTo>
                  <a:cubicBezTo>
                    <a:pt x="1345" y="4597"/>
                    <a:pt x="758" y="3829"/>
                    <a:pt x="496" y="3530"/>
                  </a:cubicBezTo>
                  <a:cubicBezTo>
                    <a:pt x="474" y="3505"/>
                    <a:pt x="474" y="3472"/>
                    <a:pt x="490" y="3443"/>
                  </a:cubicBezTo>
                  <a:lnTo>
                    <a:pt x="2039" y="1219"/>
                  </a:lnTo>
                  <a:lnTo>
                    <a:pt x="2039" y="2800"/>
                  </a:lnTo>
                  <a:cubicBezTo>
                    <a:pt x="1758" y="2889"/>
                    <a:pt x="1550" y="3152"/>
                    <a:pt x="1550" y="3463"/>
                  </a:cubicBezTo>
                  <a:cubicBezTo>
                    <a:pt x="1550" y="3775"/>
                    <a:pt x="1758" y="4039"/>
                    <a:pt x="2039" y="4128"/>
                  </a:cubicBezTo>
                  <a:lnTo>
                    <a:pt x="2039" y="4639"/>
                  </a:lnTo>
                  <a:cubicBezTo>
                    <a:pt x="2039" y="4744"/>
                    <a:pt x="2117" y="4842"/>
                    <a:pt x="2222" y="4854"/>
                  </a:cubicBezTo>
                  <a:cubicBezTo>
                    <a:pt x="2231" y="4855"/>
                    <a:pt x="2240" y="4855"/>
                    <a:pt x="2249" y="4855"/>
                  </a:cubicBezTo>
                  <a:cubicBezTo>
                    <a:pt x="2366" y="4855"/>
                    <a:pt x="2457" y="4760"/>
                    <a:pt x="2457" y="4646"/>
                  </a:cubicBezTo>
                  <a:lnTo>
                    <a:pt x="2457" y="4128"/>
                  </a:lnTo>
                  <a:cubicBezTo>
                    <a:pt x="2742" y="4039"/>
                    <a:pt x="2948" y="3773"/>
                    <a:pt x="2948" y="3463"/>
                  </a:cubicBezTo>
                  <a:cubicBezTo>
                    <a:pt x="2948" y="3152"/>
                    <a:pt x="2742" y="2889"/>
                    <a:pt x="2457" y="2800"/>
                  </a:cubicBezTo>
                  <a:lnTo>
                    <a:pt x="2457" y="1219"/>
                  </a:lnTo>
                  <a:lnTo>
                    <a:pt x="2941" y="1911"/>
                  </a:lnTo>
                  <a:cubicBezTo>
                    <a:pt x="2981" y="1971"/>
                    <a:pt x="3046" y="2000"/>
                    <a:pt x="3113" y="2000"/>
                  </a:cubicBezTo>
                  <a:cubicBezTo>
                    <a:pt x="3156" y="2000"/>
                    <a:pt x="3198" y="1989"/>
                    <a:pt x="3234" y="1965"/>
                  </a:cubicBezTo>
                  <a:cubicBezTo>
                    <a:pt x="3327" y="1898"/>
                    <a:pt x="3354" y="1768"/>
                    <a:pt x="3287" y="1674"/>
                  </a:cubicBezTo>
                  <a:lnTo>
                    <a:pt x="2785" y="958"/>
                  </a:lnTo>
                  <a:cubicBezTo>
                    <a:pt x="2863" y="835"/>
                    <a:pt x="2897" y="681"/>
                    <a:pt x="2868" y="520"/>
                  </a:cubicBezTo>
                  <a:cubicBezTo>
                    <a:pt x="2823" y="257"/>
                    <a:pt x="2613" y="51"/>
                    <a:pt x="2352" y="9"/>
                  </a:cubicBezTo>
                  <a:cubicBezTo>
                    <a:pt x="2315" y="3"/>
                    <a:pt x="2279" y="0"/>
                    <a:pt x="22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9" name="Google Shape;1459;p35"/>
            <p:cNvSpPr/>
            <p:nvPr/>
          </p:nvSpPr>
          <p:spPr>
            <a:xfrm>
              <a:off x="5424275" y="2377875"/>
              <a:ext cx="357300" cy="357375"/>
            </a:xfrm>
            <a:custGeom>
              <a:avLst/>
              <a:gdLst/>
              <a:ahLst/>
              <a:cxnLst/>
              <a:rect l="l" t="t" r="r" b="b"/>
              <a:pathLst>
                <a:path w="14292" h="14295" extrusionOk="0">
                  <a:moveTo>
                    <a:pt x="628" y="1"/>
                  </a:moveTo>
                  <a:cubicBezTo>
                    <a:pt x="282" y="1"/>
                    <a:pt x="0" y="284"/>
                    <a:pt x="0" y="630"/>
                  </a:cubicBezTo>
                  <a:lnTo>
                    <a:pt x="0" y="7900"/>
                  </a:lnTo>
                  <a:cubicBezTo>
                    <a:pt x="0" y="8005"/>
                    <a:pt x="79" y="8103"/>
                    <a:pt x="184" y="8114"/>
                  </a:cubicBezTo>
                  <a:cubicBezTo>
                    <a:pt x="194" y="8116"/>
                    <a:pt x="204" y="8116"/>
                    <a:pt x="213" y="8116"/>
                  </a:cubicBezTo>
                  <a:cubicBezTo>
                    <a:pt x="329" y="8116"/>
                    <a:pt x="418" y="8022"/>
                    <a:pt x="418" y="7909"/>
                  </a:cubicBezTo>
                  <a:lnTo>
                    <a:pt x="418" y="2655"/>
                  </a:lnTo>
                  <a:lnTo>
                    <a:pt x="11132" y="2655"/>
                  </a:lnTo>
                  <a:cubicBezTo>
                    <a:pt x="11237" y="2655"/>
                    <a:pt x="11336" y="2577"/>
                    <a:pt x="11347" y="2472"/>
                  </a:cubicBezTo>
                  <a:cubicBezTo>
                    <a:pt x="11365" y="2343"/>
                    <a:pt x="11262" y="2238"/>
                    <a:pt x="11141" y="2238"/>
                  </a:cubicBezTo>
                  <a:lnTo>
                    <a:pt x="420" y="2238"/>
                  </a:lnTo>
                  <a:lnTo>
                    <a:pt x="420" y="633"/>
                  </a:lnTo>
                  <a:cubicBezTo>
                    <a:pt x="420" y="519"/>
                    <a:pt x="516" y="423"/>
                    <a:pt x="630" y="423"/>
                  </a:cubicBezTo>
                  <a:lnTo>
                    <a:pt x="13662" y="423"/>
                  </a:lnTo>
                  <a:cubicBezTo>
                    <a:pt x="13778" y="423"/>
                    <a:pt x="13872" y="519"/>
                    <a:pt x="13872" y="633"/>
                  </a:cubicBezTo>
                  <a:lnTo>
                    <a:pt x="13872" y="2238"/>
                  </a:lnTo>
                  <a:lnTo>
                    <a:pt x="12126" y="2238"/>
                  </a:lnTo>
                  <a:cubicBezTo>
                    <a:pt x="12019" y="2238"/>
                    <a:pt x="11921" y="2314"/>
                    <a:pt x="11909" y="2421"/>
                  </a:cubicBezTo>
                  <a:cubicBezTo>
                    <a:pt x="11894" y="2548"/>
                    <a:pt x="11994" y="2655"/>
                    <a:pt x="12117" y="2655"/>
                  </a:cubicBezTo>
                  <a:lnTo>
                    <a:pt x="13872" y="2655"/>
                  </a:lnTo>
                  <a:lnTo>
                    <a:pt x="13872" y="13665"/>
                  </a:lnTo>
                  <a:cubicBezTo>
                    <a:pt x="13872" y="13778"/>
                    <a:pt x="13778" y="13874"/>
                    <a:pt x="13662" y="13874"/>
                  </a:cubicBezTo>
                  <a:lnTo>
                    <a:pt x="630" y="13874"/>
                  </a:lnTo>
                  <a:cubicBezTo>
                    <a:pt x="516" y="13874"/>
                    <a:pt x="420" y="13778"/>
                    <a:pt x="420" y="13665"/>
                  </a:cubicBezTo>
                  <a:lnTo>
                    <a:pt x="420" y="8893"/>
                  </a:lnTo>
                  <a:cubicBezTo>
                    <a:pt x="420" y="8786"/>
                    <a:pt x="342" y="8688"/>
                    <a:pt x="237" y="8677"/>
                  </a:cubicBezTo>
                  <a:cubicBezTo>
                    <a:pt x="228" y="8676"/>
                    <a:pt x="219" y="8675"/>
                    <a:pt x="211" y="8675"/>
                  </a:cubicBezTo>
                  <a:cubicBezTo>
                    <a:pt x="94" y="8675"/>
                    <a:pt x="3" y="8770"/>
                    <a:pt x="3" y="8884"/>
                  </a:cubicBezTo>
                  <a:lnTo>
                    <a:pt x="3" y="13665"/>
                  </a:lnTo>
                  <a:cubicBezTo>
                    <a:pt x="3" y="14011"/>
                    <a:pt x="284" y="14294"/>
                    <a:pt x="630" y="14294"/>
                  </a:cubicBezTo>
                  <a:lnTo>
                    <a:pt x="13662" y="14294"/>
                  </a:lnTo>
                  <a:cubicBezTo>
                    <a:pt x="14008" y="14294"/>
                    <a:pt x="14292" y="14011"/>
                    <a:pt x="14292" y="13665"/>
                  </a:cubicBezTo>
                  <a:lnTo>
                    <a:pt x="14292" y="633"/>
                  </a:lnTo>
                  <a:cubicBezTo>
                    <a:pt x="14289" y="280"/>
                    <a:pt x="14006" y="1"/>
                    <a:pt x="136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0" name="Google Shape;1460;p35"/>
            <p:cNvSpPr/>
            <p:nvPr/>
          </p:nvSpPr>
          <p:spPr>
            <a:xfrm>
              <a:off x="5441700" y="2395350"/>
              <a:ext cx="31425" cy="31400"/>
            </a:xfrm>
            <a:custGeom>
              <a:avLst/>
              <a:gdLst/>
              <a:ahLst/>
              <a:cxnLst/>
              <a:rect l="l" t="t" r="r" b="b"/>
              <a:pathLst>
                <a:path w="1257" h="1256" extrusionOk="0">
                  <a:moveTo>
                    <a:pt x="627" y="418"/>
                  </a:moveTo>
                  <a:cubicBezTo>
                    <a:pt x="743" y="418"/>
                    <a:pt x="837" y="512"/>
                    <a:pt x="837" y="628"/>
                  </a:cubicBezTo>
                  <a:cubicBezTo>
                    <a:pt x="837" y="742"/>
                    <a:pt x="743" y="838"/>
                    <a:pt x="627" y="838"/>
                  </a:cubicBezTo>
                  <a:cubicBezTo>
                    <a:pt x="514" y="838"/>
                    <a:pt x="420" y="742"/>
                    <a:pt x="420" y="628"/>
                  </a:cubicBezTo>
                  <a:cubicBezTo>
                    <a:pt x="420" y="514"/>
                    <a:pt x="514" y="418"/>
                    <a:pt x="627" y="418"/>
                  </a:cubicBezTo>
                  <a:close/>
                  <a:moveTo>
                    <a:pt x="627" y="1"/>
                  </a:moveTo>
                  <a:cubicBezTo>
                    <a:pt x="281" y="1"/>
                    <a:pt x="0" y="280"/>
                    <a:pt x="0" y="628"/>
                  </a:cubicBezTo>
                  <a:cubicBezTo>
                    <a:pt x="0" y="974"/>
                    <a:pt x="281" y="1255"/>
                    <a:pt x="627" y="1255"/>
                  </a:cubicBezTo>
                  <a:cubicBezTo>
                    <a:pt x="973" y="1255"/>
                    <a:pt x="1257" y="974"/>
                    <a:pt x="1257" y="628"/>
                  </a:cubicBezTo>
                  <a:cubicBezTo>
                    <a:pt x="1257" y="282"/>
                    <a:pt x="973" y="1"/>
                    <a:pt x="6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1" name="Google Shape;1461;p35"/>
            <p:cNvSpPr/>
            <p:nvPr/>
          </p:nvSpPr>
          <p:spPr>
            <a:xfrm>
              <a:off x="5480750" y="2395350"/>
              <a:ext cx="31450" cy="31400"/>
            </a:xfrm>
            <a:custGeom>
              <a:avLst/>
              <a:gdLst/>
              <a:ahLst/>
              <a:cxnLst/>
              <a:rect l="l" t="t" r="r" b="b"/>
              <a:pathLst>
                <a:path w="1258" h="1256" extrusionOk="0">
                  <a:moveTo>
                    <a:pt x="628" y="418"/>
                  </a:moveTo>
                  <a:cubicBezTo>
                    <a:pt x="744" y="418"/>
                    <a:pt x="838" y="512"/>
                    <a:pt x="838" y="628"/>
                  </a:cubicBezTo>
                  <a:cubicBezTo>
                    <a:pt x="838" y="742"/>
                    <a:pt x="744" y="838"/>
                    <a:pt x="628" y="838"/>
                  </a:cubicBezTo>
                  <a:cubicBezTo>
                    <a:pt x="514" y="838"/>
                    <a:pt x="421" y="742"/>
                    <a:pt x="421" y="628"/>
                  </a:cubicBezTo>
                  <a:cubicBezTo>
                    <a:pt x="421" y="514"/>
                    <a:pt x="514" y="418"/>
                    <a:pt x="628" y="418"/>
                  </a:cubicBezTo>
                  <a:close/>
                  <a:moveTo>
                    <a:pt x="628" y="1"/>
                  </a:moveTo>
                  <a:cubicBezTo>
                    <a:pt x="282" y="1"/>
                    <a:pt x="1" y="280"/>
                    <a:pt x="1" y="628"/>
                  </a:cubicBezTo>
                  <a:cubicBezTo>
                    <a:pt x="1" y="974"/>
                    <a:pt x="282" y="1255"/>
                    <a:pt x="628" y="1255"/>
                  </a:cubicBezTo>
                  <a:cubicBezTo>
                    <a:pt x="974" y="1255"/>
                    <a:pt x="1258" y="974"/>
                    <a:pt x="1258" y="628"/>
                  </a:cubicBezTo>
                  <a:cubicBezTo>
                    <a:pt x="1258" y="282"/>
                    <a:pt x="974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2" name="Google Shape;1462;p35"/>
            <p:cNvSpPr/>
            <p:nvPr/>
          </p:nvSpPr>
          <p:spPr>
            <a:xfrm>
              <a:off x="5519825" y="2395350"/>
              <a:ext cx="31450" cy="31400"/>
            </a:xfrm>
            <a:custGeom>
              <a:avLst/>
              <a:gdLst/>
              <a:ahLst/>
              <a:cxnLst/>
              <a:rect l="l" t="t" r="r" b="b"/>
              <a:pathLst>
                <a:path w="1258" h="1256" extrusionOk="0">
                  <a:moveTo>
                    <a:pt x="628" y="418"/>
                  </a:moveTo>
                  <a:cubicBezTo>
                    <a:pt x="744" y="418"/>
                    <a:pt x="838" y="512"/>
                    <a:pt x="838" y="628"/>
                  </a:cubicBezTo>
                  <a:cubicBezTo>
                    <a:pt x="838" y="742"/>
                    <a:pt x="744" y="838"/>
                    <a:pt x="628" y="838"/>
                  </a:cubicBezTo>
                  <a:cubicBezTo>
                    <a:pt x="514" y="838"/>
                    <a:pt x="420" y="742"/>
                    <a:pt x="420" y="628"/>
                  </a:cubicBezTo>
                  <a:cubicBezTo>
                    <a:pt x="420" y="514"/>
                    <a:pt x="514" y="418"/>
                    <a:pt x="628" y="418"/>
                  </a:cubicBezTo>
                  <a:close/>
                  <a:moveTo>
                    <a:pt x="628" y="1"/>
                  </a:moveTo>
                  <a:cubicBezTo>
                    <a:pt x="282" y="1"/>
                    <a:pt x="1" y="280"/>
                    <a:pt x="1" y="628"/>
                  </a:cubicBezTo>
                  <a:cubicBezTo>
                    <a:pt x="1" y="974"/>
                    <a:pt x="282" y="1255"/>
                    <a:pt x="628" y="1255"/>
                  </a:cubicBezTo>
                  <a:cubicBezTo>
                    <a:pt x="974" y="1255"/>
                    <a:pt x="1258" y="974"/>
                    <a:pt x="1258" y="628"/>
                  </a:cubicBezTo>
                  <a:cubicBezTo>
                    <a:pt x="1258" y="282"/>
                    <a:pt x="974" y="1"/>
                    <a:pt x="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63" name="Google Shape;1463;p35"/>
          <p:cNvGrpSpPr/>
          <p:nvPr/>
        </p:nvGrpSpPr>
        <p:grpSpPr>
          <a:xfrm>
            <a:off x="4307173" y="2571913"/>
            <a:ext cx="491254" cy="491254"/>
            <a:chOff x="7599775" y="2377875"/>
            <a:chExt cx="357250" cy="357250"/>
          </a:xfrm>
        </p:grpSpPr>
        <p:sp>
          <p:nvSpPr>
            <p:cNvPr id="1464" name="Google Shape;1464;p35"/>
            <p:cNvSpPr/>
            <p:nvPr/>
          </p:nvSpPr>
          <p:spPr>
            <a:xfrm>
              <a:off x="7599775" y="2377875"/>
              <a:ext cx="273850" cy="357250"/>
            </a:xfrm>
            <a:custGeom>
              <a:avLst/>
              <a:gdLst/>
              <a:ahLst/>
              <a:cxnLst/>
              <a:rect l="l" t="t" r="r" b="b"/>
              <a:pathLst>
                <a:path w="10954" h="14290" extrusionOk="0">
                  <a:moveTo>
                    <a:pt x="1116" y="421"/>
                  </a:moveTo>
                  <a:lnTo>
                    <a:pt x="1116" y="1117"/>
                  </a:lnTo>
                  <a:lnTo>
                    <a:pt x="418" y="1117"/>
                  </a:lnTo>
                  <a:lnTo>
                    <a:pt x="418" y="421"/>
                  </a:lnTo>
                  <a:close/>
                  <a:moveTo>
                    <a:pt x="920" y="6978"/>
                  </a:moveTo>
                  <a:lnTo>
                    <a:pt x="920" y="7313"/>
                  </a:lnTo>
                  <a:lnTo>
                    <a:pt x="585" y="7313"/>
                  </a:lnTo>
                  <a:lnTo>
                    <a:pt x="585" y="6978"/>
                  </a:lnTo>
                  <a:close/>
                  <a:moveTo>
                    <a:pt x="7312" y="13370"/>
                  </a:moveTo>
                  <a:lnTo>
                    <a:pt x="7312" y="13705"/>
                  </a:lnTo>
                  <a:lnTo>
                    <a:pt x="6977" y="13705"/>
                  </a:lnTo>
                  <a:lnTo>
                    <a:pt x="6977" y="13370"/>
                  </a:lnTo>
                  <a:close/>
                  <a:moveTo>
                    <a:pt x="1116" y="13173"/>
                  </a:moveTo>
                  <a:lnTo>
                    <a:pt x="1116" y="13872"/>
                  </a:lnTo>
                  <a:lnTo>
                    <a:pt x="418" y="13872"/>
                  </a:lnTo>
                  <a:lnTo>
                    <a:pt x="418" y="13173"/>
                  </a:lnTo>
                  <a:close/>
                  <a:moveTo>
                    <a:pt x="210" y="1"/>
                  </a:moveTo>
                  <a:cubicBezTo>
                    <a:pt x="94" y="1"/>
                    <a:pt x="0" y="97"/>
                    <a:pt x="0" y="211"/>
                  </a:cubicBezTo>
                  <a:lnTo>
                    <a:pt x="0" y="1327"/>
                  </a:lnTo>
                  <a:cubicBezTo>
                    <a:pt x="0" y="1441"/>
                    <a:pt x="94" y="1537"/>
                    <a:pt x="210" y="1537"/>
                  </a:cubicBezTo>
                  <a:lnTo>
                    <a:pt x="558" y="1537"/>
                  </a:lnTo>
                  <a:lnTo>
                    <a:pt x="558" y="6560"/>
                  </a:lnTo>
                  <a:lnTo>
                    <a:pt x="377" y="6560"/>
                  </a:lnTo>
                  <a:cubicBezTo>
                    <a:pt x="261" y="6560"/>
                    <a:pt x="168" y="6654"/>
                    <a:pt x="168" y="6770"/>
                  </a:cubicBezTo>
                  <a:lnTo>
                    <a:pt x="168" y="7523"/>
                  </a:lnTo>
                  <a:cubicBezTo>
                    <a:pt x="168" y="7636"/>
                    <a:pt x="261" y="7732"/>
                    <a:pt x="377" y="7732"/>
                  </a:cubicBezTo>
                  <a:lnTo>
                    <a:pt x="558" y="7732"/>
                  </a:lnTo>
                  <a:lnTo>
                    <a:pt x="558" y="12756"/>
                  </a:lnTo>
                  <a:lnTo>
                    <a:pt x="210" y="12756"/>
                  </a:lnTo>
                  <a:cubicBezTo>
                    <a:pt x="94" y="12756"/>
                    <a:pt x="0" y="12850"/>
                    <a:pt x="0" y="12966"/>
                  </a:cubicBezTo>
                  <a:lnTo>
                    <a:pt x="0" y="14082"/>
                  </a:lnTo>
                  <a:cubicBezTo>
                    <a:pt x="0" y="14196"/>
                    <a:pt x="94" y="14290"/>
                    <a:pt x="210" y="14290"/>
                  </a:cubicBezTo>
                  <a:lnTo>
                    <a:pt x="1326" y="14290"/>
                  </a:lnTo>
                  <a:cubicBezTo>
                    <a:pt x="1440" y="14290"/>
                    <a:pt x="1534" y="14196"/>
                    <a:pt x="1534" y="14082"/>
                  </a:cubicBezTo>
                  <a:lnTo>
                    <a:pt x="1534" y="13732"/>
                  </a:lnTo>
                  <a:lnTo>
                    <a:pt x="6557" y="13732"/>
                  </a:lnTo>
                  <a:lnTo>
                    <a:pt x="6557" y="13915"/>
                  </a:lnTo>
                  <a:cubicBezTo>
                    <a:pt x="6557" y="14028"/>
                    <a:pt x="6653" y="14122"/>
                    <a:pt x="6767" y="14122"/>
                  </a:cubicBezTo>
                  <a:lnTo>
                    <a:pt x="7522" y="14122"/>
                  </a:lnTo>
                  <a:cubicBezTo>
                    <a:pt x="7636" y="14122"/>
                    <a:pt x="7730" y="14028"/>
                    <a:pt x="7730" y="13915"/>
                  </a:cubicBezTo>
                  <a:lnTo>
                    <a:pt x="7730" y="13732"/>
                  </a:lnTo>
                  <a:lnTo>
                    <a:pt x="10721" y="13732"/>
                  </a:lnTo>
                  <a:cubicBezTo>
                    <a:pt x="10829" y="13732"/>
                    <a:pt x="10927" y="13653"/>
                    <a:pt x="10938" y="13548"/>
                  </a:cubicBezTo>
                  <a:cubicBezTo>
                    <a:pt x="10954" y="13421"/>
                    <a:pt x="10853" y="13314"/>
                    <a:pt x="10730" y="13314"/>
                  </a:cubicBezTo>
                  <a:lnTo>
                    <a:pt x="7730" y="13314"/>
                  </a:lnTo>
                  <a:lnTo>
                    <a:pt x="7730" y="13133"/>
                  </a:lnTo>
                  <a:cubicBezTo>
                    <a:pt x="7730" y="13017"/>
                    <a:pt x="7636" y="12923"/>
                    <a:pt x="7520" y="12923"/>
                  </a:cubicBezTo>
                  <a:lnTo>
                    <a:pt x="6767" y="12923"/>
                  </a:lnTo>
                  <a:cubicBezTo>
                    <a:pt x="6653" y="12923"/>
                    <a:pt x="6557" y="13017"/>
                    <a:pt x="6557" y="13133"/>
                  </a:cubicBezTo>
                  <a:lnTo>
                    <a:pt x="6557" y="13314"/>
                  </a:lnTo>
                  <a:lnTo>
                    <a:pt x="1534" y="13314"/>
                  </a:lnTo>
                  <a:lnTo>
                    <a:pt x="1534" y="12966"/>
                  </a:lnTo>
                  <a:cubicBezTo>
                    <a:pt x="1534" y="12850"/>
                    <a:pt x="1440" y="12756"/>
                    <a:pt x="1324" y="12756"/>
                  </a:cubicBezTo>
                  <a:lnTo>
                    <a:pt x="976" y="12756"/>
                  </a:lnTo>
                  <a:lnTo>
                    <a:pt x="976" y="7732"/>
                  </a:lnTo>
                  <a:lnTo>
                    <a:pt x="1157" y="7732"/>
                  </a:lnTo>
                  <a:cubicBezTo>
                    <a:pt x="1273" y="7732"/>
                    <a:pt x="1367" y="7636"/>
                    <a:pt x="1367" y="7523"/>
                  </a:cubicBezTo>
                  <a:lnTo>
                    <a:pt x="1367" y="6770"/>
                  </a:lnTo>
                  <a:cubicBezTo>
                    <a:pt x="1367" y="6654"/>
                    <a:pt x="1273" y="6560"/>
                    <a:pt x="1157" y="6560"/>
                  </a:cubicBezTo>
                  <a:lnTo>
                    <a:pt x="976" y="6560"/>
                  </a:lnTo>
                  <a:lnTo>
                    <a:pt x="976" y="1537"/>
                  </a:lnTo>
                  <a:lnTo>
                    <a:pt x="1324" y="1537"/>
                  </a:lnTo>
                  <a:cubicBezTo>
                    <a:pt x="1440" y="1537"/>
                    <a:pt x="1534" y="1441"/>
                    <a:pt x="1534" y="1327"/>
                  </a:cubicBezTo>
                  <a:lnTo>
                    <a:pt x="1534" y="979"/>
                  </a:lnTo>
                  <a:lnTo>
                    <a:pt x="2684" y="979"/>
                  </a:lnTo>
                  <a:cubicBezTo>
                    <a:pt x="2791" y="979"/>
                    <a:pt x="2887" y="901"/>
                    <a:pt x="2900" y="793"/>
                  </a:cubicBezTo>
                  <a:cubicBezTo>
                    <a:pt x="2916" y="666"/>
                    <a:pt x="2816" y="559"/>
                    <a:pt x="2693" y="559"/>
                  </a:cubicBezTo>
                  <a:lnTo>
                    <a:pt x="1534" y="559"/>
                  </a:lnTo>
                  <a:lnTo>
                    <a:pt x="1534" y="211"/>
                  </a:lnTo>
                  <a:cubicBezTo>
                    <a:pt x="1534" y="97"/>
                    <a:pt x="1440" y="1"/>
                    <a:pt x="1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5" name="Google Shape;1465;p35"/>
            <p:cNvSpPr/>
            <p:nvPr/>
          </p:nvSpPr>
          <p:spPr>
            <a:xfrm>
              <a:off x="7686675" y="2377875"/>
              <a:ext cx="270350" cy="357250"/>
            </a:xfrm>
            <a:custGeom>
              <a:avLst/>
              <a:gdLst/>
              <a:ahLst/>
              <a:cxnLst/>
              <a:rect l="l" t="t" r="r" b="b"/>
              <a:pathLst>
                <a:path w="10814" h="14290" extrusionOk="0">
                  <a:moveTo>
                    <a:pt x="3836" y="615"/>
                  </a:moveTo>
                  <a:lnTo>
                    <a:pt x="3836" y="950"/>
                  </a:lnTo>
                  <a:lnTo>
                    <a:pt x="3501" y="950"/>
                  </a:lnTo>
                  <a:lnTo>
                    <a:pt x="3501" y="615"/>
                  </a:lnTo>
                  <a:close/>
                  <a:moveTo>
                    <a:pt x="10393" y="421"/>
                  </a:moveTo>
                  <a:lnTo>
                    <a:pt x="10393" y="1117"/>
                  </a:lnTo>
                  <a:lnTo>
                    <a:pt x="9697" y="1117"/>
                  </a:lnTo>
                  <a:lnTo>
                    <a:pt x="9697" y="421"/>
                  </a:lnTo>
                  <a:close/>
                  <a:moveTo>
                    <a:pt x="10199" y="6978"/>
                  </a:moveTo>
                  <a:lnTo>
                    <a:pt x="10199" y="7313"/>
                  </a:lnTo>
                  <a:lnTo>
                    <a:pt x="9864" y="7313"/>
                  </a:lnTo>
                  <a:lnTo>
                    <a:pt x="9864" y="6978"/>
                  </a:lnTo>
                  <a:close/>
                  <a:moveTo>
                    <a:pt x="10393" y="13173"/>
                  </a:moveTo>
                  <a:lnTo>
                    <a:pt x="10393" y="13872"/>
                  </a:lnTo>
                  <a:lnTo>
                    <a:pt x="9697" y="13872"/>
                  </a:lnTo>
                  <a:lnTo>
                    <a:pt x="9697" y="13173"/>
                  </a:lnTo>
                  <a:close/>
                  <a:moveTo>
                    <a:pt x="9487" y="1"/>
                  </a:moveTo>
                  <a:cubicBezTo>
                    <a:pt x="9373" y="1"/>
                    <a:pt x="9277" y="97"/>
                    <a:pt x="9277" y="211"/>
                  </a:cubicBezTo>
                  <a:lnTo>
                    <a:pt x="9277" y="559"/>
                  </a:lnTo>
                  <a:lnTo>
                    <a:pt x="4254" y="559"/>
                  </a:lnTo>
                  <a:lnTo>
                    <a:pt x="4254" y="378"/>
                  </a:lnTo>
                  <a:cubicBezTo>
                    <a:pt x="4254" y="264"/>
                    <a:pt x="4160" y="168"/>
                    <a:pt x="4044" y="168"/>
                  </a:cubicBezTo>
                  <a:lnTo>
                    <a:pt x="3291" y="168"/>
                  </a:lnTo>
                  <a:cubicBezTo>
                    <a:pt x="3177" y="168"/>
                    <a:pt x="3081" y="264"/>
                    <a:pt x="3081" y="378"/>
                  </a:cubicBezTo>
                  <a:lnTo>
                    <a:pt x="3081" y="559"/>
                  </a:lnTo>
                  <a:lnTo>
                    <a:pt x="233" y="559"/>
                  </a:lnTo>
                  <a:cubicBezTo>
                    <a:pt x="128" y="559"/>
                    <a:pt x="29" y="637"/>
                    <a:pt x="18" y="744"/>
                  </a:cubicBezTo>
                  <a:cubicBezTo>
                    <a:pt x="0" y="872"/>
                    <a:pt x="101" y="979"/>
                    <a:pt x="224" y="979"/>
                  </a:cubicBezTo>
                  <a:lnTo>
                    <a:pt x="3081" y="979"/>
                  </a:lnTo>
                  <a:lnTo>
                    <a:pt x="3081" y="1160"/>
                  </a:lnTo>
                  <a:cubicBezTo>
                    <a:pt x="3081" y="1273"/>
                    <a:pt x="3177" y="1369"/>
                    <a:pt x="3291" y="1369"/>
                  </a:cubicBezTo>
                  <a:lnTo>
                    <a:pt x="4044" y="1369"/>
                  </a:lnTo>
                  <a:cubicBezTo>
                    <a:pt x="4160" y="1369"/>
                    <a:pt x="4254" y="1273"/>
                    <a:pt x="4254" y="1160"/>
                  </a:cubicBezTo>
                  <a:lnTo>
                    <a:pt x="4254" y="979"/>
                  </a:lnTo>
                  <a:lnTo>
                    <a:pt x="9277" y="979"/>
                  </a:lnTo>
                  <a:lnTo>
                    <a:pt x="9277" y="1327"/>
                  </a:lnTo>
                  <a:cubicBezTo>
                    <a:pt x="9277" y="1441"/>
                    <a:pt x="9373" y="1537"/>
                    <a:pt x="9487" y="1537"/>
                  </a:cubicBezTo>
                  <a:lnTo>
                    <a:pt x="9835" y="1537"/>
                  </a:lnTo>
                  <a:lnTo>
                    <a:pt x="9835" y="6560"/>
                  </a:lnTo>
                  <a:lnTo>
                    <a:pt x="9654" y="6560"/>
                  </a:lnTo>
                  <a:cubicBezTo>
                    <a:pt x="9541" y="6560"/>
                    <a:pt x="9444" y="6654"/>
                    <a:pt x="9444" y="6770"/>
                  </a:cubicBezTo>
                  <a:lnTo>
                    <a:pt x="9444" y="7523"/>
                  </a:lnTo>
                  <a:cubicBezTo>
                    <a:pt x="9444" y="7636"/>
                    <a:pt x="9541" y="7732"/>
                    <a:pt x="9654" y="7732"/>
                  </a:cubicBezTo>
                  <a:lnTo>
                    <a:pt x="9835" y="7732"/>
                  </a:lnTo>
                  <a:lnTo>
                    <a:pt x="9835" y="12756"/>
                  </a:lnTo>
                  <a:lnTo>
                    <a:pt x="9487" y="12756"/>
                  </a:lnTo>
                  <a:cubicBezTo>
                    <a:pt x="9373" y="12756"/>
                    <a:pt x="9277" y="12850"/>
                    <a:pt x="9277" y="12966"/>
                  </a:cubicBezTo>
                  <a:lnTo>
                    <a:pt x="9277" y="13314"/>
                  </a:lnTo>
                  <a:lnTo>
                    <a:pt x="8239" y="13314"/>
                  </a:lnTo>
                  <a:cubicBezTo>
                    <a:pt x="8134" y="13314"/>
                    <a:pt x="8036" y="13392"/>
                    <a:pt x="8025" y="13497"/>
                  </a:cubicBezTo>
                  <a:cubicBezTo>
                    <a:pt x="8007" y="13627"/>
                    <a:pt x="8107" y="13732"/>
                    <a:pt x="8230" y="13732"/>
                  </a:cubicBezTo>
                  <a:lnTo>
                    <a:pt x="9277" y="13732"/>
                  </a:lnTo>
                  <a:lnTo>
                    <a:pt x="9277" y="14082"/>
                  </a:lnTo>
                  <a:cubicBezTo>
                    <a:pt x="9277" y="14196"/>
                    <a:pt x="9373" y="14290"/>
                    <a:pt x="9487" y="14290"/>
                  </a:cubicBezTo>
                  <a:lnTo>
                    <a:pt x="10603" y="14290"/>
                  </a:lnTo>
                  <a:cubicBezTo>
                    <a:pt x="10717" y="14290"/>
                    <a:pt x="10813" y="14196"/>
                    <a:pt x="10813" y="14082"/>
                  </a:cubicBezTo>
                  <a:lnTo>
                    <a:pt x="10813" y="12966"/>
                  </a:lnTo>
                  <a:cubicBezTo>
                    <a:pt x="10813" y="12850"/>
                    <a:pt x="10717" y="12756"/>
                    <a:pt x="10603" y="12756"/>
                  </a:cubicBezTo>
                  <a:lnTo>
                    <a:pt x="10255" y="12756"/>
                  </a:lnTo>
                  <a:lnTo>
                    <a:pt x="10255" y="7732"/>
                  </a:lnTo>
                  <a:lnTo>
                    <a:pt x="10436" y="7732"/>
                  </a:lnTo>
                  <a:cubicBezTo>
                    <a:pt x="10550" y="7732"/>
                    <a:pt x="10646" y="7636"/>
                    <a:pt x="10646" y="7523"/>
                  </a:cubicBezTo>
                  <a:lnTo>
                    <a:pt x="10646" y="6770"/>
                  </a:lnTo>
                  <a:cubicBezTo>
                    <a:pt x="10646" y="6654"/>
                    <a:pt x="10550" y="6560"/>
                    <a:pt x="10436" y="6560"/>
                  </a:cubicBezTo>
                  <a:lnTo>
                    <a:pt x="10255" y="6560"/>
                  </a:lnTo>
                  <a:lnTo>
                    <a:pt x="10255" y="1537"/>
                  </a:lnTo>
                  <a:lnTo>
                    <a:pt x="10603" y="1537"/>
                  </a:lnTo>
                  <a:cubicBezTo>
                    <a:pt x="10717" y="1537"/>
                    <a:pt x="10813" y="1441"/>
                    <a:pt x="10813" y="1327"/>
                  </a:cubicBezTo>
                  <a:lnTo>
                    <a:pt x="10813" y="211"/>
                  </a:lnTo>
                  <a:cubicBezTo>
                    <a:pt x="10813" y="97"/>
                    <a:pt x="10717" y="1"/>
                    <a:pt x="10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6" name="Google Shape;1466;p35"/>
            <p:cNvSpPr/>
            <p:nvPr/>
          </p:nvSpPr>
          <p:spPr>
            <a:xfrm>
              <a:off x="7653025" y="2434425"/>
              <a:ext cx="251300" cy="244900"/>
            </a:xfrm>
            <a:custGeom>
              <a:avLst/>
              <a:gdLst/>
              <a:ahLst/>
              <a:cxnLst/>
              <a:rect l="l" t="t" r="r" b="b"/>
              <a:pathLst>
                <a:path w="10052" h="9796" extrusionOk="0">
                  <a:moveTo>
                    <a:pt x="4961" y="391"/>
                  </a:moveTo>
                  <a:cubicBezTo>
                    <a:pt x="5006" y="393"/>
                    <a:pt x="5048" y="411"/>
                    <a:pt x="5086" y="480"/>
                  </a:cubicBezTo>
                  <a:lnTo>
                    <a:pt x="5874" y="2724"/>
                  </a:lnTo>
                  <a:cubicBezTo>
                    <a:pt x="5905" y="2811"/>
                    <a:pt x="5986" y="2872"/>
                    <a:pt x="6077" y="2872"/>
                  </a:cubicBezTo>
                  <a:cubicBezTo>
                    <a:pt x="6091" y="2872"/>
                    <a:pt x="6105" y="2870"/>
                    <a:pt x="6120" y="2867"/>
                  </a:cubicBezTo>
                  <a:cubicBezTo>
                    <a:pt x="6245" y="2838"/>
                    <a:pt x="6314" y="2711"/>
                    <a:pt x="6274" y="2593"/>
                  </a:cubicBezTo>
                  <a:lnTo>
                    <a:pt x="5501" y="393"/>
                  </a:lnTo>
                  <a:lnTo>
                    <a:pt x="6323" y="393"/>
                  </a:lnTo>
                  <a:cubicBezTo>
                    <a:pt x="6379" y="393"/>
                    <a:pt x="6428" y="429"/>
                    <a:pt x="6448" y="483"/>
                  </a:cubicBezTo>
                  <a:lnTo>
                    <a:pt x="9560" y="9353"/>
                  </a:lnTo>
                  <a:lnTo>
                    <a:pt x="8632" y="9353"/>
                  </a:lnTo>
                  <a:cubicBezTo>
                    <a:pt x="8627" y="9337"/>
                    <a:pt x="6609" y="3573"/>
                    <a:pt x="6609" y="3573"/>
                  </a:cubicBezTo>
                  <a:cubicBezTo>
                    <a:pt x="6577" y="3486"/>
                    <a:pt x="6495" y="3432"/>
                    <a:pt x="6409" y="3432"/>
                  </a:cubicBezTo>
                  <a:cubicBezTo>
                    <a:pt x="6387" y="3432"/>
                    <a:pt x="6365" y="3436"/>
                    <a:pt x="6343" y="3443"/>
                  </a:cubicBezTo>
                  <a:cubicBezTo>
                    <a:pt x="6234" y="3483"/>
                    <a:pt x="6178" y="3599"/>
                    <a:pt x="6214" y="3709"/>
                  </a:cubicBezTo>
                  <a:lnTo>
                    <a:pt x="8192" y="9353"/>
                  </a:lnTo>
                  <a:lnTo>
                    <a:pt x="7263" y="9353"/>
                  </a:lnTo>
                  <a:cubicBezTo>
                    <a:pt x="7207" y="9353"/>
                    <a:pt x="7160" y="9319"/>
                    <a:pt x="7140" y="9266"/>
                  </a:cubicBezTo>
                  <a:lnTo>
                    <a:pt x="6493" y="7504"/>
                  </a:lnTo>
                  <a:cubicBezTo>
                    <a:pt x="6461" y="7424"/>
                    <a:pt x="6385" y="7368"/>
                    <a:pt x="6298" y="7368"/>
                  </a:cubicBezTo>
                  <a:lnTo>
                    <a:pt x="2380" y="7368"/>
                  </a:lnTo>
                  <a:cubicBezTo>
                    <a:pt x="2293" y="7368"/>
                    <a:pt x="2215" y="7422"/>
                    <a:pt x="2184" y="7504"/>
                  </a:cubicBezTo>
                  <a:lnTo>
                    <a:pt x="2014" y="7960"/>
                  </a:lnTo>
                  <a:cubicBezTo>
                    <a:pt x="1980" y="8051"/>
                    <a:pt x="2007" y="8161"/>
                    <a:pt x="2092" y="8214"/>
                  </a:cubicBezTo>
                  <a:cubicBezTo>
                    <a:pt x="2128" y="8237"/>
                    <a:pt x="2167" y="8247"/>
                    <a:pt x="2205" y="8247"/>
                  </a:cubicBezTo>
                  <a:cubicBezTo>
                    <a:pt x="2290" y="8247"/>
                    <a:pt x="2372" y="8194"/>
                    <a:pt x="2402" y="8109"/>
                  </a:cubicBezTo>
                  <a:lnTo>
                    <a:pt x="2521" y="7786"/>
                  </a:lnTo>
                  <a:lnTo>
                    <a:pt x="3434" y="7786"/>
                  </a:lnTo>
                  <a:lnTo>
                    <a:pt x="2876" y="9290"/>
                  </a:lnTo>
                  <a:cubicBezTo>
                    <a:pt x="2856" y="9344"/>
                    <a:pt x="2807" y="9378"/>
                    <a:pt x="2751" y="9378"/>
                  </a:cubicBezTo>
                  <a:lnTo>
                    <a:pt x="1936" y="9378"/>
                  </a:lnTo>
                  <a:lnTo>
                    <a:pt x="2059" y="9047"/>
                  </a:lnTo>
                  <a:cubicBezTo>
                    <a:pt x="2092" y="8956"/>
                    <a:pt x="2061" y="8846"/>
                    <a:pt x="1980" y="8795"/>
                  </a:cubicBezTo>
                  <a:cubicBezTo>
                    <a:pt x="1944" y="8771"/>
                    <a:pt x="1905" y="8760"/>
                    <a:pt x="1866" y="8760"/>
                  </a:cubicBezTo>
                  <a:cubicBezTo>
                    <a:pt x="1780" y="8760"/>
                    <a:pt x="1699" y="8813"/>
                    <a:pt x="1668" y="8898"/>
                  </a:cubicBezTo>
                  <a:lnTo>
                    <a:pt x="1521" y="9290"/>
                  </a:lnTo>
                  <a:cubicBezTo>
                    <a:pt x="1512" y="9315"/>
                    <a:pt x="1496" y="9335"/>
                    <a:pt x="1476" y="9353"/>
                  </a:cubicBezTo>
                  <a:cubicBezTo>
                    <a:pt x="1454" y="9369"/>
                    <a:pt x="1425" y="9378"/>
                    <a:pt x="1398" y="9378"/>
                  </a:cubicBezTo>
                  <a:lnTo>
                    <a:pt x="458" y="9378"/>
                  </a:lnTo>
                  <a:lnTo>
                    <a:pt x="3577" y="480"/>
                  </a:lnTo>
                  <a:cubicBezTo>
                    <a:pt x="3597" y="427"/>
                    <a:pt x="3646" y="391"/>
                    <a:pt x="3702" y="391"/>
                  </a:cubicBezTo>
                  <a:close/>
                  <a:moveTo>
                    <a:pt x="3700" y="0"/>
                  </a:moveTo>
                  <a:cubicBezTo>
                    <a:pt x="3465" y="0"/>
                    <a:pt x="3255" y="148"/>
                    <a:pt x="3182" y="369"/>
                  </a:cubicBezTo>
                  <a:lnTo>
                    <a:pt x="36" y="9335"/>
                  </a:lnTo>
                  <a:cubicBezTo>
                    <a:pt x="0" y="9442"/>
                    <a:pt x="16" y="9558"/>
                    <a:pt x="80" y="9650"/>
                  </a:cubicBezTo>
                  <a:lnTo>
                    <a:pt x="80" y="9681"/>
                  </a:lnTo>
                  <a:lnTo>
                    <a:pt x="74" y="9681"/>
                  </a:lnTo>
                  <a:cubicBezTo>
                    <a:pt x="74" y="9741"/>
                    <a:pt x="125" y="9795"/>
                    <a:pt x="190" y="9795"/>
                  </a:cubicBezTo>
                  <a:lnTo>
                    <a:pt x="2746" y="9795"/>
                  </a:lnTo>
                  <a:cubicBezTo>
                    <a:pt x="2974" y="9795"/>
                    <a:pt x="3184" y="9650"/>
                    <a:pt x="3264" y="9436"/>
                  </a:cubicBezTo>
                  <a:lnTo>
                    <a:pt x="3878" y="7786"/>
                  </a:lnTo>
                  <a:lnTo>
                    <a:pt x="6151" y="7786"/>
                  </a:lnTo>
                  <a:lnTo>
                    <a:pt x="6756" y="9433"/>
                  </a:lnTo>
                  <a:cubicBezTo>
                    <a:pt x="6834" y="9650"/>
                    <a:pt x="7044" y="9795"/>
                    <a:pt x="7274" y="9795"/>
                  </a:cubicBezTo>
                  <a:lnTo>
                    <a:pt x="9679" y="9795"/>
                  </a:lnTo>
                  <a:cubicBezTo>
                    <a:pt x="9705" y="9795"/>
                    <a:pt x="9737" y="9793"/>
                    <a:pt x="9763" y="9782"/>
                  </a:cubicBezTo>
                  <a:cubicBezTo>
                    <a:pt x="9969" y="9712"/>
                    <a:pt x="10051" y="9507"/>
                    <a:pt x="9991" y="9335"/>
                  </a:cubicBezTo>
                  <a:lnTo>
                    <a:pt x="6845" y="369"/>
                  </a:lnTo>
                  <a:cubicBezTo>
                    <a:pt x="6767" y="148"/>
                    <a:pt x="6557" y="0"/>
                    <a:pt x="63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7" name="Google Shape;1467;p35"/>
            <p:cNvSpPr/>
            <p:nvPr/>
          </p:nvSpPr>
          <p:spPr>
            <a:xfrm>
              <a:off x="7718200" y="2476275"/>
              <a:ext cx="86500" cy="117925"/>
            </a:xfrm>
            <a:custGeom>
              <a:avLst/>
              <a:gdLst/>
              <a:ahLst/>
              <a:cxnLst/>
              <a:rect l="l" t="t" r="r" b="b"/>
              <a:pathLst>
                <a:path w="3460" h="4717" extrusionOk="0">
                  <a:moveTo>
                    <a:pt x="1722" y="847"/>
                  </a:moveTo>
                  <a:lnTo>
                    <a:pt x="2180" y="2155"/>
                  </a:lnTo>
                  <a:lnTo>
                    <a:pt x="1436" y="4299"/>
                  </a:lnTo>
                  <a:lnTo>
                    <a:pt x="521" y="4299"/>
                  </a:lnTo>
                  <a:lnTo>
                    <a:pt x="1722" y="847"/>
                  </a:lnTo>
                  <a:close/>
                  <a:moveTo>
                    <a:pt x="2403" y="2792"/>
                  </a:moveTo>
                  <a:lnTo>
                    <a:pt x="2935" y="4299"/>
                  </a:lnTo>
                  <a:lnTo>
                    <a:pt x="1881" y="4299"/>
                  </a:lnTo>
                  <a:lnTo>
                    <a:pt x="2403" y="2792"/>
                  </a:lnTo>
                  <a:close/>
                  <a:moveTo>
                    <a:pt x="1720" y="1"/>
                  </a:moveTo>
                  <a:cubicBezTo>
                    <a:pt x="1631" y="1"/>
                    <a:pt x="1553" y="57"/>
                    <a:pt x="1524" y="139"/>
                  </a:cubicBezTo>
                  <a:lnTo>
                    <a:pt x="23" y="4437"/>
                  </a:lnTo>
                  <a:cubicBezTo>
                    <a:pt x="1" y="4502"/>
                    <a:pt x="12" y="4571"/>
                    <a:pt x="52" y="4627"/>
                  </a:cubicBezTo>
                  <a:cubicBezTo>
                    <a:pt x="95" y="4683"/>
                    <a:pt x="157" y="4716"/>
                    <a:pt x="224" y="4716"/>
                  </a:cubicBezTo>
                  <a:lnTo>
                    <a:pt x="3225" y="4716"/>
                  </a:lnTo>
                  <a:cubicBezTo>
                    <a:pt x="3265" y="4716"/>
                    <a:pt x="3305" y="4710"/>
                    <a:pt x="3339" y="4687"/>
                  </a:cubicBezTo>
                  <a:cubicBezTo>
                    <a:pt x="3426" y="4631"/>
                    <a:pt x="3459" y="4526"/>
                    <a:pt x="3426" y="4437"/>
                  </a:cubicBezTo>
                  <a:lnTo>
                    <a:pt x="1919" y="139"/>
                  </a:lnTo>
                  <a:cubicBezTo>
                    <a:pt x="1887" y="57"/>
                    <a:pt x="1809" y="1"/>
                    <a:pt x="17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68" name="Google Shape;1468;p35"/>
          <p:cNvGrpSpPr/>
          <p:nvPr/>
        </p:nvGrpSpPr>
        <p:grpSpPr>
          <a:xfrm>
            <a:off x="8114410" y="639800"/>
            <a:ext cx="1137289" cy="2379145"/>
            <a:chOff x="4787675" y="1544600"/>
            <a:chExt cx="289475" cy="605550"/>
          </a:xfrm>
        </p:grpSpPr>
        <p:grpSp>
          <p:nvGrpSpPr>
            <p:cNvPr id="1469" name="Google Shape;1469;p35"/>
            <p:cNvGrpSpPr/>
            <p:nvPr/>
          </p:nvGrpSpPr>
          <p:grpSpPr>
            <a:xfrm>
              <a:off x="4787675" y="1544600"/>
              <a:ext cx="289400" cy="603350"/>
              <a:chOff x="4787675" y="1544600"/>
              <a:chExt cx="289400" cy="603350"/>
            </a:xfrm>
          </p:grpSpPr>
          <p:sp>
            <p:nvSpPr>
              <p:cNvPr id="1470" name="Google Shape;1470;p35"/>
              <p:cNvSpPr/>
              <p:nvPr/>
            </p:nvSpPr>
            <p:spPr>
              <a:xfrm>
                <a:off x="4787675" y="1544600"/>
                <a:ext cx="289325" cy="35950"/>
              </a:xfrm>
              <a:custGeom>
                <a:avLst/>
                <a:gdLst/>
                <a:ahLst/>
                <a:cxnLst/>
                <a:rect l="l" t="t" r="r" b="b"/>
                <a:pathLst>
                  <a:path w="11573" h="1438" extrusionOk="0">
                    <a:moveTo>
                      <a:pt x="1" y="0"/>
                    </a:moveTo>
                    <a:lnTo>
                      <a:pt x="1" y="1438"/>
                    </a:lnTo>
                    <a:lnTo>
                      <a:pt x="11572" y="1438"/>
                    </a:lnTo>
                    <a:lnTo>
                      <a:pt x="11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1" name="Google Shape;1471;p35"/>
              <p:cNvSpPr/>
              <p:nvPr/>
            </p:nvSpPr>
            <p:spPr>
              <a:xfrm>
                <a:off x="4789950" y="1580525"/>
                <a:ext cx="287125" cy="567425"/>
              </a:xfrm>
              <a:custGeom>
                <a:avLst/>
                <a:gdLst/>
                <a:ahLst/>
                <a:cxnLst/>
                <a:rect l="l" t="t" r="r" b="b"/>
                <a:pathLst>
                  <a:path w="11485" h="22697" extrusionOk="0">
                    <a:moveTo>
                      <a:pt x="1" y="1"/>
                    </a:moveTo>
                    <a:lnTo>
                      <a:pt x="1" y="22697"/>
                    </a:lnTo>
                    <a:lnTo>
                      <a:pt x="11484" y="22697"/>
                    </a:lnTo>
                    <a:lnTo>
                      <a:pt x="114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72" name="Google Shape;1472;p35"/>
            <p:cNvGrpSpPr/>
            <p:nvPr/>
          </p:nvGrpSpPr>
          <p:grpSpPr>
            <a:xfrm>
              <a:off x="4787675" y="1580525"/>
              <a:ext cx="289475" cy="569625"/>
              <a:chOff x="4787675" y="1580525"/>
              <a:chExt cx="289475" cy="569625"/>
            </a:xfrm>
          </p:grpSpPr>
          <p:sp>
            <p:nvSpPr>
              <p:cNvPr id="1473" name="Google Shape;1473;p35"/>
              <p:cNvSpPr/>
              <p:nvPr/>
            </p:nvSpPr>
            <p:spPr>
              <a:xfrm>
                <a:off x="4787675" y="1580525"/>
                <a:ext cx="289325" cy="569625"/>
              </a:xfrm>
              <a:custGeom>
                <a:avLst/>
                <a:gdLst/>
                <a:ahLst/>
                <a:cxnLst/>
                <a:rect l="l" t="t" r="r" b="b"/>
                <a:pathLst>
                  <a:path w="11573" h="22785" extrusionOk="0">
                    <a:moveTo>
                      <a:pt x="11481" y="86"/>
                    </a:moveTo>
                    <a:lnTo>
                      <a:pt x="11481" y="22693"/>
                    </a:lnTo>
                    <a:lnTo>
                      <a:pt x="92" y="22693"/>
                    </a:lnTo>
                    <a:lnTo>
                      <a:pt x="89" y="86"/>
                    </a:lnTo>
                    <a:close/>
                    <a:moveTo>
                      <a:pt x="1" y="1"/>
                    </a:moveTo>
                    <a:lnTo>
                      <a:pt x="1" y="22785"/>
                    </a:lnTo>
                    <a:lnTo>
                      <a:pt x="11572" y="22785"/>
                    </a:lnTo>
                    <a:lnTo>
                      <a:pt x="115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4" name="Google Shape;1474;p35"/>
              <p:cNvSpPr/>
              <p:nvPr/>
            </p:nvSpPr>
            <p:spPr>
              <a:xfrm>
                <a:off x="4788550" y="1581325"/>
                <a:ext cx="288600" cy="567725"/>
              </a:xfrm>
              <a:custGeom>
                <a:avLst/>
                <a:gdLst/>
                <a:ahLst/>
                <a:cxnLst/>
                <a:rect l="l" t="t" r="r" b="b"/>
                <a:pathLst>
                  <a:path w="11544" h="22709" extrusionOk="0">
                    <a:moveTo>
                      <a:pt x="11480" y="0"/>
                    </a:moveTo>
                    <a:lnTo>
                      <a:pt x="0" y="22680"/>
                    </a:lnTo>
                    <a:lnTo>
                      <a:pt x="60" y="22709"/>
                    </a:lnTo>
                    <a:lnTo>
                      <a:pt x="11543" y="28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5" name="Google Shape;1475;p35"/>
              <p:cNvSpPr/>
              <p:nvPr/>
            </p:nvSpPr>
            <p:spPr>
              <a:xfrm>
                <a:off x="4788550" y="1581325"/>
                <a:ext cx="288600" cy="567725"/>
              </a:xfrm>
              <a:custGeom>
                <a:avLst/>
                <a:gdLst/>
                <a:ahLst/>
                <a:cxnLst/>
                <a:rect l="l" t="t" r="r" b="b"/>
                <a:pathLst>
                  <a:path w="11544" h="22709" extrusionOk="0">
                    <a:moveTo>
                      <a:pt x="60" y="0"/>
                    </a:moveTo>
                    <a:lnTo>
                      <a:pt x="0" y="28"/>
                    </a:lnTo>
                    <a:lnTo>
                      <a:pt x="11480" y="22709"/>
                    </a:lnTo>
                    <a:lnTo>
                      <a:pt x="11543" y="2268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476" name="Google Shape;1476;p35"/>
          <p:cNvGrpSpPr/>
          <p:nvPr/>
        </p:nvGrpSpPr>
        <p:grpSpPr>
          <a:xfrm>
            <a:off x="6372208" y="669889"/>
            <a:ext cx="1457864" cy="959099"/>
            <a:chOff x="4399725" y="1546875"/>
            <a:chExt cx="344250" cy="226475"/>
          </a:xfrm>
        </p:grpSpPr>
        <p:sp>
          <p:nvSpPr>
            <p:cNvPr id="1477" name="Google Shape;1477;p35"/>
            <p:cNvSpPr/>
            <p:nvPr/>
          </p:nvSpPr>
          <p:spPr>
            <a:xfrm>
              <a:off x="4399725" y="1546875"/>
              <a:ext cx="343150" cy="226475"/>
            </a:xfrm>
            <a:custGeom>
              <a:avLst/>
              <a:gdLst/>
              <a:ahLst/>
              <a:cxnLst/>
              <a:rect l="l" t="t" r="r" b="b"/>
              <a:pathLst>
                <a:path w="13726" h="9059" extrusionOk="0">
                  <a:moveTo>
                    <a:pt x="0" y="0"/>
                  </a:moveTo>
                  <a:lnTo>
                    <a:pt x="0" y="9059"/>
                  </a:lnTo>
                  <a:lnTo>
                    <a:pt x="13726" y="9059"/>
                  </a:lnTo>
                  <a:lnTo>
                    <a:pt x="137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8" name="Google Shape;1478;p35"/>
            <p:cNvSpPr/>
            <p:nvPr/>
          </p:nvSpPr>
          <p:spPr>
            <a:xfrm>
              <a:off x="4427000" y="1574325"/>
              <a:ext cx="58675" cy="53850"/>
            </a:xfrm>
            <a:custGeom>
              <a:avLst/>
              <a:gdLst/>
              <a:ahLst/>
              <a:cxnLst/>
              <a:rect l="l" t="t" r="r" b="b"/>
              <a:pathLst>
                <a:path w="2347" h="2154" extrusionOk="0">
                  <a:moveTo>
                    <a:pt x="1175" y="0"/>
                  </a:moveTo>
                  <a:cubicBezTo>
                    <a:pt x="1105" y="0"/>
                    <a:pt x="1034" y="6"/>
                    <a:pt x="963" y="19"/>
                  </a:cubicBezTo>
                  <a:cubicBezTo>
                    <a:pt x="532" y="107"/>
                    <a:pt x="205" y="437"/>
                    <a:pt x="117" y="862"/>
                  </a:cubicBezTo>
                  <a:cubicBezTo>
                    <a:pt x="1" y="1444"/>
                    <a:pt x="378" y="2013"/>
                    <a:pt x="960" y="2133"/>
                  </a:cubicBezTo>
                  <a:cubicBezTo>
                    <a:pt x="1031" y="2147"/>
                    <a:pt x="1102" y="2154"/>
                    <a:pt x="1172" y="2154"/>
                  </a:cubicBezTo>
                  <a:cubicBezTo>
                    <a:pt x="1674" y="2154"/>
                    <a:pt x="2125" y="1800"/>
                    <a:pt x="2227" y="1290"/>
                  </a:cubicBezTo>
                  <a:cubicBezTo>
                    <a:pt x="2347" y="708"/>
                    <a:pt x="1970" y="139"/>
                    <a:pt x="1388" y="19"/>
                  </a:cubicBezTo>
                  <a:cubicBezTo>
                    <a:pt x="1317" y="6"/>
                    <a:pt x="1246" y="0"/>
                    <a:pt x="11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9" name="Google Shape;1479;p35"/>
            <p:cNvSpPr/>
            <p:nvPr/>
          </p:nvSpPr>
          <p:spPr>
            <a:xfrm>
              <a:off x="4513725" y="1602075"/>
              <a:ext cx="230250" cy="121975"/>
            </a:xfrm>
            <a:custGeom>
              <a:avLst/>
              <a:gdLst/>
              <a:ahLst/>
              <a:cxnLst/>
              <a:rect l="l" t="t" r="r" b="b"/>
              <a:pathLst>
                <a:path w="9210" h="4879" extrusionOk="0">
                  <a:moveTo>
                    <a:pt x="4605" y="0"/>
                  </a:moveTo>
                  <a:lnTo>
                    <a:pt x="1" y="4879"/>
                  </a:lnTo>
                  <a:lnTo>
                    <a:pt x="9210" y="4879"/>
                  </a:lnTo>
                  <a:lnTo>
                    <a:pt x="46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0" name="Google Shape;1480;p35"/>
            <p:cNvSpPr/>
            <p:nvPr/>
          </p:nvSpPr>
          <p:spPr>
            <a:xfrm>
              <a:off x="4400500" y="1644600"/>
              <a:ext cx="204075" cy="79450"/>
            </a:xfrm>
            <a:custGeom>
              <a:avLst/>
              <a:gdLst/>
              <a:ahLst/>
              <a:cxnLst/>
              <a:rect l="l" t="t" r="r" b="b"/>
              <a:pathLst>
                <a:path w="8163" h="3178" extrusionOk="0">
                  <a:moveTo>
                    <a:pt x="4083" y="1"/>
                  </a:moveTo>
                  <a:lnTo>
                    <a:pt x="1" y="3178"/>
                  </a:lnTo>
                  <a:lnTo>
                    <a:pt x="8163" y="3178"/>
                  </a:lnTo>
                  <a:lnTo>
                    <a:pt x="40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1" name="Google Shape;1481;p35"/>
            <p:cNvSpPr/>
            <p:nvPr/>
          </p:nvSpPr>
          <p:spPr>
            <a:xfrm>
              <a:off x="4399725" y="1724025"/>
              <a:ext cx="343150" cy="49325"/>
            </a:xfrm>
            <a:custGeom>
              <a:avLst/>
              <a:gdLst/>
              <a:ahLst/>
              <a:cxnLst/>
              <a:rect l="l" t="t" r="r" b="b"/>
              <a:pathLst>
                <a:path w="13726" h="1973" extrusionOk="0">
                  <a:moveTo>
                    <a:pt x="0" y="1"/>
                  </a:moveTo>
                  <a:lnTo>
                    <a:pt x="0" y="1973"/>
                  </a:lnTo>
                  <a:lnTo>
                    <a:pt x="13726" y="1973"/>
                  </a:lnTo>
                  <a:lnTo>
                    <a:pt x="137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82" name="Google Shape;1482;p35"/>
          <p:cNvGrpSpPr/>
          <p:nvPr/>
        </p:nvGrpSpPr>
        <p:grpSpPr>
          <a:xfrm flipH="1">
            <a:off x="-198139" y="3018941"/>
            <a:ext cx="1182784" cy="2243136"/>
            <a:chOff x="4960325" y="2700400"/>
            <a:chExt cx="325325" cy="616975"/>
          </a:xfrm>
        </p:grpSpPr>
        <p:grpSp>
          <p:nvGrpSpPr>
            <p:cNvPr id="1483" name="Google Shape;1483;p35"/>
            <p:cNvGrpSpPr/>
            <p:nvPr/>
          </p:nvGrpSpPr>
          <p:grpSpPr>
            <a:xfrm>
              <a:off x="4960325" y="2700400"/>
              <a:ext cx="325325" cy="454050"/>
              <a:chOff x="4960325" y="2700400"/>
              <a:chExt cx="325325" cy="454050"/>
            </a:xfrm>
          </p:grpSpPr>
          <p:sp>
            <p:nvSpPr>
              <p:cNvPr id="1484" name="Google Shape;1484;p35"/>
              <p:cNvSpPr/>
              <p:nvPr/>
            </p:nvSpPr>
            <p:spPr>
              <a:xfrm>
                <a:off x="5086050" y="2700400"/>
                <a:ext cx="141075" cy="366225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14649" extrusionOk="0">
                    <a:moveTo>
                      <a:pt x="4159" y="0"/>
                    </a:moveTo>
                    <a:cubicBezTo>
                      <a:pt x="3670" y="0"/>
                      <a:pt x="3180" y="354"/>
                      <a:pt x="2832" y="750"/>
                    </a:cubicBezTo>
                    <a:cubicBezTo>
                      <a:pt x="1310" y="2497"/>
                      <a:pt x="607" y="4702"/>
                      <a:pt x="326" y="6956"/>
                    </a:cubicBezTo>
                    <a:cubicBezTo>
                      <a:pt x="163" y="8203"/>
                      <a:pt x="1" y="9459"/>
                      <a:pt x="44" y="10719"/>
                    </a:cubicBezTo>
                    <a:cubicBezTo>
                      <a:pt x="70" y="11398"/>
                      <a:pt x="160" y="12068"/>
                      <a:pt x="319" y="12725"/>
                    </a:cubicBezTo>
                    <a:cubicBezTo>
                      <a:pt x="475" y="13295"/>
                      <a:pt x="578" y="13885"/>
                      <a:pt x="627" y="14475"/>
                    </a:cubicBezTo>
                    <a:cubicBezTo>
                      <a:pt x="613" y="14501"/>
                      <a:pt x="613" y="14589"/>
                      <a:pt x="623" y="14589"/>
                    </a:cubicBezTo>
                    <a:cubicBezTo>
                      <a:pt x="624" y="14589"/>
                      <a:pt x="626" y="14588"/>
                      <a:pt x="627" y="14584"/>
                    </a:cubicBezTo>
                    <a:cubicBezTo>
                      <a:pt x="627" y="14628"/>
                      <a:pt x="658" y="14649"/>
                      <a:pt x="692" y="14649"/>
                    </a:cubicBezTo>
                    <a:cubicBezTo>
                      <a:pt x="732" y="14649"/>
                      <a:pt x="776" y="14620"/>
                      <a:pt x="776" y="14568"/>
                    </a:cubicBezTo>
                    <a:lnTo>
                      <a:pt x="776" y="14385"/>
                    </a:lnTo>
                    <a:cubicBezTo>
                      <a:pt x="1121" y="13958"/>
                      <a:pt x="1618" y="13693"/>
                      <a:pt x="2016" y="13321"/>
                    </a:cubicBezTo>
                    <a:cubicBezTo>
                      <a:pt x="2341" y="13030"/>
                      <a:pt x="2577" y="12658"/>
                      <a:pt x="2696" y="12237"/>
                    </a:cubicBezTo>
                    <a:cubicBezTo>
                      <a:pt x="3031" y="11090"/>
                      <a:pt x="2716" y="9877"/>
                      <a:pt x="3117" y="8730"/>
                    </a:cubicBezTo>
                    <a:cubicBezTo>
                      <a:pt x="3462" y="7742"/>
                      <a:pt x="4085" y="6883"/>
                      <a:pt x="4605" y="5988"/>
                    </a:cubicBezTo>
                    <a:cubicBezTo>
                      <a:pt x="5156" y="5043"/>
                      <a:pt x="5570" y="4049"/>
                      <a:pt x="5610" y="2935"/>
                    </a:cubicBezTo>
                    <a:cubicBezTo>
                      <a:pt x="5643" y="2086"/>
                      <a:pt x="5537" y="959"/>
                      <a:pt x="4890" y="319"/>
                    </a:cubicBezTo>
                    <a:cubicBezTo>
                      <a:pt x="4659" y="93"/>
                      <a:pt x="4409" y="0"/>
                      <a:pt x="41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5" name="Google Shape;1485;p35"/>
              <p:cNvSpPr/>
              <p:nvPr/>
            </p:nvSpPr>
            <p:spPr>
              <a:xfrm>
                <a:off x="4960325" y="2835850"/>
                <a:ext cx="143900" cy="318600"/>
              </a:xfrm>
              <a:custGeom>
                <a:avLst/>
                <a:gdLst/>
                <a:ahLst/>
                <a:cxnLst/>
                <a:rect l="l" t="t" r="r" b="b"/>
                <a:pathLst>
                  <a:path w="5756" h="12744" extrusionOk="0">
                    <a:moveTo>
                      <a:pt x="680" y="1"/>
                    </a:moveTo>
                    <a:cubicBezTo>
                      <a:pt x="540" y="1"/>
                      <a:pt x="407" y="33"/>
                      <a:pt x="286" y="109"/>
                    </a:cubicBezTo>
                    <a:cubicBezTo>
                      <a:pt x="1" y="302"/>
                      <a:pt x="21" y="597"/>
                      <a:pt x="137" y="882"/>
                    </a:cubicBezTo>
                    <a:cubicBezTo>
                      <a:pt x="326" y="1339"/>
                      <a:pt x="541" y="1787"/>
                      <a:pt x="780" y="2211"/>
                    </a:cubicBezTo>
                    <a:cubicBezTo>
                      <a:pt x="1290" y="3136"/>
                      <a:pt x="1817" y="3978"/>
                      <a:pt x="1904" y="5052"/>
                    </a:cubicBezTo>
                    <a:cubicBezTo>
                      <a:pt x="1920" y="5533"/>
                      <a:pt x="1990" y="6007"/>
                      <a:pt x="2106" y="6471"/>
                    </a:cubicBezTo>
                    <a:cubicBezTo>
                      <a:pt x="2238" y="6869"/>
                      <a:pt x="2434" y="7244"/>
                      <a:pt x="2673" y="7588"/>
                    </a:cubicBezTo>
                    <a:cubicBezTo>
                      <a:pt x="3226" y="8391"/>
                      <a:pt x="3913" y="9080"/>
                      <a:pt x="4423" y="9912"/>
                    </a:cubicBezTo>
                    <a:cubicBezTo>
                      <a:pt x="4957" y="10777"/>
                      <a:pt x="5355" y="11722"/>
                      <a:pt x="5597" y="12710"/>
                    </a:cubicBezTo>
                    <a:cubicBezTo>
                      <a:pt x="5601" y="12733"/>
                      <a:pt x="5619" y="12744"/>
                      <a:pt x="5638" y="12744"/>
                    </a:cubicBezTo>
                    <a:cubicBezTo>
                      <a:pt x="5661" y="12744"/>
                      <a:pt x="5685" y="12727"/>
                      <a:pt x="5679" y="12697"/>
                    </a:cubicBezTo>
                    <a:lnTo>
                      <a:pt x="5679" y="12684"/>
                    </a:lnTo>
                    <a:lnTo>
                      <a:pt x="5679" y="12670"/>
                    </a:lnTo>
                    <a:cubicBezTo>
                      <a:pt x="5756" y="10366"/>
                      <a:pt x="5573" y="8049"/>
                      <a:pt x="4874" y="5848"/>
                    </a:cubicBezTo>
                    <a:cubicBezTo>
                      <a:pt x="4562" y="4877"/>
                      <a:pt x="4191" y="3928"/>
                      <a:pt x="3760" y="3007"/>
                    </a:cubicBezTo>
                    <a:cubicBezTo>
                      <a:pt x="3409" y="2191"/>
                      <a:pt x="2895" y="1459"/>
                      <a:pt x="2255" y="839"/>
                    </a:cubicBezTo>
                    <a:cubicBezTo>
                      <a:pt x="1910" y="531"/>
                      <a:pt x="1245" y="1"/>
                      <a:pt x="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6" name="Google Shape;1486;p35"/>
              <p:cNvSpPr/>
              <p:nvPr/>
            </p:nvSpPr>
            <p:spPr>
              <a:xfrm>
                <a:off x="5116975" y="2848075"/>
                <a:ext cx="168675" cy="285975"/>
              </a:xfrm>
              <a:custGeom>
                <a:avLst/>
                <a:gdLst/>
                <a:ahLst/>
                <a:cxnLst/>
                <a:rect l="l" t="t" r="r" b="b"/>
                <a:pathLst>
                  <a:path w="6747" h="11439" extrusionOk="0">
                    <a:moveTo>
                      <a:pt x="5955" y="1"/>
                    </a:moveTo>
                    <a:cubicBezTo>
                      <a:pt x="5596" y="1"/>
                      <a:pt x="5164" y="339"/>
                      <a:pt x="4907" y="562"/>
                    </a:cubicBezTo>
                    <a:cubicBezTo>
                      <a:pt x="3468" y="1805"/>
                      <a:pt x="2460" y="3463"/>
                      <a:pt x="1509" y="5087"/>
                    </a:cubicBezTo>
                    <a:cubicBezTo>
                      <a:pt x="948" y="6045"/>
                      <a:pt x="471" y="7026"/>
                      <a:pt x="236" y="8117"/>
                    </a:cubicBezTo>
                    <a:cubicBezTo>
                      <a:pt x="7" y="9181"/>
                      <a:pt x="0" y="10278"/>
                      <a:pt x="206" y="11349"/>
                    </a:cubicBezTo>
                    <a:lnTo>
                      <a:pt x="206" y="11363"/>
                    </a:lnTo>
                    <a:lnTo>
                      <a:pt x="206" y="11372"/>
                    </a:lnTo>
                    <a:cubicBezTo>
                      <a:pt x="200" y="11415"/>
                      <a:pt x="237" y="11439"/>
                      <a:pt x="273" y="11439"/>
                    </a:cubicBezTo>
                    <a:cubicBezTo>
                      <a:pt x="302" y="11439"/>
                      <a:pt x="331" y="11423"/>
                      <a:pt x="335" y="11389"/>
                    </a:cubicBezTo>
                    <a:cubicBezTo>
                      <a:pt x="623" y="9274"/>
                      <a:pt x="2788" y="8349"/>
                      <a:pt x="4369" y="7311"/>
                    </a:cubicBezTo>
                    <a:cubicBezTo>
                      <a:pt x="5003" y="6897"/>
                      <a:pt x="5878" y="6317"/>
                      <a:pt x="5762" y="5442"/>
                    </a:cubicBezTo>
                    <a:cubicBezTo>
                      <a:pt x="5705" y="5044"/>
                      <a:pt x="5420" y="4722"/>
                      <a:pt x="5341" y="4335"/>
                    </a:cubicBezTo>
                    <a:cubicBezTo>
                      <a:pt x="5208" y="3708"/>
                      <a:pt x="5553" y="3098"/>
                      <a:pt x="5851" y="2584"/>
                    </a:cubicBezTo>
                    <a:cubicBezTo>
                      <a:pt x="6216" y="1951"/>
                      <a:pt x="6746" y="1149"/>
                      <a:pt x="6435" y="376"/>
                    </a:cubicBezTo>
                    <a:cubicBezTo>
                      <a:pt x="6324" y="101"/>
                      <a:pt x="6150" y="1"/>
                      <a:pt x="59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87" name="Google Shape;1487;p35"/>
            <p:cNvGrpSpPr/>
            <p:nvPr/>
          </p:nvGrpSpPr>
          <p:grpSpPr>
            <a:xfrm>
              <a:off x="5009300" y="2775925"/>
              <a:ext cx="227450" cy="488750"/>
              <a:chOff x="5009300" y="2775925"/>
              <a:chExt cx="227450" cy="488750"/>
            </a:xfrm>
          </p:grpSpPr>
          <p:sp>
            <p:nvSpPr>
              <p:cNvPr id="1488" name="Google Shape;1488;p35"/>
              <p:cNvSpPr/>
              <p:nvPr/>
            </p:nvSpPr>
            <p:spPr>
              <a:xfrm>
                <a:off x="5099150" y="2777100"/>
                <a:ext cx="87125" cy="415975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16639" extrusionOk="0">
                    <a:moveTo>
                      <a:pt x="3095" y="1"/>
                    </a:moveTo>
                    <a:cubicBezTo>
                      <a:pt x="3086" y="1"/>
                      <a:pt x="3077" y="4"/>
                      <a:pt x="3070" y="13"/>
                    </a:cubicBezTo>
                    <a:cubicBezTo>
                      <a:pt x="1595" y="2287"/>
                      <a:pt x="627" y="4853"/>
                      <a:pt x="229" y="7535"/>
                    </a:cubicBezTo>
                    <a:cubicBezTo>
                      <a:pt x="216" y="7356"/>
                      <a:pt x="199" y="7180"/>
                      <a:pt x="193" y="7004"/>
                    </a:cubicBezTo>
                    <a:cubicBezTo>
                      <a:pt x="163" y="6467"/>
                      <a:pt x="160" y="5927"/>
                      <a:pt x="179" y="5387"/>
                    </a:cubicBezTo>
                    <a:cubicBezTo>
                      <a:pt x="213" y="4379"/>
                      <a:pt x="325" y="3374"/>
                      <a:pt x="511" y="2383"/>
                    </a:cubicBezTo>
                    <a:cubicBezTo>
                      <a:pt x="511" y="2383"/>
                      <a:pt x="502" y="2377"/>
                      <a:pt x="496" y="2377"/>
                    </a:cubicBezTo>
                    <a:cubicBezTo>
                      <a:pt x="493" y="2377"/>
                      <a:pt x="491" y="2379"/>
                      <a:pt x="491" y="2383"/>
                    </a:cubicBezTo>
                    <a:cubicBezTo>
                      <a:pt x="252" y="3391"/>
                      <a:pt x="113" y="4419"/>
                      <a:pt x="67" y="5453"/>
                    </a:cubicBezTo>
                    <a:cubicBezTo>
                      <a:pt x="30" y="6411"/>
                      <a:pt x="103" y="7362"/>
                      <a:pt x="126" y="8317"/>
                    </a:cubicBezTo>
                    <a:lnTo>
                      <a:pt x="126" y="8330"/>
                    </a:lnTo>
                    <a:cubicBezTo>
                      <a:pt x="14" y="9507"/>
                      <a:pt x="0" y="10688"/>
                      <a:pt x="83" y="11864"/>
                    </a:cubicBezTo>
                    <a:cubicBezTo>
                      <a:pt x="183" y="13459"/>
                      <a:pt x="392" y="15044"/>
                      <a:pt x="707" y="16602"/>
                    </a:cubicBezTo>
                    <a:cubicBezTo>
                      <a:pt x="707" y="16622"/>
                      <a:pt x="720" y="16638"/>
                      <a:pt x="743" y="16638"/>
                    </a:cubicBezTo>
                    <a:cubicBezTo>
                      <a:pt x="763" y="16638"/>
                      <a:pt x="780" y="16622"/>
                      <a:pt x="780" y="16602"/>
                    </a:cubicBezTo>
                    <a:cubicBezTo>
                      <a:pt x="654" y="15063"/>
                      <a:pt x="388" y="13538"/>
                      <a:pt x="299" y="11997"/>
                    </a:cubicBezTo>
                    <a:cubicBezTo>
                      <a:pt x="262" y="11420"/>
                      <a:pt x="249" y="10840"/>
                      <a:pt x="249" y="10260"/>
                    </a:cubicBezTo>
                    <a:cubicBezTo>
                      <a:pt x="833" y="9481"/>
                      <a:pt x="1247" y="8500"/>
                      <a:pt x="1559" y="7585"/>
                    </a:cubicBezTo>
                    <a:cubicBezTo>
                      <a:pt x="1561" y="7568"/>
                      <a:pt x="1548" y="7556"/>
                      <a:pt x="1537" y="7556"/>
                    </a:cubicBezTo>
                    <a:cubicBezTo>
                      <a:pt x="1530" y="7556"/>
                      <a:pt x="1524" y="7560"/>
                      <a:pt x="1522" y="7568"/>
                    </a:cubicBezTo>
                    <a:cubicBezTo>
                      <a:pt x="1157" y="8447"/>
                      <a:pt x="693" y="9242"/>
                      <a:pt x="249" y="10074"/>
                    </a:cubicBezTo>
                    <a:cubicBezTo>
                      <a:pt x="256" y="9262"/>
                      <a:pt x="315" y="8450"/>
                      <a:pt x="428" y="7641"/>
                    </a:cubicBezTo>
                    <a:cubicBezTo>
                      <a:pt x="508" y="7044"/>
                      <a:pt x="614" y="6461"/>
                      <a:pt x="750" y="5877"/>
                    </a:cubicBezTo>
                    <a:cubicBezTo>
                      <a:pt x="1529" y="4452"/>
                      <a:pt x="2742" y="3308"/>
                      <a:pt x="3481" y="1859"/>
                    </a:cubicBezTo>
                    <a:cubicBezTo>
                      <a:pt x="3485" y="1853"/>
                      <a:pt x="3468" y="1853"/>
                      <a:pt x="3468" y="1853"/>
                    </a:cubicBezTo>
                    <a:cubicBezTo>
                      <a:pt x="2653" y="3152"/>
                      <a:pt x="1545" y="4269"/>
                      <a:pt x="816" y="5622"/>
                    </a:cubicBezTo>
                    <a:cubicBezTo>
                      <a:pt x="1293" y="3656"/>
                      <a:pt x="2076" y="1773"/>
                      <a:pt x="3130" y="46"/>
                    </a:cubicBezTo>
                    <a:cubicBezTo>
                      <a:pt x="3142" y="23"/>
                      <a:pt x="3118" y="1"/>
                      <a:pt x="30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9" name="Google Shape;1489;p35"/>
              <p:cNvSpPr/>
              <p:nvPr/>
            </p:nvSpPr>
            <p:spPr>
              <a:xfrm>
                <a:off x="5125250" y="2775925"/>
                <a:ext cx="17575" cy="59950"/>
              </a:xfrm>
              <a:custGeom>
                <a:avLst/>
                <a:gdLst/>
                <a:ahLst/>
                <a:cxnLst/>
                <a:rect l="l" t="t" r="r" b="b"/>
                <a:pathLst>
                  <a:path w="703" h="2398" extrusionOk="0">
                    <a:moveTo>
                      <a:pt x="689" y="1"/>
                    </a:moveTo>
                    <a:cubicBezTo>
                      <a:pt x="686" y="1"/>
                      <a:pt x="684" y="2"/>
                      <a:pt x="684" y="7"/>
                    </a:cubicBezTo>
                    <a:cubicBezTo>
                      <a:pt x="372" y="759"/>
                      <a:pt x="84" y="1568"/>
                      <a:pt x="1" y="2364"/>
                    </a:cubicBezTo>
                    <a:cubicBezTo>
                      <a:pt x="1" y="2380"/>
                      <a:pt x="7" y="2394"/>
                      <a:pt x="24" y="2397"/>
                    </a:cubicBezTo>
                    <a:cubicBezTo>
                      <a:pt x="41" y="2397"/>
                      <a:pt x="54" y="2387"/>
                      <a:pt x="57" y="2371"/>
                    </a:cubicBezTo>
                    <a:cubicBezTo>
                      <a:pt x="263" y="1575"/>
                      <a:pt x="418" y="786"/>
                      <a:pt x="700" y="7"/>
                    </a:cubicBezTo>
                    <a:cubicBezTo>
                      <a:pt x="702" y="7"/>
                      <a:pt x="694" y="1"/>
                      <a:pt x="6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0" name="Google Shape;1490;p35"/>
              <p:cNvSpPr/>
              <p:nvPr/>
            </p:nvSpPr>
            <p:spPr>
              <a:xfrm>
                <a:off x="5009300" y="2885225"/>
                <a:ext cx="108200" cy="341850"/>
              </a:xfrm>
              <a:custGeom>
                <a:avLst/>
                <a:gdLst/>
                <a:ahLst/>
                <a:cxnLst/>
                <a:rect l="l" t="t" r="r" b="b"/>
                <a:pathLst>
                  <a:path w="4328" h="13674" extrusionOk="0">
                    <a:moveTo>
                      <a:pt x="31" y="1"/>
                    </a:moveTo>
                    <a:cubicBezTo>
                      <a:pt x="16" y="1"/>
                      <a:pt x="0" y="15"/>
                      <a:pt x="11" y="34"/>
                    </a:cubicBezTo>
                    <a:cubicBezTo>
                      <a:pt x="621" y="1035"/>
                      <a:pt x="1155" y="2086"/>
                      <a:pt x="1605" y="3167"/>
                    </a:cubicBezTo>
                    <a:cubicBezTo>
                      <a:pt x="2050" y="4281"/>
                      <a:pt x="2331" y="5454"/>
                      <a:pt x="2630" y="6618"/>
                    </a:cubicBezTo>
                    <a:cubicBezTo>
                      <a:pt x="2693" y="6863"/>
                      <a:pt x="2749" y="7098"/>
                      <a:pt x="2812" y="7344"/>
                    </a:cubicBezTo>
                    <a:cubicBezTo>
                      <a:pt x="2709" y="7195"/>
                      <a:pt x="2593" y="7059"/>
                      <a:pt x="2487" y="6923"/>
                    </a:cubicBezTo>
                    <a:lnTo>
                      <a:pt x="1818" y="6051"/>
                    </a:lnTo>
                    <a:cubicBezTo>
                      <a:pt x="1334" y="5438"/>
                      <a:pt x="886" y="4794"/>
                      <a:pt x="478" y="4125"/>
                    </a:cubicBezTo>
                    <a:cubicBezTo>
                      <a:pt x="476" y="4120"/>
                      <a:pt x="471" y="4118"/>
                      <a:pt x="468" y="4118"/>
                    </a:cubicBezTo>
                    <a:cubicBezTo>
                      <a:pt x="463" y="4118"/>
                      <a:pt x="461" y="4122"/>
                      <a:pt x="475" y="4122"/>
                    </a:cubicBezTo>
                    <a:cubicBezTo>
                      <a:pt x="797" y="4722"/>
                      <a:pt x="1168" y="5292"/>
                      <a:pt x="1582" y="5835"/>
                    </a:cubicBezTo>
                    <a:cubicBezTo>
                      <a:pt x="1801" y="6127"/>
                      <a:pt x="2023" y="6416"/>
                      <a:pt x="2252" y="6701"/>
                    </a:cubicBezTo>
                    <a:cubicBezTo>
                      <a:pt x="2461" y="6963"/>
                      <a:pt x="2733" y="7241"/>
                      <a:pt x="2878" y="7556"/>
                    </a:cubicBezTo>
                    <a:cubicBezTo>
                      <a:pt x="3094" y="8408"/>
                      <a:pt x="3299" y="9267"/>
                      <a:pt x="3498" y="10125"/>
                    </a:cubicBezTo>
                    <a:cubicBezTo>
                      <a:pt x="3641" y="10712"/>
                      <a:pt x="3773" y="11305"/>
                      <a:pt x="3903" y="11889"/>
                    </a:cubicBezTo>
                    <a:cubicBezTo>
                      <a:pt x="4029" y="12476"/>
                      <a:pt x="4122" y="13076"/>
                      <a:pt x="4284" y="13656"/>
                    </a:cubicBezTo>
                    <a:cubicBezTo>
                      <a:pt x="4287" y="13662"/>
                      <a:pt x="4291" y="13669"/>
                      <a:pt x="4301" y="13672"/>
                    </a:cubicBezTo>
                    <a:cubicBezTo>
                      <a:pt x="4302" y="13673"/>
                      <a:pt x="4304" y="13673"/>
                      <a:pt x="4306" y="13673"/>
                    </a:cubicBezTo>
                    <a:cubicBezTo>
                      <a:pt x="4315" y="13673"/>
                      <a:pt x="4324" y="13667"/>
                      <a:pt x="4327" y="13656"/>
                    </a:cubicBezTo>
                    <a:cubicBezTo>
                      <a:pt x="4188" y="12582"/>
                      <a:pt x="3909" y="11504"/>
                      <a:pt x="3687" y="10443"/>
                    </a:cubicBezTo>
                    <a:cubicBezTo>
                      <a:pt x="3581" y="9946"/>
                      <a:pt x="3475" y="9449"/>
                      <a:pt x="3362" y="8952"/>
                    </a:cubicBezTo>
                    <a:cubicBezTo>
                      <a:pt x="3439" y="8043"/>
                      <a:pt x="3362" y="7132"/>
                      <a:pt x="3140" y="6253"/>
                    </a:cubicBezTo>
                    <a:cubicBezTo>
                      <a:pt x="3137" y="6242"/>
                      <a:pt x="3130" y="6237"/>
                      <a:pt x="3124" y="6237"/>
                    </a:cubicBezTo>
                    <a:cubicBezTo>
                      <a:pt x="3117" y="6237"/>
                      <a:pt x="3110" y="6243"/>
                      <a:pt x="3110" y="6253"/>
                    </a:cubicBezTo>
                    <a:cubicBezTo>
                      <a:pt x="3260" y="7095"/>
                      <a:pt x="3333" y="7954"/>
                      <a:pt x="3329" y="8812"/>
                    </a:cubicBezTo>
                    <a:cubicBezTo>
                      <a:pt x="3031" y="7510"/>
                      <a:pt x="2716" y="6203"/>
                      <a:pt x="2351" y="4920"/>
                    </a:cubicBezTo>
                    <a:cubicBezTo>
                      <a:pt x="2265" y="4619"/>
                      <a:pt x="2172" y="4314"/>
                      <a:pt x="2073" y="4015"/>
                    </a:cubicBezTo>
                    <a:cubicBezTo>
                      <a:pt x="1970" y="2912"/>
                      <a:pt x="1698" y="1827"/>
                      <a:pt x="1257" y="806"/>
                    </a:cubicBezTo>
                    <a:cubicBezTo>
                      <a:pt x="1256" y="799"/>
                      <a:pt x="1253" y="796"/>
                      <a:pt x="1251" y="796"/>
                    </a:cubicBezTo>
                    <a:cubicBezTo>
                      <a:pt x="1247" y="796"/>
                      <a:pt x="1244" y="801"/>
                      <a:pt x="1244" y="806"/>
                    </a:cubicBezTo>
                    <a:cubicBezTo>
                      <a:pt x="1582" y="1818"/>
                      <a:pt x="1841" y="2852"/>
                      <a:pt x="2030" y="3899"/>
                    </a:cubicBezTo>
                    <a:cubicBezTo>
                      <a:pt x="1864" y="3409"/>
                      <a:pt x="1665" y="2921"/>
                      <a:pt x="1440" y="2454"/>
                    </a:cubicBezTo>
                    <a:cubicBezTo>
                      <a:pt x="1029" y="1612"/>
                      <a:pt x="531" y="816"/>
                      <a:pt x="51" y="14"/>
                    </a:cubicBezTo>
                    <a:cubicBezTo>
                      <a:pt x="47" y="5"/>
                      <a:pt x="39" y="1"/>
                      <a:pt x="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1" name="Google Shape;1491;p35"/>
              <p:cNvSpPr/>
              <p:nvPr/>
            </p:nvSpPr>
            <p:spPr>
              <a:xfrm>
                <a:off x="5018225" y="2963650"/>
                <a:ext cx="33375" cy="52450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2098" extrusionOk="0">
                    <a:moveTo>
                      <a:pt x="17" y="1"/>
                    </a:moveTo>
                    <a:cubicBezTo>
                      <a:pt x="9" y="1"/>
                      <a:pt x="1" y="10"/>
                      <a:pt x="5" y="17"/>
                    </a:cubicBezTo>
                    <a:cubicBezTo>
                      <a:pt x="446" y="709"/>
                      <a:pt x="880" y="1406"/>
                      <a:pt x="1318" y="2092"/>
                    </a:cubicBezTo>
                    <a:cubicBezTo>
                      <a:pt x="1321" y="2096"/>
                      <a:pt x="1324" y="2097"/>
                      <a:pt x="1326" y="2097"/>
                    </a:cubicBezTo>
                    <a:cubicBezTo>
                      <a:pt x="1331" y="2097"/>
                      <a:pt x="1335" y="2090"/>
                      <a:pt x="1335" y="2085"/>
                    </a:cubicBezTo>
                    <a:cubicBezTo>
                      <a:pt x="970" y="1349"/>
                      <a:pt x="532" y="653"/>
                      <a:pt x="25" y="7"/>
                    </a:cubicBezTo>
                    <a:cubicBezTo>
                      <a:pt x="23" y="3"/>
                      <a:pt x="20" y="1"/>
                      <a:pt x="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5113250" y="2942225"/>
                <a:ext cx="115125" cy="322450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12898" extrusionOk="0">
                    <a:moveTo>
                      <a:pt x="3706" y="0"/>
                    </a:moveTo>
                    <a:cubicBezTo>
                      <a:pt x="3697" y="0"/>
                      <a:pt x="3688" y="4"/>
                      <a:pt x="3680" y="12"/>
                    </a:cubicBezTo>
                    <a:cubicBezTo>
                      <a:pt x="2715" y="950"/>
                      <a:pt x="1943" y="2067"/>
                      <a:pt x="1409" y="3303"/>
                    </a:cubicBezTo>
                    <a:cubicBezTo>
                      <a:pt x="1658" y="2442"/>
                      <a:pt x="1986" y="1603"/>
                      <a:pt x="2387" y="804"/>
                    </a:cubicBezTo>
                    <a:cubicBezTo>
                      <a:pt x="2396" y="783"/>
                      <a:pt x="2377" y="762"/>
                      <a:pt x="2360" y="762"/>
                    </a:cubicBezTo>
                    <a:cubicBezTo>
                      <a:pt x="2352" y="762"/>
                      <a:pt x="2345" y="765"/>
                      <a:pt x="2340" y="774"/>
                    </a:cubicBezTo>
                    <a:cubicBezTo>
                      <a:pt x="1850" y="1649"/>
                      <a:pt x="1492" y="2597"/>
                      <a:pt x="1296" y="3585"/>
                    </a:cubicBezTo>
                    <a:cubicBezTo>
                      <a:pt x="113" y="6459"/>
                      <a:pt x="0" y="9834"/>
                      <a:pt x="249" y="12867"/>
                    </a:cubicBezTo>
                    <a:cubicBezTo>
                      <a:pt x="252" y="12885"/>
                      <a:pt x="271" y="12898"/>
                      <a:pt x="286" y="12898"/>
                    </a:cubicBezTo>
                    <a:cubicBezTo>
                      <a:pt x="288" y="12898"/>
                      <a:pt x="290" y="12898"/>
                      <a:pt x="292" y="12897"/>
                    </a:cubicBezTo>
                    <a:cubicBezTo>
                      <a:pt x="302" y="12891"/>
                      <a:pt x="315" y="12884"/>
                      <a:pt x="318" y="12867"/>
                    </a:cubicBezTo>
                    <a:cubicBezTo>
                      <a:pt x="249" y="10481"/>
                      <a:pt x="292" y="8047"/>
                      <a:pt x="862" y="5714"/>
                    </a:cubicBezTo>
                    <a:cubicBezTo>
                      <a:pt x="875" y="5664"/>
                      <a:pt x="888" y="5614"/>
                      <a:pt x="898" y="5571"/>
                    </a:cubicBezTo>
                    <a:cubicBezTo>
                      <a:pt x="1883" y="4202"/>
                      <a:pt x="3541" y="3569"/>
                      <a:pt x="4605" y="2272"/>
                    </a:cubicBezTo>
                    <a:cubicBezTo>
                      <a:pt x="4602" y="2260"/>
                      <a:pt x="4590" y="2244"/>
                      <a:pt x="4580" y="2244"/>
                    </a:cubicBezTo>
                    <a:cubicBezTo>
                      <a:pt x="4577" y="2244"/>
                      <a:pt x="4574" y="2245"/>
                      <a:pt x="4572" y="2249"/>
                    </a:cubicBezTo>
                    <a:cubicBezTo>
                      <a:pt x="3524" y="3386"/>
                      <a:pt x="1860" y="4016"/>
                      <a:pt x="958" y="5289"/>
                    </a:cubicBezTo>
                    <a:cubicBezTo>
                      <a:pt x="1462" y="3353"/>
                      <a:pt x="2413" y="1566"/>
                      <a:pt x="3739" y="71"/>
                    </a:cubicBezTo>
                    <a:cubicBezTo>
                      <a:pt x="3765" y="43"/>
                      <a:pt x="3737" y="0"/>
                      <a:pt x="3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5192475" y="2974150"/>
                <a:ext cx="41800" cy="38325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33" extrusionOk="0">
                    <a:moveTo>
                      <a:pt x="1641" y="1"/>
                    </a:moveTo>
                    <a:cubicBezTo>
                      <a:pt x="1091" y="505"/>
                      <a:pt x="551" y="1019"/>
                      <a:pt x="0" y="1526"/>
                    </a:cubicBezTo>
                    <a:lnTo>
                      <a:pt x="0" y="1533"/>
                    </a:lnTo>
                    <a:cubicBezTo>
                      <a:pt x="627" y="1115"/>
                      <a:pt x="1187" y="608"/>
                      <a:pt x="1668" y="34"/>
                    </a:cubicBezTo>
                    <a:cubicBezTo>
                      <a:pt x="1671" y="21"/>
                      <a:pt x="1668" y="8"/>
                      <a:pt x="1654" y="4"/>
                    </a:cubicBezTo>
                    <a:cubicBezTo>
                      <a:pt x="1651" y="1"/>
                      <a:pt x="1648" y="1"/>
                      <a:pt x="16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5194550" y="2919225"/>
                <a:ext cx="42200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2287" extrusionOk="0">
                    <a:moveTo>
                      <a:pt x="1664" y="0"/>
                    </a:moveTo>
                    <a:cubicBezTo>
                      <a:pt x="1659" y="0"/>
                      <a:pt x="1654" y="3"/>
                      <a:pt x="1651" y="10"/>
                    </a:cubicBezTo>
                    <a:cubicBezTo>
                      <a:pt x="1167" y="809"/>
                      <a:pt x="613" y="1561"/>
                      <a:pt x="7" y="2271"/>
                    </a:cubicBezTo>
                    <a:cubicBezTo>
                      <a:pt x="0" y="2274"/>
                      <a:pt x="0" y="2281"/>
                      <a:pt x="7" y="2284"/>
                    </a:cubicBezTo>
                    <a:cubicBezTo>
                      <a:pt x="8" y="2286"/>
                      <a:pt x="10" y="2287"/>
                      <a:pt x="12" y="2287"/>
                    </a:cubicBezTo>
                    <a:cubicBezTo>
                      <a:pt x="13" y="2287"/>
                      <a:pt x="15" y="2286"/>
                      <a:pt x="17" y="2284"/>
                    </a:cubicBezTo>
                    <a:cubicBezTo>
                      <a:pt x="703" y="1634"/>
                      <a:pt x="1266" y="872"/>
                      <a:pt x="1681" y="27"/>
                    </a:cubicBezTo>
                    <a:cubicBezTo>
                      <a:pt x="1688" y="15"/>
                      <a:pt x="1675" y="0"/>
                      <a:pt x="1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5" name="Google Shape;1495;p35"/>
            <p:cNvGrpSpPr/>
            <p:nvPr/>
          </p:nvGrpSpPr>
          <p:grpSpPr>
            <a:xfrm>
              <a:off x="5053650" y="3137100"/>
              <a:ext cx="120125" cy="180275"/>
              <a:chOff x="5053650" y="3137100"/>
              <a:chExt cx="120125" cy="180275"/>
            </a:xfrm>
          </p:grpSpPr>
          <p:sp>
            <p:nvSpPr>
              <p:cNvPr id="1496" name="Google Shape;1496;p35"/>
              <p:cNvSpPr/>
              <p:nvPr/>
            </p:nvSpPr>
            <p:spPr>
              <a:xfrm>
                <a:off x="5053650" y="3155750"/>
                <a:ext cx="120125" cy="161625"/>
              </a:xfrm>
              <a:custGeom>
                <a:avLst/>
                <a:gdLst/>
                <a:ahLst/>
                <a:cxnLst/>
                <a:rect l="l" t="t" r="r" b="b"/>
                <a:pathLst>
                  <a:path w="4805" h="6465" extrusionOk="0">
                    <a:moveTo>
                      <a:pt x="647" y="0"/>
                    </a:moveTo>
                    <a:lnTo>
                      <a:pt x="0" y="6465"/>
                    </a:lnTo>
                    <a:lnTo>
                      <a:pt x="4804" y="6465"/>
                    </a:lnTo>
                    <a:lnTo>
                      <a:pt x="40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5067900" y="3155750"/>
                <a:ext cx="8970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1035" extrusionOk="0">
                    <a:moveTo>
                      <a:pt x="103" y="0"/>
                    </a:moveTo>
                    <a:lnTo>
                      <a:pt x="1" y="1035"/>
                    </a:lnTo>
                    <a:lnTo>
                      <a:pt x="3588" y="1035"/>
                    </a:lnTo>
                    <a:lnTo>
                      <a:pt x="34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5056800" y="3137100"/>
                <a:ext cx="11290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1035" extrusionOk="0">
                    <a:moveTo>
                      <a:pt x="0" y="0"/>
                    </a:moveTo>
                    <a:lnTo>
                      <a:pt x="0" y="1035"/>
                    </a:lnTo>
                    <a:lnTo>
                      <a:pt x="4516" y="1035"/>
                    </a:lnTo>
                    <a:lnTo>
                      <a:pt x="45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499" name="Google Shape;1499;p35"/>
          <p:cNvGrpSpPr/>
          <p:nvPr/>
        </p:nvGrpSpPr>
        <p:grpSpPr>
          <a:xfrm>
            <a:off x="3844800" y="4756477"/>
            <a:ext cx="1458875" cy="23926"/>
            <a:chOff x="-2278825" y="1262800"/>
            <a:chExt cx="1458875" cy="45049"/>
          </a:xfrm>
        </p:grpSpPr>
        <p:sp>
          <p:nvSpPr>
            <p:cNvPr id="1500" name="Google Shape;1500;p35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1" name="Google Shape;1501;p35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2" name="Google Shape;1502;p35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3" name="Google Shape;1503;p35"/>
            <p:cNvSpPr/>
            <p:nvPr/>
          </p:nvSpPr>
          <p:spPr>
            <a:xfrm>
              <a:off x="-1105354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0" y="1"/>
                  </a:moveTo>
                  <a:lnTo>
                    <a:pt x="0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4" name="Google Shape;3554;p50"/>
          <p:cNvSpPr txBox="1"/>
          <p:nvPr>
            <p:ph type="title"/>
          </p:nvPr>
        </p:nvSpPr>
        <p:spPr>
          <a:xfrm>
            <a:off x="396875" y="624205"/>
            <a:ext cx="5172075" cy="32175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+mn-lt"/>
                <a:cs typeface="+mn-lt"/>
              </a:rPr>
              <a:t>Definir los límites del proyecto</a:t>
            </a:r>
            <a:br>
              <a:rPr lang="en-GB" sz="1000">
                <a:latin typeface="+mn-lt"/>
                <a:cs typeface="+mn-lt"/>
              </a:rPr>
            </a:br>
            <a:br>
              <a:rPr lang="en-GB" sz="1000">
                <a:latin typeface="+mn-lt"/>
                <a:cs typeface="+mn-lt"/>
              </a:rPr>
            </a:br>
            <a:r>
              <a:rPr lang="en-GB" sz="1000">
                <a:latin typeface="+mn-lt"/>
                <a:cs typeface="+mn-lt"/>
              </a:rPr>
              <a:t>Los límites del proyecto están definidos para definir los limites que tendran este sistema y son:</a:t>
            </a:r>
            <a:br>
              <a:rPr lang="en-GB" sz="1000">
                <a:latin typeface="+mn-lt"/>
                <a:cs typeface="+mn-lt"/>
              </a:rPr>
            </a:br>
            <a:br>
              <a:rPr lang="en-GB" sz="1000">
                <a:latin typeface="+mn-lt"/>
                <a:cs typeface="+mn-lt"/>
              </a:rPr>
            </a:br>
            <a:r>
              <a:rPr lang="en-GB" sz="1000" b="1">
                <a:latin typeface="+mn-lt"/>
                <a:cs typeface="+mn-lt"/>
              </a:rPr>
              <a:t>Módulo de Autenticación:</a:t>
            </a:r>
            <a:r>
              <a:rPr lang="en-GB" sz="1000">
                <a:latin typeface="+mn-lt"/>
                <a:cs typeface="+mn-lt"/>
              </a:rPr>
              <a:t> Funcionalidad completa de registro, inicio de sesión y cierre de sesión.</a:t>
            </a:r>
            <a:br>
              <a:rPr lang="en-GB" sz="1000">
                <a:latin typeface="+mn-lt"/>
                <a:cs typeface="+mn-lt"/>
              </a:rPr>
            </a:br>
            <a:br>
              <a:rPr lang="en-GB" sz="1000">
                <a:latin typeface="+mn-lt"/>
                <a:cs typeface="+mn-lt"/>
              </a:rPr>
            </a:br>
            <a:r>
              <a:rPr lang="en-GB" sz="1000" b="1">
                <a:latin typeface="+mn-lt"/>
                <a:cs typeface="+mn-lt"/>
              </a:rPr>
              <a:t>Módulo de Gestión de Proyectos:</a:t>
            </a:r>
            <a:r>
              <a:rPr lang="en-GB" sz="1000">
                <a:latin typeface="+mn-lt"/>
                <a:cs typeface="+mn-lt"/>
              </a:rPr>
              <a:t> Capacidad para crear, renombrar y archivar proyectos.</a:t>
            </a:r>
            <a:br>
              <a:rPr lang="en-GB" sz="1000">
                <a:latin typeface="+mn-lt"/>
                <a:cs typeface="+mn-lt"/>
              </a:rPr>
            </a:br>
            <a:br>
              <a:rPr lang="en-GB" sz="1000">
                <a:latin typeface="+mn-lt"/>
                <a:cs typeface="+mn-lt"/>
              </a:rPr>
            </a:br>
            <a:r>
              <a:rPr lang="en-GB" sz="1000" b="1">
                <a:latin typeface="+mn-lt"/>
                <a:cs typeface="+mn-lt"/>
              </a:rPr>
              <a:t>Módulo de Tablero:</a:t>
            </a:r>
            <a:r>
              <a:rPr lang="en-GB" sz="1000">
                <a:latin typeface="+mn-lt"/>
                <a:cs typeface="+mn-lt"/>
              </a:rPr>
              <a:t> Funcionalidad para crear y renombrar Listas (que representan las columnas de estado del flujo de trabajo).</a:t>
            </a:r>
            <a:br>
              <a:rPr lang="en-GB" sz="1000">
                <a:latin typeface="+mn-lt"/>
                <a:cs typeface="+mn-lt"/>
              </a:rPr>
            </a:br>
            <a:br>
              <a:rPr lang="en-GB" sz="1000">
                <a:latin typeface="+mn-lt"/>
                <a:cs typeface="+mn-lt"/>
              </a:rPr>
            </a:br>
            <a:r>
              <a:rPr lang="en-GB" sz="1000" b="1">
                <a:latin typeface="+mn-lt"/>
                <a:cs typeface="+mn-lt"/>
              </a:rPr>
              <a:t>Gestión de Tareas:</a:t>
            </a:r>
            <a:r>
              <a:rPr lang="en-GB" sz="1000">
                <a:latin typeface="+mn-lt"/>
                <a:cs typeface="+mn-lt"/>
              </a:rPr>
              <a:t> Creación de tareas, asignación de miembros del equipo, inclusión de descripciones, definición de fechas límite y la capacidad de mover las tareas entre las diferentes listas.</a:t>
            </a:r>
            <a:endParaRPr lang="en-GB" sz="1000">
              <a:latin typeface="+mn-lt"/>
              <a:cs typeface="+mn-lt"/>
            </a:endParaRPr>
          </a:p>
        </p:txBody>
      </p:sp>
      <p:grpSp>
        <p:nvGrpSpPr>
          <p:cNvPr id="3555" name="Google Shape;3555;p50"/>
          <p:cNvGrpSpPr/>
          <p:nvPr/>
        </p:nvGrpSpPr>
        <p:grpSpPr>
          <a:xfrm>
            <a:off x="7318726" y="785087"/>
            <a:ext cx="1692790" cy="1159226"/>
            <a:chOff x="4354825" y="2560575"/>
            <a:chExt cx="284900" cy="195100"/>
          </a:xfrm>
        </p:grpSpPr>
        <p:sp>
          <p:nvSpPr>
            <p:cNvPr id="3556" name="Google Shape;3556;p50"/>
            <p:cNvSpPr/>
            <p:nvPr/>
          </p:nvSpPr>
          <p:spPr>
            <a:xfrm>
              <a:off x="4354825" y="2560575"/>
              <a:ext cx="284900" cy="195100"/>
            </a:xfrm>
            <a:custGeom>
              <a:avLst/>
              <a:gdLst/>
              <a:ahLst/>
              <a:cxnLst/>
              <a:rect l="l" t="t" r="r" b="b"/>
              <a:pathLst>
                <a:path w="11396" h="7804" extrusionOk="0">
                  <a:moveTo>
                    <a:pt x="11304" y="89"/>
                  </a:moveTo>
                  <a:lnTo>
                    <a:pt x="11304" y="7713"/>
                  </a:lnTo>
                  <a:lnTo>
                    <a:pt x="91" y="7713"/>
                  </a:lnTo>
                  <a:lnTo>
                    <a:pt x="91" y="89"/>
                  </a:lnTo>
                  <a:close/>
                  <a:moveTo>
                    <a:pt x="0" y="1"/>
                  </a:moveTo>
                  <a:lnTo>
                    <a:pt x="0" y="7804"/>
                  </a:lnTo>
                  <a:lnTo>
                    <a:pt x="11395" y="7804"/>
                  </a:lnTo>
                  <a:lnTo>
                    <a:pt x="11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7" name="Google Shape;3557;p50"/>
            <p:cNvSpPr/>
            <p:nvPr/>
          </p:nvSpPr>
          <p:spPr>
            <a:xfrm>
              <a:off x="4366850" y="2568525"/>
              <a:ext cx="11275" cy="11175"/>
            </a:xfrm>
            <a:custGeom>
              <a:avLst/>
              <a:gdLst/>
              <a:ahLst/>
              <a:cxnLst/>
              <a:rect l="l" t="t" r="r" b="b"/>
              <a:pathLst>
                <a:path w="451" h="447" extrusionOk="0">
                  <a:moveTo>
                    <a:pt x="224" y="0"/>
                  </a:moveTo>
                  <a:cubicBezTo>
                    <a:pt x="101" y="0"/>
                    <a:pt x="0" y="101"/>
                    <a:pt x="0" y="224"/>
                  </a:cubicBezTo>
                  <a:cubicBezTo>
                    <a:pt x="0" y="346"/>
                    <a:pt x="98" y="447"/>
                    <a:pt x="224" y="447"/>
                  </a:cubicBezTo>
                  <a:cubicBezTo>
                    <a:pt x="350" y="447"/>
                    <a:pt x="450" y="349"/>
                    <a:pt x="450" y="224"/>
                  </a:cubicBezTo>
                  <a:cubicBezTo>
                    <a:pt x="450" y="101"/>
                    <a:pt x="350" y="0"/>
                    <a:pt x="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8" name="Google Shape;3558;p50"/>
            <p:cNvSpPr/>
            <p:nvPr/>
          </p:nvSpPr>
          <p:spPr>
            <a:xfrm>
              <a:off x="4389800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30" y="0"/>
                  </a:moveTo>
                  <a:cubicBezTo>
                    <a:pt x="105" y="0"/>
                    <a:pt x="1" y="101"/>
                    <a:pt x="1" y="224"/>
                  </a:cubicBezTo>
                  <a:cubicBezTo>
                    <a:pt x="1" y="346"/>
                    <a:pt x="105" y="447"/>
                    <a:pt x="230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6" y="0"/>
                    <a:pt x="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9" name="Google Shape;3559;p50"/>
            <p:cNvSpPr/>
            <p:nvPr/>
          </p:nvSpPr>
          <p:spPr>
            <a:xfrm>
              <a:off x="4412925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27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6"/>
                    <a:pt x="101" y="447"/>
                    <a:pt x="227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3" y="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0" name="Google Shape;3560;p50"/>
            <p:cNvSpPr/>
            <p:nvPr/>
          </p:nvSpPr>
          <p:spPr>
            <a:xfrm>
              <a:off x="4357100" y="2585200"/>
              <a:ext cx="282625" cy="2300"/>
            </a:xfrm>
            <a:custGeom>
              <a:avLst/>
              <a:gdLst/>
              <a:ahLst/>
              <a:cxnLst/>
              <a:rect l="l" t="t" r="r" b="b"/>
              <a:pathLst>
                <a:path w="11305" h="92" extrusionOk="0">
                  <a:moveTo>
                    <a:pt x="0" y="0"/>
                  </a:moveTo>
                  <a:lnTo>
                    <a:pt x="0" y="91"/>
                  </a:lnTo>
                  <a:lnTo>
                    <a:pt x="11304" y="91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61" name="Google Shape;3561;p50"/>
          <p:cNvGrpSpPr/>
          <p:nvPr/>
        </p:nvGrpSpPr>
        <p:grpSpPr>
          <a:xfrm>
            <a:off x="5858564" y="1944309"/>
            <a:ext cx="1078546" cy="1079094"/>
            <a:chOff x="4205500" y="2990700"/>
            <a:chExt cx="443499" cy="443725"/>
          </a:xfrm>
        </p:grpSpPr>
        <p:sp>
          <p:nvSpPr>
            <p:cNvPr id="3562" name="Google Shape;3562;p50"/>
            <p:cNvSpPr/>
            <p:nvPr/>
          </p:nvSpPr>
          <p:spPr>
            <a:xfrm>
              <a:off x="4246413" y="3406821"/>
              <a:ext cx="361746" cy="7072"/>
            </a:xfrm>
            <a:custGeom>
              <a:avLst/>
              <a:gdLst/>
              <a:ahLst/>
              <a:cxnLst/>
              <a:rect l="l" t="t" r="r" b="b"/>
              <a:pathLst>
                <a:path w="4757" h="93" extrusionOk="0">
                  <a:moveTo>
                    <a:pt x="0" y="1"/>
                  </a:moveTo>
                  <a:lnTo>
                    <a:pt x="0" y="92"/>
                  </a:lnTo>
                  <a:lnTo>
                    <a:pt x="180" y="92"/>
                  </a:lnTo>
                  <a:lnTo>
                    <a:pt x="180" y="1"/>
                  </a:lnTo>
                  <a:close/>
                  <a:moveTo>
                    <a:pt x="271" y="1"/>
                  </a:moveTo>
                  <a:lnTo>
                    <a:pt x="271" y="92"/>
                  </a:lnTo>
                  <a:lnTo>
                    <a:pt x="453" y="92"/>
                  </a:lnTo>
                  <a:lnTo>
                    <a:pt x="453" y="1"/>
                  </a:lnTo>
                  <a:close/>
                  <a:moveTo>
                    <a:pt x="538" y="1"/>
                  </a:moveTo>
                  <a:lnTo>
                    <a:pt x="538" y="92"/>
                  </a:lnTo>
                  <a:lnTo>
                    <a:pt x="721" y="92"/>
                  </a:lnTo>
                  <a:lnTo>
                    <a:pt x="721" y="1"/>
                  </a:lnTo>
                  <a:close/>
                  <a:moveTo>
                    <a:pt x="897" y="1"/>
                  </a:moveTo>
                  <a:lnTo>
                    <a:pt x="897" y="92"/>
                  </a:lnTo>
                  <a:lnTo>
                    <a:pt x="1076" y="92"/>
                  </a:lnTo>
                  <a:lnTo>
                    <a:pt x="1076" y="1"/>
                  </a:lnTo>
                  <a:close/>
                  <a:moveTo>
                    <a:pt x="1167" y="1"/>
                  </a:moveTo>
                  <a:lnTo>
                    <a:pt x="1167" y="92"/>
                  </a:lnTo>
                  <a:lnTo>
                    <a:pt x="1350" y="92"/>
                  </a:lnTo>
                  <a:lnTo>
                    <a:pt x="1350" y="1"/>
                  </a:lnTo>
                  <a:close/>
                  <a:moveTo>
                    <a:pt x="1435" y="1"/>
                  </a:moveTo>
                  <a:lnTo>
                    <a:pt x="1435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05" y="1"/>
                  </a:moveTo>
                  <a:lnTo>
                    <a:pt x="1705" y="92"/>
                  </a:lnTo>
                  <a:lnTo>
                    <a:pt x="1888" y="92"/>
                  </a:lnTo>
                  <a:lnTo>
                    <a:pt x="1888" y="1"/>
                  </a:lnTo>
                  <a:close/>
                  <a:moveTo>
                    <a:pt x="1972" y="1"/>
                  </a:moveTo>
                  <a:lnTo>
                    <a:pt x="1972" y="92"/>
                  </a:lnTo>
                  <a:lnTo>
                    <a:pt x="2155" y="92"/>
                  </a:lnTo>
                  <a:lnTo>
                    <a:pt x="2155" y="1"/>
                  </a:lnTo>
                  <a:close/>
                  <a:moveTo>
                    <a:pt x="2334" y="1"/>
                  </a:moveTo>
                  <a:lnTo>
                    <a:pt x="2334" y="92"/>
                  </a:lnTo>
                  <a:lnTo>
                    <a:pt x="2517" y="92"/>
                  </a:lnTo>
                  <a:lnTo>
                    <a:pt x="2517" y="1"/>
                  </a:lnTo>
                  <a:close/>
                  <a:moveTo>
                    <a:pt x="2602" y="1"/>
                  </a:moveTo>
                  <a:lnTo>
                    <a:pt x="2602" y="92"/>
                  </a:lnTo>
                  <a:lnTo>
                    <a:pt x="2784" y="92"/>
                  </a:lnTo>
                  <a:lnTo>
                    <a:pt x="2784" y="1"/>
                  </a:lnTo>
                  <a:close/>
                  <a:moveTo>
                    <a:pt x="2869" y="1"/>
                  </a:moveTo>
                  <a:lnTo>
                    <a:pt x="2869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139" y="1"/>
                  </a:moveTo>
                  <a:lnTo>
                    <a:pt x="3139" y="92"/>
                  </a:lnTo>
                  <a:lnTo>
                    <a:pt x="3322" y="92"/>
                  </a:lnTo>
                  <a:lnTo>
                    <a:pt x="3322" y="1"/>
                  </a:lnTo>
                  <a:close/>
                  <a:moveTo>
                    <a:pt x="3407" y="1"/>
                  </a:moveTo>
                  <a:lnTo>
                    <a:pt x="3407" y="92"/>
                  </a:lnTo>
                  <a:lnTo>
                    <a:pt x="3589" y="92"/>
                  </a:lnTo>
                  <a:lnTo>
                    <a:pt x="3589" y="1"/>
                  </a:lnTo>
                  <a:close/>
                  <a:moveTo>
                    <a:pt x="3768" y="1"/>
                  </a:moveTo>
                  <a:lnTo>
                    <a:pt x="3768" y="92"/>
                  </a:lnTo>
                  <a:lnTo>
                    <a:pt x="3951" y="92"/>
                  </a:lnTo>
                  <a:lnTo>
                    <a:pt x="3951" y="1"/>
                  </a:lnTo>
                  <a:close/>
                  <a:moveTo>
                    <a:pt x="4036" y="1"/>
                  </a:moveTo>
                  <a:lnTo>
                    <a:pt x="4036" y="92"/>
                  </a:lnTo>
                  <a:lnTo>
                    <a:pt x="4218" y="92"/>
                  </a:lnTo>
                  <a:lnTo>
                    <a:pt x="4218" y="1"/>
                  </a:lnTo>
                  <a:close/>
                  <a:moveTo>
                    <a:pt x="4306" y="1"/>
                  </a:moveTo>
                  <a:lnTo>
                    <a:pt x="4306" y="92"/>
                  </a:lnTo>
                  <a:lnTo>
                    <a:pt x="4486" y="92"/>
                  </a:lnTo>
                  <a:lnTo>
                    <a:pt x="4486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6" y="92"/>
                  </a:lnTo>
                  <a:lnTo>
                    <a:pt x="47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3" name="Google Shape;3563;p50"/>
            <p:cNvSpPr/>
            <p:nvPr/>
          </p:nvSpPr>
          <p:spPr>
            <a:xfrm>
              <a:off x="4226108" y="3031612"/>
              <a:ext cx="6996" cy="361442"/>
            </a:xfrm>
            <a:custGeom>
              <a:avLst/>
              <a:gdLst/>
              <a:ahLst/>
              <a:cxnLst/>
              <a:rect l="l" t="t" r="r" b="b"/>
              <a:pathLst>
                <a:path w="92" h="4753" extrusionOk="0">
                  <a:moveTo>
                    <a:pt x="0" y="0"/>
                  </a:moveTo>
                  <a:lnTo>
                    <a:pt x="0" y="182"/>
                  </a:lnTo>
                  <a:lnTo>
                    <a:pt x="91" y="182"/>
                  </a:lnTo>
                  <a:lnTo>
                    <a:pt x="91" y="0"/>
                  </a:lnTo>
                  <a:close/>
                  <a:moveTo>
                    <a:pt x="0" y="267"/>
                  </a:moveTo>
                  <a:lnTo>
                    <a:pt x="0" y="450"/>
                  </a:lnTo>
                  <a:lnTo>
                    <a:pt x="91" y="450"/>
                  </a:lnTo>
                  <a:lnTo>
                    <a:pt x="91" y="267"/>
                  </a:lnTo>
                  <a:close/>
                  <a:moveTo>
                    <a:pt x="0" y="538"/>
                  </a:moveTo>
                  <a:lnTo>
                    <a:pt x="0" y="720"/>
                  </a:lnTo>
                  <a:lnTo>
                    <a:pt x="91" y="720"/>
                  </a:lnTo>
                  <a:lnTo>
                    <a:pt x="91" y="538"/>
                  </a:lnTo>
                  <a:close/>
                  <a:moveTo>
                    <a:pt x="0" y="805"/>
                  </a:moveTo>
                  <a:lnTo>
                    <a:pt x="0" y="988"/>
                  </a:lnTo>
                  <a:lnTo>
                    <a:pt x="91" y="988"/>
                  </a:lnTo>
                  <a:lnTo>
                    <a:pt x="91" y="805"/>
                  </a:lnTo>
                  <a:close/>
                  <a:moveTo>
                    <a:pt x="0" y="1164"/>
                  </a:moveTo>
                  <a:lnTo>
                    <a:pt x="0" y="1346"/>
                  </a:lnTo>
                  <a:lnTo>
                    <a:pt x="91" y="1346"/>
                  </a:lnTo>
                  <a:lnTo>
                    <a:pt x="91" y="1164"/>
                  </a:lnTo>
                  <a:close/>
                  <a:moveTo>
                    <a:pt x="0" y="1434"/>
                  </a:moveTo>
                  <a:lnTo>
                    <a:pt x="0" y="1617"/>
                  </a:lnTo>
                  <a:lnTo>
                    <a:pt x="91" y="1617"/>
                  </a:lnTo>
                  <a:lnTo>
                    <a:pt x="91" y="1434"/>
                  </a:lnTo>
                  <a:close/>
                  <a:moveTo>
                    <a:pt x="0" y="1702"/>
                  </a:moveTo>
                  <a:lnTo>
                    <a:pt x="0" y="1884"/>
                  </a:lnTo>
                  <a:lnTo>
                    <a:pt x="91" y="1884"/>
                  </a:lnTo>
                  <a:lnTo>
                    <a:pt x="91" y="1702"/>
                  </a:lnTo>
                  <a:close/>
                  <a:moveTo>
                    <a:pt x="0" y="1975"/>
                  </a:moveTo>
                  <a:lnTo>
                    <a:pt x="0" y="2154"/>
                  </a:lnTo>
                  <a:lnTo>
                    <a:pt x="91" y="2154"/>
                  </a:lnTo>
                  <a:lnTo>
                    <a:pt x="91" y="1975"/>
                  </a:lnTo>
                  <a:close/>
                  <a:moveTo>
                    <a:pt x="0" y="2243"/>
                  </a:moveTo>
                  <a:lnTo>
                    <a:pt x="0" y="2422"/>
                  </a:lnTo>
                  <a:lnTo>
                    <a:pt x="91" y="2422"/>
                  </a:lnTo>
                  <a:lnTo>
                    <a:pt x="91" y="2243"/>
                  </a:lnTo>
                  <a:close/>
                  <a:moveTo>
                    <a:pt x="0" y="2598"/>
                  </a:moveTo>
                  <a:lnTo>
                    <a:pt x="0" y="2780"/>
                  </a:lnTo>
                  <a:lnTo>
                    <a:pt x="91" y="2780"/>
                  </a:lnTo>
                  <a:lnTo>
                    <a:pt x="91" y="2598"/>
                  </a:lnTo>
                  <a:close/>
                  <a:moveTo>
                    <a:pt x="0" y="2872"/>
                  </a:moveTo>
                  <a:lnTo>
                    <a:pt x="0" y="3051"/>
                  </a:lnTo>
                  <a:lnTo>
                    <a:pt x="91" y="3051"/>
                  </a:lnTo>
                  <a:lnTo>
                    <a:pt x="91" y="2872"/>
                  </a:lnTo>
                  <a:close/>
                  <a:moveTo>
                    <a:pt x="0" y="3139"/>
                  </a:moveTo>
                  <a:lnTo>
                    <a:pt x="0" y="3318"/>
                  </a:lnTo>
                  <a:lnTo>
                    <a:pt x="91" y="3318"/>
                  </a:lnTo>
                  <a:lnTo>
                    <a:pt x="91" y="3139"/>
                  </a:lnTo>
                  <a:close/>
                  <a:moveTo>
                    <a:pt x="0" y="3409"/>
                  </a:moveTo>
                  <a:lnTo>
                    <a:pt x="0" y="3589"/>
                  </a:lnTo>
                  <a:lnTo>
                    <a:pt x="91" y="3589"/>
                  </a:lnTo>
                  <a:lnTo>
                    <a:pt x="91" y="3409"/>
                  </a:lnTo>
                  <a:close/>
                  <a:moveTo>
                    <a:pt x="0" y="3677"/>
                  </a:moveTo>
                  <a:lnTo>
                    <a:pt x="0" y="3856"/>
                  </a:lnTo>
                  <a:lnTo>
                    <a:pt x="91" y="3856"/>
                  </a:lnTo>
                  <a:lnTo>
                    <a:pt x="91" y="3677"/>
                  </a:lnTo>
                  <a:close/>
                  <a:moveTo>
                    <a:pt x="0" y="4035"/>
                  </a:moveTo>
                  <a:lnTo>
                    <a:pt x="0" y="4215"/>
                  </a:lnTo>
                  <a:lnTo>
                    <a:pt x="91" y="4215"/>
                  </a:lnTo>
                  <a:lnTo>
                    <a:pt x="91" y="4035"/>
                  </a:lnTo>
                  <a:close/>
                  <a:moveTo>
                    <a:pt x="0" y="4306"/>
                  </a:moveTo>
                  <a:lnTo>
                    <a:pt x="0" y="4485"/>
                  </a:lnTo>
                  <a:lnTo>
                    <a:pt x="91" y="4485"/>
                  </a:lnTo>
                  <a:lnTo>
                    <a:pt x="91" y="4306"/>
                  </a:lnTo>
                  <a:close/>
                  <a:moveTo>
                    <a:pt x="0" y="4573"/>
                  </a:moveTo>
                  <a:lnTo>
                    <a:pt x="0" y="4752"/>
                  </a:lnTo>
                  <a:lnTo>
                    <a:pt x="91" y="4752"/>
                  </a:lnTo>
                  <a:lnTo>
                    <a:pt x="91" y="45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4" name="Google Shape;3564;p50"/>
            <p:cNvSpPr/>
            <p:nvPr/>
          </p:nvSpPr>
          <p:spPr>
            <a:xfrm>
              <a:off x="4246413" y="3011004"/>
              <a:ext cx="361746" cy="6996"/>
            </a:xfrm>
            <a:custGeom>
              <a:avLst/>
              <a:gdLst/>
              <a:ahLst/>
              <a:cxnLst/>
              <a:rect l="l" t="t" r="r" b="b"/>
              <a:pathLst>
                <a:path w="4757" h="92" extrusionOk="0">
                  <a:moveTo>
                    <a:pt x="0" y="1"/>
                  </a:moveTo>
                  <a:lnTo>
                    <a:pt x="0" y="92"/>
                  </a:lnTo>
                  <a:lnTo>
                    <a:pt x="180" y="92"/>
                  </a:lnTo>
                  <a:lnTo>
                    <a:pt x="180" y="1"/>
                  </a:lnTo>
                  <a:close/>
                  <a:moveTo>
                    <a:pt x="271" y="1"/>
                  </a:moveTo>
                  <a:lnTo>
                    <a:pt x="271" y="92"/>
                  </a:lnTo>
                  <a:lnTo>
                    <a:pt x="453" y="92"/>
                  </a:lnTo>
                  <a:lnTo>
                    <a:pt x="453" y="1"/>
                  </a:lnTo>
                  <a:close/>
                  <a:moveTo>
                    <a:pt x="538" y="1"/>
                  </a:moveTo>
                  <a:lnTo>
                    <a:pt x="538" y="92"/>
                  </a:lnTo>
                  <a:lnTo>
                    <a:pt x="721" y="92"/>
                  </a:lnTo>
                  <a:lnTo>
                    <a:pt x="721" y="1"/>
                  </a:lnTo>
                  <a:close/>
                  <a:moveTo>
                    <a:pt x="897" y="1"/>
                  </a:moveTo>
                  <a:lnTo>
                    <a:pt x="897" y="92"/>
                  </a:lnTo>
                  <a:lnTo>
                    <a:pt x="1076" y="92"/>
                  </a:lnTo>
                  <a:lnTo>
                    <a:pt x="1076" y="1"/>
                  </a:lnTo>
                  <a:close/>
                  <a:moveTo>
                    <a:pt x="1167" y="1"/>
                  </a:moveTo>
                  <a:lnTo>
                    <a:pt x="1167" y="92"/>
                  </a:lnTo>
                  <a:lnTo>
                    <a:pt x="1350" y="92"/>
                  </a:lnTo>
                  <a:lnTo>
                    <a:pt x="1350" y="1"/>
                  </a:lnTo>
                  <a:close/>
                  <a:moveTo>
                    <a:pt x="1435" y="1"/>
                  </a:moveTo>
                  <a:lnTo>
                    <a:pt x="1435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05" y="1"/>
                  </a:moveTo>
                  <a:lnTo>
                    <a:pt x="1705" y="92"/>
                  </a:lnTo>
                  <a:lnTo>
                    <a:pt x="1888" y="92"/>
                  </a:lnTo>
                  <a:lnTo>
                    <a:pt x="1888" y="1"/>
                  </a:lnTo>
                  <a:close/>
                  <a:moveTo>
                    <a:pt x="1972" y="1"/>
                  </a:moveTo>
                  <a:lnTo>
                    <a:pt x="1972" y="92"/>
                  </a:lnTo>
                  <a:lnTo>
                    <a:pt x="2155" y="92"/>
                  </a:lnTo>
                  <a:lnTo>
                    <a:pt x="2155" y="1"/>
                  </a:lnTo>
                  <a:close/>
                  <a:moveTo>
                    <a:pt x="2334" y="1"/>
                  </a:moveTo>
                  <a:lnTo>
                    <a:pt x="2334" y="92"/>
                  </a:lnTo>
                  <a:lnTo>
                    <a:pt x="2517" y="92"/>
                  </a:lnTo>
                  <a:lnTo>
                    <a:pt x="2517" y="1"/>
                  </a:lnTo>
                  <a:close/>
                  <a:moveTo>
                    <a:pt x="2602" y="1"/>
                  </a:moveTo>
                  <a:lnTo>
                    <a:pt x="2602" y="92"/>
                  </a:lnTo>
                  <a:lnTo>
                    <a:pt x="2784" y="92"/>
                  </a:lnTo>
                  <a:lnTo>
                    <a:pt x="2784" y="1"/>
                  </a:lnTo>
                  <a:close/>
                  <a:moveTo>
                    <a:pt x="2869" y="1"/>
                  </a:moveTo>
                  <a:lnTo>
                    <a:pt x="2869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139" y="1"/>
                  </a:moveTo>
                  <a:lnTo>
                    <a:pt x="3139" y="92"/>
                  </a:lnTo>
                  <a:lnTo>
                    <a:pt x="3322" y="92"/>
                  </a:lnTo>
                  <a:lnTo>
                    <a:pt x="3322" y="1"/>
                  </a:lnTo>
                  <a:close/>
                  <a:moveTo>
                    <a:pt x="3407" y="1"/>
                  </a:moveTo>
                  <a:lnTo>
                    <a:pt x="3407" y="92"/>
                  </a:lnTo>
                  <a:lnTo>
                    <a:pt x="3589" y="92"/>
                  </a:lnTo>
                  <a:lnTo>
                    <a:pt x="3589" y="1"/>
                  </a:lnTo>
                  <a:close/>
                  <a:moveTo>
                    <a:pt x="3768" y="1"/>
                  </a:moveTo>
                  <a:lnTo>
                    <a:pt x="3768" y="92"/>
                  </a:lnTo>
                  <a:lnTo>
                    <a:pt x="3951" y="92"/>
                  </a:lnTo>
                  <a:lnTo>
                    <a:pt x="3951" y="1"/>
                  </a:lnTo>
                  <a:close/>
                  <a:moveTo>
                    <a:pt x="4036" y="1"/>
                  </a:moveTo>
                  <a:lnTo>
                    <a:pt x="4036" y="92"/>
                  </a:lnTo>
                  <a:lnTo>
                    <a:pt x="4218" y="92"/>
                  </a:lnTo>
                  <a:lnTo>
                    <a:pt x="4218" y="1"/>
                  </a:lnTo>
                  <a:close/>
                  <a:moveTo>
                    <a:pt x="4306" y="1"/>
                  </a:moveTo>
                  <a:lnTo>
                    <a:pt x="4306" y="92"/>
                  </a:lnTo>
                  <a:lnTo>
                    <a:pt x="4486" y="92"/>
                  </a:lnTo>
                  <a:lnTo>
                    <a:pt x="4486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6" y="92"/>
                  </a:lnTo>
                  <a:lnTo>
                    <a:pt x="47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5" name="Google Shape;3565;p50"/>
            <p:cNvSpPr/>
            <p:nvPr/>
          </p:nvSpPr>
          <p:spPr>
            <a:xfrm>
              <a:off x="4621700" y="3031612"/>
              <a:ext cx="6768" cy="361442"/>
            </a:xfrm>
            <a:custGeom>
              <a:avLst/>
              <a:gdLst/>
              <a:ahLst/>
              <a:cxnLst/>
              <a:rect l="l" t="t" r="r" b="b"/>
              <a:pathLst>
                <a:path w="89" h="4753" extrusionOk="0">
                  <a:moveTo>
                    <a:pt x="0" y="0"/>
                  </a:moveTo>
                  <a:lnTo>
                    <a:pt x="0" y="182"/>
                  </a:lnTo>
                  <a:lnTo>
                    <a:pt x="88" y="182"/>
                  </a:lnTo>
                  <a:lnTo>
                    <a:pt x="88" y="0"/>
                  </a:lnTo>
                  <a:close/>
                  <a:moveTo>
                    <a:pt x="0" y="267"/>
                  </a:moveTo>
                  <a:lnTo>
                    <a:pt x="0" y="450"/>
                  </a:lnTo>
                  <a:lnTo>
                    <a:pt x="88" y="450"/>
                  </a:lnTo>
                  <a:lnTo>
                    <a:pt x="88" y="267"/>
                  </a:lnTo>
                  <a:close/>
                  <a:moveTo>
                    <a:pt x="0" y="538"/>
                  </a:moveTo>
                  <a:lnTo>
                    <a:pt x="0" y="720"/>
                  </a:lnTo>
                  <a:lnTo>
                    <a:pt x="88" y="720"/>
                  </a:lnTo>
                  <a:lnTo>
                    <a:pt x="88" y="538"/>
                  </a:lnTo>
                  <a:close/>
                  <a:moveTo>
                    <a:pt x="0" y="805"/>
                  </a:moveTo>
                  <a:lnTo>
                    <a:pt x="0" y="988"/>
                  </a:lnTo>
                  <a:lnTo>
                    <a:pt x="88" y="988"/>
                  </a:lnTo>
                  <a:lnTo>
                    <a:pt x="88" y="805"/>
                  </a:lnTo>
                  <a:close/>
                  <a:moveTo>
                    <a:pt x="0" y="1164"/>
                  </a:moveTo>
                  <a:lnTo>
                    <a:pt x="0" y="1346"/>
                  </a:lnTo>
                  <a:lnTo>
                    <a:pt x="88" y="1346"/>
                  </a:lnTo>
                  <a:lnTo>
                    <a:pt x="88" y="1164"/>
                  </a:lnTo>
                  <a:close/>
                  <a:moveTo>
                    <a:pt x="0" y="1434"/>
                  </a:moveTo>
                  <a:lnTo>
                    <a:pt x="0" y="1617"/>
                  </a:lnTo>
                  <a:lnTo>
                    <a:pt x="88" y="1617"/>
                  </a:lnTo>
                  <a:lnTo>
                    <a:pt x="88" y="1434"/>
                  </a:lnTo>
                  <a:close/>
                  <a:moveTo>
                    <a:pt x="0" y="1702"/>
                  </a:moveTo>
                  <a:lnTo>
                    <a:pt x="0" y="1884"/>
                  </a:lnTo>
                  <a:lnTo>
                    <a:pt x="88" y="1884"/>
                  </a:lnTo>
                  <a:lnTo>
                    <a:pt x="88" y="1702"/>
                  </a:lnTo>
                  <a:close/>
                  <a:moveTo>
                    <a:pt x="0" y="1975"/>
                  </a:moveTo>
                  <a:lnTo>
                    <a:pt x="0" y="2154"/>
                  </a:lnTo>
                  <a:lnTo>
                    <a:pt x="88" y="2154"/>
                  </a:lnTo>
                  <a:lnTo>
                    <a:pt x="88" y="1975"/>
                  </a:lnTo>
                  <a:close/>
                  <a:moveTo>
                    <a:pt x="0" y="2243"/>
                  </a:moveTo>
                  <a:lnTo>
                    <a:pt x="0" y="2422"/>
                  </a:lnTo>
                  <a:lnTo>
                    <a:pt x="88" y="2422"/>
                  </a:lnTo>
                  <a:lnTo>
                    <a:pt x="88" y="2243"/>
                  </a:lnTo>
                  <a:close/>
                  <a:moveTo>
                    <a:pt x="0" y="2598"/>
                  </a:moveTo>
                  <a:lnTo>
                    <a:pt x="0" y="2780"/>
                  </a:lnTo>
                  <a:lnTo>
                    <a:pt x="88" y="2780"/>
                  </a:lnTo>
                  <a:lnTo>
                    <a:pt x="88" y="2598"/>
                  </a:lnTo>
                  <a:close/>
                  <a:moveTo>
                    <a:pt x="0" y="2872"/>
                  </a:moveTo>
                  <a:lnTo>
                    <a:pt x="0" y="3051"/>
                  </a:lnTo>
                  <a:lnTo>
                    <a:pt x="88" y="3051"/>
                  </a:lnTo>
                  <a:lnTo>
                    <a:pt x="88" y="2872"/>
                  </a:lnTo>
                  <a:close/>
                  <a:moveTo>
                    <a:pt x="0" y="3139"/>
                  </a:moveTo>
                  <a:lnTo>
                    <a:pt x="0" y="3318"/>
                  </a:lnTo>
                  <a:lnTo>
                    <a:pt x="88" y="3318"/>
                  </a:lnTo>
                  <a:lnTo>
                    <a:pt x="88" y="3139"/>
                  </a:lnTo>
                  <a:close/>
                  <a:moveTo>
                    <a:pt x="0" y="3409"/>
                  </a:moveTo>
                  <a:lnTo>
                    <a:pt x="0" y="3589"/>
                  </a:lnTo>
                  <a:lnTo>
                    <a:pt x="88" y="3589"/>
                  </a:lnTo>
                  <a:lnTo>
                    <a:pt x="88" y="3409"/>
                  </a:lnTo>
                  <a:close/>
                  <a:moveTo>
                    <a:pt x="0" y="3677"/>
                  </a:moveTo>
                  <a:lnTo>
                    <a:pt x="0" y="3856"/>
                  </a:lnTo>
                  <a:lnTo>
                    <a:pt x="88" y="3856"/>
                  </a:lnTo>
                  <a:lnTo>
                    <a:pt x="88" y="3677"/>
                  </a:lnTo>
                  <a:close/>
                  <a:moveTo>
                    <a:pt x="0" y="4035"/>
                  </a:moveTo>
                  <a:lnTo>
                    <a:pt x="0" y="4215"/>
                  </a:lnTo>
                  <a:lnTo>
                    <a:pt x="88" y="4215"/>
                  </a:lnTo>
                  <a:lnTo>
                    <a:pt x="88" y="4035"/>
                  </a:lnTo>
                  <a:close/>
                  <a:moveTo>
                    <a:pt x="0" y="4306"/>
                  </a:moveTo>
                  <a:lnTo>
                    <a:pt x="0" y="4485"/>
                  </a:lnTo>
                  <a:lnTo>
                    <a:pt x="88" y="4485"/>
                  </a:lnTo>
                  <a:lnTo>
                    <a:pt x="88" y="4306"/>
                  </a:lnTo>
                  <a:close/>
                  <a:moveTo>
                    <a:pt x="0" y="4573"/>
                  </a:moveTo>
                  <a:lnTo>
                    <a:pt x="0" y="4752"/>
                  </a:lnTo>
                  <a:lnTo>
                    <a:pt x="88" y="4752"/>
                  </a:lnTo>
                  <a:lnTo>
                    <a:pt x="88" y="45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566" name="Google Shape;3566;p50"/>
            <p:cNvGrpSpPr/>
            <p:nvPr/>
          </p:nvGrpSpPr>
          <p:grpSpPr>
            <a:xfrm>
              <a:off x="4205728" y="2990700"/>
              <a:ext cx="443271" cy="443725"/>
              <a:chOff x="4205728" y="2990700"/>
              <a:chExt cx="443271" cy="443725"/>
            </a:xfrm>
          </p:grpSpPr>
          <p:sp>
            <p:nvSpPr>
              <p:cNvPr id="3567" name="Google Shape;3567;p50"/>
              <p:cNvSpPr/>
              <p:nvPr/>
            </p:nvSpPr>
            <p:spPr>
              <a:xfrm>
                <a:off x="4205728" y="3386516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8" name="Google Shape;3568;p50"/>
              <p:cNvSpPr/>
              <p:nvPr/>
            </p:nvSpPr>
            <p:spPr>
              <a:xfrm>
                <a:off x="4205728" y="3188494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9" name="Google Shape;3569;p50"/>
              <p:cNvSpPr/>
              <p:nvPr/>
            </p:nvSpPr>
            <p:spPr>
              <a:xfrm>
                <a:off x="4205728" y="2990700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0" name="Google Shape;3570;p50"/>
              <p:cNvSpPr/>
              <p:nvPr/>
            </p:nvSpPr>
            <p:spPr>
              <a:xfrm>
                <a:off x="4601091" y="3386516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1" name="Google Shape;3571;p50"/>
              <p:cNvSpPr/>
              <p:nvPr/>
            </p:nvSpPr>
            <p:spPr>
              <a:xfrm>
                <a:off x="4601091" y="3188494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2" name="Google Shape;3572;p50"/>
              <p:cNvSpPr/>
              <p:nvPr/>
            </p:nvSpPr>
            <p:spPr>
              <a:xfrm>
                <a:off x="4601091" y="2990700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3" name="Google Shape;3573;p50"/>
              <p:cNvSpPr/>
              <p:nvPr/>
            </p:nvSpPr>
            <p:spPr>
              <a:xfrm>
                <a:off x="4403296" y="2990700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0"/>
                    </a:moveTo>
                    <a:lnTo>
                      <a:pt x="1" y="629"/>
                    </a:lnTo>
                    <a:lnTo>
                      <a:pt x="630" y="629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4" name="Google Shape;3574;p50"/>
              <p:cNvSpPr/>
              <p:nvPr/>
            </p:nvSpPr>
            <p:spPr>
              <a:xfrm>
                <a:off x="4403296" y="3386516"/>
                <a:ext cx="47908" cy="4790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1" y="1"/>
                    </a:moveTo>
                    <a:lnTo>
                      <a:pt x="1" y="630"/>
                    </a:lnTo>
                    <a:lnTo>
                      <a:pt x="630" y="630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575" name="Google Shape;3575;p50"/>
            <p:cNvSpPr/>
            <p:nvPr/>
          </p:nvSpPr>
          <p:spPr>
            <a:xfrm>
              <a:off x="4205500" y="3379368"/>
              <a:ext cx="54600" cy="54828"/>
            </a:xfrm>
            <a:custGeom>
              <a:avLst/>
              <a:gdLst/>
              <a:ahLst/>
              <a:cxnLst/>
              <a:rect l="l" t="t" r="r" b="b"/>
              <a:pathLst>
                <a:path w="718" h="721" extrusionOk="0">
                  <a:moveTo>
                    <a:pt x="633" y="91"/>
                  </a:moveTo>
                  <a:lnTo>
                    <a:pt x="633" y="629"/>
                  </a:lnTo>
                  <a:lnTo>
                    <a:pt x="89" y="629"/>
                  </a:lnTo>
                  <a:lnTo>
                    <a:pt x="95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18" y="72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6" name="Google Shape;3576;p50"/>
            <p:cNvSpPr/>
            <p:nvPr/>
          </p:nvSpPr>
          <p:spPr>
            <a:xfrm>
              <a:off x="4205500" y="3181802"/>
              <a:ext cx="54600" cy="54600"/>
            </a:xfrm>
            <a:custGeom>
              <a:avLst/>
              <a:gdLst/>
              <a:ahLst/>
              <a:cxnLst/>
              <a:rect l="l" t="t" r="r" b="b"/>
              <a:pathLst>
                <a:path w="718" h="718" extrusionOk="0">
                  <a:moveTo>
                    <a:pt x="633" y="88"/>
                  </a:moveTo>
                  <a:lnTo>
                    <a:pt x="633" y="629"/>
                  </a:lnTo>
                  <a:lnTo>
                    <a:pt x="89" y="629"/>
                  </a:lnTo>
                  <a:lnTo>
                    <a:pt x="95" y="88"/>
                  </a:lnTo>
                  <a:close/>
                  <a:moveTo>
                    <a:pt x="1" y="0"/>
                  </a:moveTo>
                  <a:lnTo>
                    <a:pt x="1" y="717"/>
                  </a:lnTo>
                  <a:lnTo>
                    <a:pt x="718" y="717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7" name="Google Shape;3577;p50"/>
            <p:cNvSpPr/>
            <p:nvPr/>
          </p:nvSpPr>
          <p:spPr>
            <a:xfrm>
              <a:off x="4205500" y="2990700"/>
              <a:ext cx="54600" cy="54828"/>
            </a:xfrm>
            <a:custGeom>
              <a:avLst/>
              <a:gdLst/>
              <a:ahLst/>
              <a:cxnLst/>
              <a:rect l="l" t="t" r="r" b="b"/>
              <a:pathLst>
                <a:path w="718" h="721" extrusionOk="0">
                  <a:moveTo>
                    <a:pt x="633" y="91"/>
                  </a:moveTo>
                  <a:lnTo>
                    <a:pt x="633" y="629"/>
                  </a:lnTo>
                  <a:lnTo>
                    <a:pt x="89" y="629"/>
                  </a:lnTo>
                  <a:lnTo>
                    <a:pt x="95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18" y="72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8" name="Google Shape;3578;p50"/>
            <p:cNvSpPr/>
            <p:nvPr/>
          </p:nvSpPr>
          <p:spPr>
            <a:xfrm>
              <a:off x="4594399" y="3379368"/>
              <a:ext cx="54600" cy="54828"/>
            </a:xfrm>
            <a:custGeom>
              <a:avLst/>
              <a:gdLst/>
              <a:ahLst/>
              <a:cxnLst/>
              <a:rect l="l" t="t" r="r" b="b"/>
              <a:pathLst>
                <a:path w="718" h="721" extrusionOk="0">
                  <a:moveTo>
                    <a:pt x="630" y="91"/>
                  </a:moveTo>
                  <a:lnTo>
                    <a:pt x="630" y="629"/>
                  </a:lnTo>
                  <a:lnTo>
                    <a:pt x="89" y="629"/>
                  </a:lnTo>
                  <a:lnTo>
                    <a:pt x="89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18" y="72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9" name="Google Shape;3579;p50"/>
            <p:cNvSpPr/>
            <p:nvPr/>
          </p:nvSpPr>
          <p:spPr>
            <a:xfrm>
              <a:off x="4594399" y="3181802"/>
              <a:ext cx="54600" cy="54600"/>
            </a:xfrm>
            <a:custGeom>
              <a:avLst/>
              <a:gdLst/>
              <a:ahLst/>
              <a:cxnLst/>
              <a:rect l="l" t="t" r="r" b="b"/>
              <a:pathLst>
                <a:path w="718" h="718" extrusionOk="0">
                  <a:moveTo>
                    <a:pt x="630" y="88"/>
                  </a:moveTo>
                  <a:lnTo>
                    <a:pt x="630" y="629"/>
                  </a:lnTo>
                  <a:lnTo>
                    <a:pt x="89" y="629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717"/>
                  </a:lnTo>
                  <a:lnTo>
                    <a:pt x="718" y="717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0" name="Google Shape;3580;p50"/>
            <p:cNvSpPr/>
            <p:nvPr/>
          </p:nvSpPr>
          <p:spPr>
            <a:xfrm>
              <a:off x="4594399" y="2990700"/>
              <a:ext cx="54600" cy="54828"/>
            </a:xfrm>
            <a:custGeom>
              <a:avLst/>
              <a:gdLst/>
              <a:ahLst/>
              <a:cxnLst/>
              <a:rect l="l" t="t" r="r" b="b"/>
              <a:pathLst>
                <a:path w="718" h="721" extrusionOk="0">
                  <a:moveTo>
                    <a:pt x="630" y="91"/>
                  </a:moveTo>
                  <a:lnTo>
                    <a:pt x="630" y="629"/>
                  </a:lnTo>
                  <a:lnTo>
                    <a:pt x="89" y="629"/>
                  </a:lnTo>
                  <a:lnTo>
                    <a:pt x="89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18" y="72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1" name="Google Shape;3581;p50"/>
            <p:cNvSpPr/>
            <p:nvPr/>
          </p:nvSpPr>
          <p:spPr>
            <a:xfrm>
              <a:off x="4403296" y="2990700"/>
              <a:ext cx="54828" cy="54828"/>
            </a:xfrm>
            <a:custGeom>
              <a:avLst/>
              <a:gdLst/>
              <a:ahLst/>
              <a:cxnLst/>
              <a:rect l="l" t="t" r="r" b="b"/>
              <a:pathLst>
                <a:path w="721" h="721" extrusionOk="0">
                  <a:moveTo>
                    <a:pt x="630" y="91"/>
                  </a:moveTo>
                  <a:lnTo>
                    <a:pt x="630" y="629"/>
                  </a:lnTo>
                  <a:lnTo>
                    <a:pt x="92" y="629"/>
                  </a:lnTo>
                  <a:lnTo>
                    <a:pt x="92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21" y="72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2" name="Google Shape;3582;p50"/>
            <p:cNvSpPr/>
            <p:nvPr/>
          </p:nvSpPr>
          <p:spPr>
            <a:xfrm>
              <a:off x="4403296" y="3379368"/>
              <a:ext cx="54828" cy="54828"/>
            </a:xfrm>
            <a:custGeom>
              <a:avLst/>
              <a:gdLst/>
              <a:ahLst/>
              <a:cxnLst/>
              <a:rect l="l" t="t" r="r" b="b"/>
              <a:pathLst>
                <a:path w="721" h="721" extrusionOk="0">
                  <a:moveTo>
                    <a:pt x="630" y="91"/>
                  </a:moveTo>
                  <a:lnTo>
                    <a:pt x="630" y="629"/>
                  </a:lnTo>
                  <a:lnTo>
                    <a:pt x="92" y="629"/>
                  </a:lnTo>
                  <a:lnTo>
                    <a:pt x="92" y="91"/>
                  </a:lnTo>
                  <a:close/>
                  <a:moveTo>
                    <a:pt x="1" y="0"/>
                  </a:moveTo>
                  <a:lnTo>
                    <a:pt x="1" y="720"/>
                  </a:lnTo>
                  <a:lnTo>
                    <a:pt x="721" y="72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83" name="Google Shape;3583;p50"/>
          <p:cNvGrpSpPr/>
          <p:nvPr/>
        </p:nvGrpSpPr>
        <p:grpSpPr>
          <a:xfrm>
            <a:off x="7210211" y="3023549"/>
            <a:ext cx="1209738" cy="2283302"/>
            <a:chOff x="3909834" y="3583857"/>
            <a:chExt cx="650677" cy="1228044"/>
          </a:xfrm>
        </p:grpSpPr>
        <p:sp>
          <p:nvSpPr>
            <p:cNvPr id="3584" name="Google Shape;3584;p50"/>
            <p:cNvSpPr/>
            <p:nvPr/>
          </p:nvSpPr>
          <p:spPr>
            <a:xfrm>
              <a:off x="4253350" y="3901705"/>
              <a:ext cx="307160" cy="575646"/>
            </a:xfrm>
            <a:custGeom>
              <a:avLst/>
              <a:gdLst/>
              <a:ahLst/>
              <a:cxnLst/>
              <a:rect l="l" t="t" r="r" b="b"/>
              <a:pathLst>
                <a:path w="2501" h="4687" extrusionOk="0">
                  <a:moveTo>
                    <a:pt x="2346" y="1"/>
                  </a:moveTo>
                  <a:cubicBezTo>
                    <a:pt x="2332" y="1"/>
                    <a:pt x="2318" y="6"/>
                    <a:pt x="2309" y="16"/>
                  </a:cubicBezTo>
                  <a:cubicBezTo>
                    <a:pt x="1302" y="1374"/>
                    <a:pt x="255" y="2956"/>
                    <a:pt x="0" y="4661"/>
                  </a:cubicBezTo>
                  <a:cubicBezTo>
                    <a:pt x="0" y="4676"/>
                    <a:pt x="15" y="4687"/>
                    <a:pt x="27" y="4687"/>
                  </a:cubicBezTo>
                  <a:cubicBezTo>
                    <a:pt x="35" y="4687"/>
                    <a:pt x="43" y="4682"/>
                    <a:pt x="44" y="4671"/>
                  </a:cubicBezTo>
                  <a:cubicBezTo>
                    <a:pt x="157" y="4205"/>
                    <a:pt x="308" y="3749"/>
                    <a:pt x="488" y="3306"/>
                  </a:cubicBezTo>
                  <a:cubicBezTo>
                    <a:pt x="1148" y="3126"/>
                    <a:pt x="1796" y="2975"/>
                    <a:pt x="2142" y="2318"/>
                  </a:cubicBezTo>
                  <a:cubicBezTo>
                    <a:pt x="2501" y="1645"/>
                    <a:pt x="2453" y="767"/>
                    <a:pt x="2387" y="31"/>
                  </a:cubicBezTo>
                  <a:cubicBezTo>
                    <a:pt x="2382" y="10"/>
                    <a:pt x="2364" y="1"/>
                    <a:pt x="2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5" name="Google Shape;3585;p50"/>
            <p:cNvSpPr/>
            <p:nvPr/>
          </p:nvSpPr>
          <p:spPr>
            <a:xfrm>
              <a:off x="4224734" y="3583857"/>
              <a:ext cx="215540" cy="861565"/>
            </a:xfrm>
            <a:custGeom>
              <a:avLst/>
              <a:gdLst/>
              <a:ahLst/>
              <a:cxnLst/>
              <a:rect l="l" t="t" r="r" b="b"/>
              <a:pathLst>
                <a:path w="1755" h="7015" extrusionOk="0">
                  <a:moveTo>
                    <a:pt x="1288" y="1"/>
                  </a:moveTo>
                  <a:cubicBezTo>
                    <a:pt x="1283" y="1"/>
                    <a:pt x="1279" y="1"/>
                    <a:pt x="1274" y="3"/>
                  </a:cubicBezTo>
                  <a:cubicBezTo>
                    <a:pt x="1142" y="37"/>
                    <a:pt x="717" y="1018"/>
                    <a:pt x="607" y="1346"/>
                  </a:cubicBezTo>
                  <a:cubicBezTo>
                    <a:pt x="422" y="1880"/>
                    <a:pt x="287" y="2431"/>
                    <a:pt x="205" y="2994"/>
                  </a:cubicBezTo>
                  <a:cubicBezTo>
                    <a:pt x="0" y="4312"/>
                    <a:pt x="16" y="5667"/>
                    <a:pt x="120" y="7001"/>
                  </a:cubicBezTo>
                  <a:cubicBezTo>
                    <a:pt x="120" y="7010"/>
                    <a:pt x="128" y="7015"/>
                    <a:pt x="137" y="7015"/>
                  </a:cubicBezTo>
                  <a:cubicBezTo>
                    <a:pt x="146" y="7015"/>
                    <a:pt x="154" y="7010"/>
                    <a:pt x="154" y="7001"/>
                  </a:cubicBezTo>
                  <a:cubicBezTo>
                    <a:pt x="158" y="6438"/>
                    <a:pt x="154" y="5872"/>
                    <a:pt x="161" y="5309"/>
                  </a:cubicBezTo>
                  <a:cubicBezTo>
                    <a:pt x="309" y="5019"/>
                    <a:pt x="614" y="4862"/>
                    <a:pt x="831" y="4626"/>
                  </a:cubicBezTo>
                  <a:cubicBezTo>
                    <a:pt x="985" y="4456"/>
                    <a:pt x="1120" y="4267"/>
                    <a:pt x="1230" y="4066"/>
                  </a:cubicBezTo>
                  <a:cubicBezTo>
                    <a:pt x="1491" y="3588"/>
                    <a:pt x="1648" y="3060"/>
                    <a:pt x="1696" y="2519"/>
                  </a:cubicBezTo>
                  <a:cubicBezTo>
                    <a:pt x="1754" y="1926"/>
                    <a:pt x="1534" y="1"/>
                    <a:pt x="12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6" name="Google Shape;3586;p50"/>
            <p:cNvSpPr/>
            <p:nvPr/>
          </p:nvSpPr>
          <p:spPr>
            <a:xfrm>
              <a:off x="3909834" y="3985220"/>
              <a:ext cx="293037" cy="437967"/>
            </a:xfrm>
            <a:custGeom>
              <a:avLst/>
              <a:gdLst/>
              <a:ahLst/>
              <a:cxnLst/>
              <a:rect l="l" t="t" r="r" b="b"/>
              <a:pathLst>
                <a:path w="2386" h="3566" extrusionOk="0">
                  <a:moveTo>
                    <a:pt x="57" y="0"/>
                  </a:moveTo>
                  <a:cubicBezTo>
                    <a:pt x="38" y="0"/>
                    <a:pt x="21" y="9"/>
                    <a:pt x="10" y="28"/>
                  </a:cubicBezTo>
                  <a:cubicBezTo>
                    <a:pt x="7" y="40"/>
                    <a:pt x="1" y="53"/>
                    <a:pt x="1" y="65"/>
                  </a:cubicBezTo>
                  <a:cubicBezTo>
                    <a:pt x="80" y="685"/>
                    <a:pt x="331" y="1270"/>
                    <a:pt x="721" y="1757"/>
                  </a:cubicBezTo>
                  <a:cubicBezTo>
                    <a:pt x="882" y="1949"/>
                    <a:pt x="1083" y="2103"/>
                    <a:pt x="1306" y="2214"/>
                  </a:cubicBezTo>
                  <a:cubicBezTo>
                    <a:pt x="1558" y="2339"/>
                    <a:pt x="1825" y="2481"/>
                    <a:pt x="2086" y="2588"/>
                  </a:cubicBezTo>
                  <a:cubicBezTo>
                    <a:pt x="2212" y="2905"/>
                    <a:pt x="2303" y="3233"/>
                    <a:pt x="2360" y="3566"/>
                  </a:cubicBezTo>
                  <a:cubicBezTo>
                    <a:pt x="2369" y="3538"/>
                    <a:pt x="2376" y="3506"/>
                    <a:pt x="2385" y="3475"/>
                  </a:cubicBezTo>
                  <a:cubicBezTo>
                    <a:pt x="2215" y="2031"/>
                    <a:pt x="1284" y="798"/>
                    <a:pt x="89" y="9"/>
                  </a:cubicBezTo>
                  <a:cubicBezTo>
                    <a:pt x="79" y="3"/>
                    <a:pt x="68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587" name="Google Shape;3587;p50"/>
            <p:cNvGrpSpPr/>
            <p:nvPr/>
          </p:nvGrpSpPr>
          <p:grpSpPr>
            <a:xfrm>
              <a:off x="3959943" y="3626229"/>
              <a:ext cx="573426" cy="768837"/>
              <a:chOff x="3959943" y="3626229"/>
              <a:chExt cx="573426" cy="768837"/>
            </a:xfrm>
          </p:grpSpPr>
          <p:sp>
            <p:nvSpPr>
              <p:cNvPr id="3588" name="Google Shape;3588;p50"/>
              <p:cNvSpPr/>
              <p:nvPr/>
            </p:nvSpPr>
            <p:spPr>
              <a:xfrm>
                <a:off x="4313898" y="3953902"/>
                <a:ext cx="219470" cy="355679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896" extrusionOk="0">
                    <a:moveTo>
                      <a:pt x="1780" y="0"/>
                    </a:moveTo>
                    <a:cubicBezTo>
                      <a:pt x="1778" y="0"/>
                      <a:pt x="1777" y="1"/>
                      <a:pt x="1775" y="3"/>
                    </a:cubicBezTo>
                    <a:cubicBezTo>
                      <a:pt x="1036" y="833"/>
                      <a:pt x="454" y="1852"/>
                      <a:pt x="7" y="2865"/>
                    </a:cubicBezTo>
                    <a:cubicBezTo>
                      <a:pt x="1" y="2882"/>
                      <a:pt x="11" y="2896"/>
                      <a:pt x="24" y="2896"/>
                    </a:cubicBezTo>
                    <a:cubicBezTo>
                      <a:pt x="30" y="2896"/>
                      <a:pt x="37" y="2892"/>
                      <a:pt x="42" y="2884"/>
                    </a:cubicBezTo>
                    <a:cubicBezTo>
                      <a:pt x="98" y="2789"/>
                      <a:pt x="152" y="2692"/>
                      <a:pt x="202" y="2597"/>
                    </a:cubicBezTo>
                    <a:lnTo>
                      <a:pt x="297" y="2550"/>
                    </a:lnTo>
                    <a:cubicBezTo>
                      <a:pt x="303" y="2547"/>
                      <a:pt x="297" y="2544"/>
                      <a:pt x="293" y="2544"/>
                    </a:cubicBezTo>
                    <a:cubicBezTo>
                      <a:pt x="265" y="2553"/>
                      <a:pt x="240" y="2569"/>
                      <a:pt x="212" y="2585"/>
                    </a:cubicBezTo>
                    <a:cubicBezTo>
                      <a:pt x="322" y="2387"/>
                      <a:pt x="432" y="2182"/>
                      <a:pt x="542" y="1981"/>
                    </a:cubicBezTo>
                    <a:cubicBezTo>
                      <a:pt x="948" y="1701"/>
                      <a:pt x="1287" y="1295"/>
                      <a:pt x="1602" y="918"/>
                    </a:cubicBezTo>
                    <a:cubicBezTo>
                      <a:pt x="1606" y="911"/>
                      <a:pt x="1603" y="905"/>
                      <a:pt x="1598" y="905"/>
                    </a:cubicBezTo>
                    <a:cubicBezTo>
                      <a:pt x="1596" y="905"/>
                      <a:pt x="1594" y="906"/>
                      <a:pt x="1592" y="908"/>
                    </a:cubicBezTo>
                    <a:cubicBezTo>
                      <a:pt x="1278" y="1264"/>
                      <a:pt x="910" y="1569"/>
                      <a:pt x="576" y="1906"/>
                    </a:cubicBezTo>
                    <a:cubicBezTo>
                      <a:pt x="935" y="1248"/>
                      <a:pt x="1300" y="603"/>
                      <a:pt x="1784" y="12"/>
                    </a:cubicBezTo>
                    <a:cubicBezTo>
                      <a:pt x="1786" y="5"/>
                      <a:pt x="1784" y="0"/>
                      <a:pt x="17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9" name="Google Shape;3589;p50"/>
              <p:cNvSpPr/>
              <p:nvPr/>
            </p:nvSpPr>
            <p:spPr>
              <a:xfrm>
                <a:off x="4354305" y="4199412"/>
                <a:ext cx="98006" cy="6595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37" extrusionOk="0">
                    <a:moveTo>
                      <a:pt x="782" y="1"/>
                    </a:moveTo>
                    <a:cubicBezTo>
                      <a:pt x="540" y="196"/>
                      <a:pt x="282" y="363"/>
                      <a:pt x="12" y="517"/>
                    </a:cubicBezTo>
                    <a:cubicBezTo>
                      <a:pt x="1" y="522"/>
                      <a:pt x="9" y="537"/>
                      <a:pt x="19" y="537"/>
                    </a:cubicBezTo>
                    <a:cubicBezTo>
                      <a:pt x="21" y="537"/>
                      <a:pt x="22" y="536"/>
                      <a:pt x="24" y="536"/>
                    </a:cubicBezTo>
                    <a:cubicBezTo>
                      <a:pt x="298" y="394"/>
                      <a:pt x="559" y="218"/>
                      <a:pt x="795" y="13"/>
                    </a:cubicBezTo>
                    <a:cubicBezTo>
                      <a:pt x="798" y="7"/>
                      <a:pt x="792" y="1"/>
                      <a:pt x="7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0" name="Google Shape;3590;p50"/>
              <p:cNvSpPr/>
              <p:nvPr/>
            </p:nvSpPr>
            <p:spPr>
              <a:xfrm>
                <a:off x="4237875" y="3626229"/>
                <a:ext cx="149220" cy="548871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469" extrusionOk="0">
                    <a:moveTo>
                      <a:pt x="1091" y="1"/>
                    </a:moveTo>
                    <a:cubicBezTo>
                      <a:pt x="1087" y="1"/>
                      <a:pt x="1084" y="4"/>
                      <a:pt x="1082" y="7"/>
                    </a:cubicBezTo>
                    <a:cubicBezTo>
                      <a:pt x="702" y="670"/>
                      <a:pt x="513" y="1372"/>
                      <a:pt x="349" y="2114"/>
                    </a:cubicBezTo>
                    <a:cubicBezTo>
                      <a:pt x="202" y="2806"/>
                      <a:pt x="41" y="3520"/>
                      <a:pt x="10" y="4234"/>
                    </a:cubicBezTo>
                    <a:cubicBezTo>
                      <a:pt x="0" y="4240"/>
                      <a:pt x="0" y="4246"/>
                      <a:pt x="10" y="4259"/>
                    </a:cubicBezTo>
                    <a:cubicBezTo>
                      <a:pt x="0" y="4328"/>
                      <a:pt x="0" y="4394"/>
                      <a:pt x="0" y="4457"/>
                    </a:cubicBezTo>
                    <a:cubicBezTo>
                      <a:pt x="0" y="4464"/>
                      <a:pt x="9" y="4469"/>
                      <a:pt x="17" y="4469"/>
                    </a:cubicBezTo>
                    <a:cubicBezTo>
                      <a:pt x="27" y="4469"/>
                      <a:pt x="36" y="4462"/>
                      <a:pt x="25" y="4445"/>
                    </a:cubicBezTo>
                    <a:cubicBezTo>
                      <a:pt x="35" y="4363"/>
                      <a:pt x="44" y="4319"/>
                      <a:pt x="60" y="4237"/>
                    </a:cubicBezTo>
                    <a:cubicBezTo>
                      <a:pt x="623" y="3856"/>
                      <a:pt x="985" y="3293"/>
                      <a:pt x="1214" y="2664"/>
                    </a:cubicBezTo>
                    <a:lnTo>
                      <a:pt x="1211" y="2664"/>
                    </a:lnTo>
                    <a:cubicBezTo>
                      <a:pt x="975" y="3275"/>
                      <a:pt x="560" y="3765"/>
                      <a:pt x="66" y="4187"/>
                    </a:cubicBezTo>
                    <a:cubicBezTo>
                      <a:pt x="107" y="3913"/>
                      <a:pt x="145" y="3639"/>
                      <a:pt x="186" y="3363"/>
                    </a:cubicBezTo>
                    <a:cubicBezTo>
                      <a:pt x="198" y="3344"/>
                      <a:pt x="205" y="3328"/>
                      <a:pt x="217" y="3309"/>
                    </a:cubicBezTo>
                    <a:cubicBezTo>
                      <a:pt x="220" y="3306"/>
                      <a:pt x="220" y="3300"/>
                      <a:pt x="217" y="3300"/>
                    </a:cubicBezTo>
                    <a:cubicBezTo>
                      <a:pt x="216" y="3298"/>
                      <a:pt x="213" y="3297"/>
                      <a:pt x="211" y="3297"/>
                    </a:cubicBezTo>
                    <a:cubicBezTo>
                      <a:pt x="209" y="3297"/>
                      <a:pt x="208" y="3298"/>
                      <a:pt x="208" y="3300"/>
                    </a:cubicBezTo>
                    <a:cubicBezTo>
                      <a:pt x="202" y="3306"/>
                      <a:pt x="198" y="3312"/>
                      <a:pt x="189" y="3322"/>
                    </a:cubicBezTo>
                    <a:cubicBezTo>
                      <a:pt x="268" y="2781"/>
                      <a:pt x="362" y="2237"/>
                      <a:pt x="497" y="1705"/>
                    </a:cubicBezTo>
                    <a:lnTo>
                      <a:pt x="500" y="1705"/>
                    </a:lnTo>
                    <a:cubicBezTo>
                      <a:pt x="544" y="1655"/>
                      <a:pt x="582" y="1595"/>
                      <a:pt x="617" y="1535"/>
                    </a:cubicBezTo>
                    <a:cubicBezTo>
                      <a:pt x="626" y="1524"/>
                      <a:pt x="617" y="1513"/>
                      <a:pt x="607" y="1513"/>
                    </a:cubicBezTo>
                    <a:cubicBezTo>
                      <a:pt x="603" y="1513"/>
                      <a:pt x="598" y="1515"/>
                      <a:pt x="595" y="1520"/>
                    </a:cubicBezTo>
                    <a:cubicBezTo>
                      <a:pt x="566" y="1554"/>
                      <a:pt x="535" y="1595"/>
                      <a:pt x="513" y="1633"/>
                    </a:cubicBezTo>
                    <a:cubicBezTo>
                      <a:pt x="648" y="1076"/>
                      <a:pt x="846" y="532"/>
                      <a:pt x="1101" y="19"/>
                    </a:cubicBezTo>
                    <a:cubicBezTo>
                      <a:pt x="1104" y="10"/>
                      <a:pt x="1101" y="7"/>
                      <a:pt x="1098" y="4"/>
                    </a:cubicBezTo>
                    <a:cubicBezTo>
                      <a:pt x="1095" y="2"/>
                      <a:pt x="1093" y="1"/>
                      <a:pt x="1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1" name="Google Shape;3591;p50"/>
              <p:cNvSpPr/>
              <p:nvPr/>
            </p:nvSpPr>
            <p:spPr>
              <a:xfrm>
                <a:off x="4266491" y="3807997"/>
                <a:ext cx="124657" cy="213702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740" extrusionOk="0">
                    <a:moveTo>
                      <a:pt x="1004" y="1"/>
                    </a:moveTo>
                    <a:cubicBezTo>
                      <a:pt x="1002" y="1"/>
                      <a:pt x="1000" y="2"/>
                      <a:pt x="1000" y="5"/>
                    </a:cubicBezTo>
                    <a:cubicBezTo>
                      <a:pt x="717" y="606"/>
                      <a:pt x="384" y="1178"/>
                      <a:pt x="3" y="1722"/>
                    </a:cubicBezTo>
                    <a:cubicBezTo>
                      <a:pt x="0" y="1725"/>
                      <a:pt x="3" y="1735"/>
                      <a:pt x="6" y="1738"/>
                    </a:cubicBezTo>
                    <a:cubicBezTo>
                      <a:pt x="7" y="1739"/>
                      <a:pt x="9" y="1739"/>
                      <a:pt x="10" y="1739"/>
                    </a:cubicBezTo>
                    <a:cubicBezTo>
                      <a:pt x="14" y="1739"/>
                      <a:pt x="20" y="1737"/>
                      <a:pt x="22" y="1735"/>
                    </a:cubicBezTo>
                    <a:cubicBezTo>
                      <a:pt x="459" y="1244"/>
                      <a:pt x="783" y="621"/>
                      <a:pt x="1013" y="8"/>
                    </a:cubicBezTo>
                    <a:cubicBezTo>
                      <a:pt x="1015" y="6"/>
                      <a:pt x="1008" y="1"/>
                      <a:pt x="10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2" name="Google Shape;3592;p50"/>
              <p:cNvSpPr/>
              <p:nvPr/>
            </p:nvSpPr>
            <p:spPr>
              <a:xfrm>
                <a:off x="4327899" y="3689848"/>
                <a:ext cx="59074" cy="10439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850" extrusionOk="0">
                    <a:moveTo>
                      <a:pt x="469" y="0"/>
                    </a:moveTo>
                    <a:cubicBezTo>
                      <a:pt x="467" y="0"/>
                      <a:pt x="466" y="2"/>
                      <a:pt x="466" y="4"/>
                    </a:cubicBezTo>
                    <a:cubicBezTo>
                      <a:pt x="321" y="288"/>
                      <a:pt x="157" y="549"/>
                      <a:pt x="3" y="825"/>
                    </a:cubicBezTo>
                    <a:cubicBezTo>
                      <a:pt x="0" y="832"/>
                      <a:pt x="3" y="844"/>
                      <a:pt x="10" y="847"/>
                    </a:cubicBezTo>
                    <a:cubicBezTo>
                      <a:pt x="12" y="849"/>
                      <a:pt x="15" y="850"/>
                      <a:pt x="17" y="850"/>
                    </a:cubicBezTo>
                    <a:cubicBezTo>
                      <a:pt x="23" y="850"/>
                      <a:pt x="27" y="846"/>
                      <a:pt x="32" y="841"/>
                    </a:cubicBezTo>
                    <a:cubicBezTo>
                      <a:pt x="211" y="580"/>
                      <a:pt x="362" y="303"/>
                      <a:pt x="478" y="11"/>
                    </a:cubicBezTo>
                    <a:cubicBezTo>
                      <a:pt x="480" y="6"/>
                      <a:pt x="473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3" name="Google Shape;3593;p50"/>
              <p:cNvSpPr/>
              <p:nvPr/>
            </p:nvSpPr>
            <p:spPr>
              <a:xfrm>
                <a:off x="3985980" y="3688128"/>
                <a:ext cx="219102" cy="706938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756" extrusionOk="0">
                    <a:moveTo>
                      <a:pt x="340" y="0"/>
                    </a:moveTo>
                    <a:cubicBezTo>
                      <a:pt x="325" y="0"/>
                      <a:pt x="310" y="7"/>
                      <a:pt x="299" y="22"/>
                    </a:cubicBezTo>
                    <a:cubicBezTo>
                      <a:pt x="293" y="25"/>
                      <a:pt x="293" y="28"/>
                      <a:pt x="290" y="31"/>
                    </a:cubicBezTo>
                    <a:cubicBezTo>
                      <a:pt x="1" y="773"/>
                      <a:pt x="101" y="1651"/>
                      <a:pt x="350" y="2390"/>
                    </a:cubicBezTo>
                    <a:cubicBezTo>
                      <a:pt x="482" y="2793"/>
                      <a:pt x="677" y="3170"/>
                      <a:pt x="919" y="3513"/>
                    </a:cubicBezTo>
                    <a:cubicBezTo>
                      <a:pt x="1167" y="3849"/>
                      <a:pt x="1482" y="4145"/>
                      <a:pt x="1686" y="4526"/>
                    </a:cubicBezTo>
                    <a:cubicBezTo>
                      <a:pt x="1677" y="4900"/>
                      <a:pt x="1636" y="5271"/>
                      <a:pt x="1557" y="5636"/>
                    </a:cubicBezTo>
                    <a:cubicBezTo>
                      <a:pt x="1561" y="5674"/>
                      <a:pt x="1567" y="5714"/>
                      <a:pt x="1573" y="5755"/>
                    </a:cubicBezTo>
                    <a:cubicBezTo>
                      <a:pt x="1686" y="5356"/>
                      <a:pt x="1752" y="4938"/>
                      <a:pt x="1768" y="4522"/>
                    </a:cubicBezTo>
                    <a:cubicBezTo>
                      <a:pt x="1774" y="4510"/>
                      <a:pt x="1774" y="4494"/>
                      <a:pt x="1768" y="4482"/>
                    </a:cubicBezTo>
                    <a:cubicBezTo>
                      <a:pt x="1784" y="3925"/>
                      <a:pt x="1743" y="3362"/>
                      <a:pt x="1646" y="2811"/>
                    </a:cubicBezTo>
                    <a:cubicBezTo>
                      <a:pt x="1473" y="1777"/>
                      <a:pt x="1092" y="786"/>
                      <a:pt x="372" y="12"/>
                    </a:cubicBezTo>
                    <a:cubicBezTo>
                      <a:pt x="362" y="4"/>
                      <a:pt x="351" y="0"/>
                      <a:pt x="3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4" name="Google Shape;3594;p50"/>
              <p:cNvSpPr/>
              <p:nvPr/>
            </p:nvSpPr>
            <p:spPr>
              <a:xfrm>
                <a:off x="4038913" y="3731359"/>
                <a:ext cx="152291" cy="461303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3756" extrusionOk="0">
                    <a:moveTo>
                      <a:pt x="19" y="1"/>
                    </a:moveTo>
                    <a:cubicBezTo>
                      <a:pt x="17" y="1"/>
                      <a:pt x="16" y="1"/>
                      <a:pt x="16" y="3"/>
                    </a:cubicBezTo>
                    <a:cubicBezTo>
                      <a:pt x="7" y="3"/>
                      <a:pt x="0" y="12"/>
                      <a:pt x="0" y="19"/>
                    </a:cubicBezTo>
                    <a:cubicBezTo>
                      <a:pt x="211" y="396"/>
                      <a:pt x="397" y="786"/>
                      <a:pt x="551" y="1186"/>
                    </a:cubicBezTo>
                    <a:cubicBezTo>
                      <a:pt x="501" y="1135"/>
                      <a:pt x="453" y="1085"/>
                      <a:pt x="406" y="1035"/>
                    </a:cubicBezTo>
                    <a:cubicBezTo>
                      <a:pt x="290" y="899"/>
                      <a:pt x="192" y="755"/>
                      <a:pt x="92" y="613"/>
                    </a:cubicBezTo>
                    <a:cubicBezTo>
                      <a:pt x="89" y="610"/>
                      <a:pt x="87" y="609"/>
                      <a:pt x="85" y="609"/>
                    </a:cubicBezTo>
                    <a:cubicBezTo>
                      <a:pt x="82" y="609"/>
                      <a:pt x="82" y="614"/>
                      <a:pt x="82" y="616"/>
                    </a:cubicBezTo>
                    <a:cubicBezTo>
                      <a:pt x="208" y="868"/>
                      <a:pt x="406" y="1044"/>
                      <a:pt x="579" y="1255"/>
                    </a:cubicBezTo>
                    <a:cubicBezTo>
                      <a:pt x="721" y="1623"/>
                      <a:pt x="837" y="2000"/>
                      <a:pt x="938" y="2387"/>
                    </a:cubicBezTo>
                    <a:lnTo>
                      <a:pt x="922" y="2365"/>
                    </a:lnTo>
                    <a:cubicBezTo>
                      <a:pt x="919" y="2362"/>
                      <a:pt x="916" y="2360"/>
                      <a:pt x="913" y="2360"/>
                    </a:cubicBezTo>
                    <a:cubicBezTo>
                      <a:pt x="902" y="2360"/>
                      <a:pt x="893" y="2377"/>
                      <a:pt x="900" y="2387"/>
                    </a:cubicBezTo>
                    <a:lnTo>
                      <a:pt x="957" y="2450"/>
                    </a:lnTo>
                    <a:cubicBezTo>
                      <a:pt x="1032" y="2727"/>
                      <a:pt x="1086" y="3016"/>
                      <a:pt x="1136" y="3302"/>
                    </a:cubicBezTo>
                    <a:cubicBezTo>
                      <a:pt x="872" y="3048"/>
                      <a:pt x="623" y="2771"/>
                      <a:pt x="387" y="2485"/>
                    </a:cubicBezTo>
                    <a:cubicBezTo>
                      <a:pt x="385" y="2483"/>
                      <a:pt x="382" y="2482"/>
                      <a:pt x="381" y="2482"/>
                    </a:cubicBezTo>
                    <a:cubicBezTo>
                      <a:pt x="376" y="2482"/>
                      <a:pt x="375" y="2486"/>
                      <a:pt x="375" y="2491"/>
                    </a:cubicBezTo>
                    <a:cubicBezTo>
                      <a:pt x="573" y="2834"/>
                      <a:pt x="865" y="3120"/>
                      <a:pt x="1148" y="3387"/>
                    </a:cubicBezTo>
                    <a:cubicBezTo>
                      <a:pt x="1164" y="3504"/>
                      <a:pt x="1183" y="3620"/>
                      <a:pt x="1199" y="3740"/>
                    </a:cubicBezTo>
                    <a:cubicBezTo>
                      <a:pt x="1199" y="3751"/>
                      <a:pt x="1207" y="3756"/>
                      <a:pt x="1215" y="3756"/>
                    </a:cubicBezTo>
                    <a:cubicBezTo>
                      <a:pt x="1227" y="3756"/>
                      <a:pt x="1240" y="3747"/>
                      <a:pt x="1240" y="3733"/>
                    </a:cubicBezTo>
                    <a:cubicBezTo>
                      <a:pt x="1180" y="2425"/>
                      <a:pt x="708" y="1110"/>
                      <a:pt x="26" y="3"/>
                    </a:cubicBezTo>
                    <a:cubicBezTo>
                      <a:pt x="22" y="1"/>
                      <a:pt x="20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5" name="Google Shape;3595;p50"/>
              <p:cNvSpPr/>
              <p:nvPr/>
            </p:nvSpPr>
            <p:spPr>
              <a:xfrm>
                <a:off x="4056353" y="3898881"/>
                <a:ext cx="86216" cy="111273"/>
              </a:xfrm>
              <a:custGeom>
                <a:avLst/>
                <a:gdLst/>
                <a:ahLst/>
                <a:cxnLst/>
                <a:rect l="l" t="t" r="r" b="b"/>
                <a:pathLst>
                  <a:path w="702" h="906" extrusionOk="0">
                    <a:moveTo>
                      <a:pt x="12" y="0"/>
                    </a:moveTo>
                    <a:cubicBezTo>
                      <a:pt x="6" y="0"/>
                      <a:pt x="0" y="8"/>
                      <a:pt x="9" y="17"/>
                    </a:cubicBezTo>
                    <a:cubicBezTo>
                      <a:pt x="192" y="337"/>
                      <a:pt x="421" y="636"/>
                      <a:pt x="686" y="904"/>
                    </a:cubicBezTo>
                    <a:cubicBezTo>
                      <a:pt x="687" y="905"/>
                      <a:pt x="689" y="906"/>
                      <a:pt x="690" y="906"/>
                    </a:cubicBezTo>
                    <a:cubicBezTo>
                      <a:pt x="692" y="906"/>
                      <a:pt x="694" y="905"/>
                      <a:pt x="695" y="904"/>
                    </a:cubicBezTo>
                    <a:cubicBezTo>
                      <a:pt x="701" y="900"/>
                      <a:pt x="701" y="894"/>
                      <a:pt x="695" y="891"/>
                    </a:cubicBezTo>
                    <a:cubicBezTo>
                      <a:pt x="491" y="586"/>
                      <a:pt x="239" y="303"/>
                      <a:pt x="19" y="4"/>
                    </a:cubicBezTo>
                    <a:cubicBezTo>
                      <a:pt x="17" y="1"/>
                      <a:pt x="15" y="0"/>
                      <a:pt x="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6" name="Google Shape;3596;p50"/>
              <p:cNvSpPr/>
              <p:nvPr/>
            </p:nvSpPr>
            <p:spPr>
              <a:xfrm>
                <a:off x="3959943" y="4043435"/>
                <a:ext cx="190363" cy="233722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903" extrusionOk="0">
                    <a:moveTo>
                      <a:pt x="12" y="0"/>
                    </a:moveTo>
                    <a:cubicBezTo>
                      <a:pt x="5" y="0"/>
                      <a:pt x="1" y="12"/>
                      <a:pt x="8" y="19"/>
                    </a:cubicBezTo>
                    <a:cubicBezTo>
                      <a:pt x="128" y="123"/>
                      <a:pt x="238" y="230"/>
                      <a:pt x="345" y="340"/>
                    </a:cubicBezTo>
                    <a:cubicBezTo>
                      <a:pt x="279" y="296"/>
                      <a:pt x="206" y="261"/>
                      <a:pt x="134" y="233"/>
                    </a:cubicBezTo>
                    <a:cubicBezTo>
                      <a:pt x="128" y="233"/>
                      <a:pt x="121" y="246"/>
                      <a:pt x="128" y="249"/>
                    </a:cubicBezTo>
                    <a:cubicBezTo>
                      <a:pt x="219" y="299"/>
                      <a:pt x="313" y="346"/>
                      <a:pt x="404" y="400"/>
                    </a:cubicBezTo>
                    <a:cubicBezTo>
                      <a:pt x="596" y="598"/>
                      <a:pt x="779" y="809"/>
                      <a:pt x="942" y="1029"/>
                    </a:cubicBezTo>
                    <a:cubicBezTo>
                      <a:pt x="678" y="903"/>
                      <a:pt x="426" y="768"/>
                      <a:pt x="181" y="620"/>
                    </a:cubicBezTo>
                    <a:cubicBezTo>
                      <a:pt x="175" y="620"/>
                      <a:pt x="169" y="620"/>
                      <a:pt x="169" y="623"/>
                    </a:cubicBezTo>
                    <a:cubicBezTo>
                      <a:pt x="169" y="626"/>
                      <a:pt x="169" y="632"/>
                      <a:pt x="172" y="636"/>
                    </a:cubicBezTo>
                    <a:cubicBezTo>
                      <a:pt x="423" y="827"/>
                      <a:pt x="700" y="985"/>
                      <a:pt x="993" y="1095"/>
                    </a:cubicBezTo>
                    <a:cubicBezTo>
                      <a:pt x="1103" y="1243"/>
                      <a:pt x="1206" y="1397"/>
                      <a:pt x="1307" y="1557"/>
                    </a:cubicBezTo>
                    <a:cubicBezTo>
                      <a:pt x="1194" y="1513"/>
                      <a:pt x="1071" y="1475"/>
                      <a:pt x="961" y="1422"/>
                    </a:cubicBezTo>
                    <a:cubicBezTo>
                      <a:pt x="835" y="1356"/>
                      <a:pt x="722" y="1271"/>
                      <a:pt x="615" y="1177"/>
                    </a:cubicBezTo>
                    <a:cubicBezTo>
                      <a:pt x="614" y="1176"/>
                      <a:pt x="613" y="1176"/>
                      <a:pt x="613" y="1176"/>
                    </a:cubicBezTo>
                    <a:cubicBezTo>
                      <a:pt x="608" y="1176"/>
                      <a:pt x="606" y="1183"/>
                      <a:pt x="609" y="1186"/>
                    </a:cubicBezTo>
                    <a:cubicBezTo>
                      <a:pt x="813" y="1365"/>
                      <a:pt x="1078" y="1557"/>
                      <a:pt x="1345" y="1611"/>
                    </a:cubicBezTo>
                    <a:cubicBezTo>
                      <a:pt x="1398" y="1699"/>
                      <a:pt x="1458" y="1793"/>
                      <a:pt x="1512" y="1894"/>
                    </a:cubicBezTo>
                    <a:cubicBezTo>
                      <a:pt x="1516" y="1900"/>
                      <a:pt x="1521" y="1902"/>
                      <a:pt x="1527" y="1902"/>
                    </a:cubicBezTo>
                    <a:cubicBezTo>
                      <a:pt x="1538" y="1902"/>
                      <a:pt x="1549" y="1891"/>
                      <a:pt x="1543" y="1878"/>
                    </a:cubicBezTo>
                    <a:cubicBezTo>
                      <a:pt x="1203" y="1136"/>
                      <a:pt x="675" y="491"/>
                      <a:pt x="18" y="3"/>
                    </a:cubicBezTo>
                    <a:cubicBezTo>
                      <a:pt x="16" y="1"/>
                      <a:pt x="13" y="0"/>
                      <a:pt x="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7" name="Google Shape;3597;p50"/>
              <p:cNvSpPr/>
              <p:nvPr/>
            </p:nvSpPr>
            <p:spPr>
              <a:xfrm>
                <a:off x="3963259" y="4106563"/>
                <a:ext cx="7369" cy="5404"/>
              </a:xfrm>
              <a:custGeom>
                <a:avLst/>
                <a:gdLst/>
                <a:ahLst/>
                <a:cxnLst/>
                <a:rect l="l" t="t" r="r" b="b"/>
                <a:pathLst>
                  <a:path w="60" h="44" extrusionOk="0">
                    <a:moveTo>
                      <a:pt x="3" y="1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0" y="8"/>
                      <a:pt x="0" y="11"/>
                      <a:pt x="3" y="15"/>
                    </a:cubicBezTo>
                    <a:cubicBezTo>
                      <a:pt x="19" y="27"/>
                      <a:pt x="35" y="33"/>
                      <a:pt x="50" y="4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5" y="43"/>
                      <a:pt x="59" y="33"/>
                      <a:pt x="53" y="33"/>
                    </a:cubicBezTo>
                    <a:cubicBezTo>
                      <a:pt x="38" y="21"/>
                      <a:pt x="22" y="11"/>
                      <a:pt x="6" y="2"/>
                    </a:cubicBezTo>
                    <a:cubicBezTo>
                      <a:pt x="5" y="1"/>
                      <a:pt x="4" y="1"/>
                      <a:pt x="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598" name="Google Shape;3598;p50"/>
            <p:cNvSpPr/>
            <p:nvPr/>
          </p:nvSpPr>
          <p:spPr>
            <a:xfrm>
              <a:off x="4028474" y="4359810"/>
              <a:ext cx="406149" cy="452091"/>
            </a:xfrm>
            <a:custGeom>
              <a:avLst/>
              <a:gdLst/>
              <a:ahLst/>
              <a:cxnLst/>
              <a:rect l="l" t="t" r="r" b="b"/>
              <a:pathLst>
                <a:path w="3307" h="3681" extrusionOk="0">
                  <a:moveTo>
                    <a:pt x="321" y="0"/>
                  </a:moveTo>
                  <a:lnTo>
                    <a:pt x="268" y="667"/>
                  </a:lnTo>
                  <a:lnTo>
                    <a:pt x="1" y="3680"/>
                  </a:lnTo>
                  <a:lnTo>
                    <a:pt x="3306" y="3680"/>
                  </a:lnTo>
                  <a:lnTo>
                    <a:pt x="3039" y="667"/>
                  </a:lnTo>
                  <a:lnTo>
                    <a:pt x="29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9" name="Google Shape;3599;p50"/>
            <p:cNvSpPr/>
            <p:nvPr/>
          </p:nvSpPr>
          <p:spPr>
            <a:xfrm>
              <a:off x="4070231" y="4359810"/>
              <a:ext cx="322267" cy="77375"/>
            </a:xfrm>
            <a:custGeom>
              <a:avLst/>
              <a:gdLst/>
              <a:ahLst/>
              <a:cxnLst/>
              <a:rect l="l" t="t" r="r" b="b"/>
              <a:pathLst>
                <a:path w="2624" h="630" extrusionOk="0">
                  <a:moveTo>
                    <a:pt x="57" y="0"/>
                  </a:moveTo>
                  <a:lnTo>
                    <a:pt x="0" y="629"/>
                  </a:lnTo>
                  <a:lnTo>
                    <a:pt x="2623" y="629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0" name="Google Shape;3600;p50"/>
            <p:cNvSpPr/>
            <p:nvPr/>
          </p:nvSpPr>
          <p:spPr>
            <a:xfrm>
              <a:off x="4052423" y="4304911"/>
              <a:ext cx="363655" cy="77375"/>
            </a:xfrm>
            <a:custGeom>
              <a:avLst/>
              <a:gdLst/>
              <a:ahLst/>
              <a:cxnLst/>
              <a:rect l="l" t="t" r="r" b="b"/>
              <a:pathLst>
                <a:path w="2961" h="630" extrusionOk="0">
                  <a:moveTo>
                    <a:pt x="1" y="1"/>
                  </a:moveTo>
                  <a:lnTo>
                    <a:pt x="1" y="630"/>
                  </a:lnTo>
                  <a:lnTo>
                    <a:pt x="2960" y="630"/>
                  </a:lnTo>
                  <a:lnTo>
                    <a:pt x="29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01" name="Google Shape;3601;p50"/>
          <p:cNvGrpSpPr/>
          <p:nvPr/>
        </p:nvGrpSpPr>
        <p:grpSpPr>
          <a:xfrm>
            <a:off x="4037900" y="4756477"/>
            <a:ext cx="1068212" cy="23926"/>
            <a:chOff x="-2278825" y="1262800"/>
            <a:chExt cx="1068212" cy="45049"/>
          </a:xfrm>
        </p:grpSpPr>
        <p:sp>
          <p:nvSpPr>
            <p:cNvPr id="3602" name="Google Shape;3602;p50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3" name="Google Shape;3603;p50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4" name="Google Shape;3604;p50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9"/>
          <p:cNvSpPr txBox="1"/>
          <p:nvPr>
            <p:ph type="title"/>
          </p:nvPr>
        </p:nvSpPr>
        <p:spPr>
          <a:xfrm>
            <a:off x="720090" y="555625"/>
            <a:ext cx="3736975" cy="4044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+mn-lt"/>
                <a:cs typeface="+mn-lt"/>
              </a:rPr>
              <a:t>Actores y Roles del proyecto</a:t>
            </a:r>
            <a:endParaRPr lang="en-GB" sz="2000">
              <a:latin typeface="+mn-lt"/>
              <a:cs typeface="+mn-lt"/>
            </a:endParaRPr>
          </a:p>
        </p:txBody>
      </p:sp>
      <p:sp>
        <p:nvSpPr>
          <p:cNvPr id="1180" name="Google Shape;1180;p29"/>
          <p:cNvSpPr/>
          <p:nvPr/>
        </p:nvSpPr>
        <p:spPr>
          <a:xfrm>
            <a:off x="-127100" y="3988900"/>
            <a:ext cx="489300" cy="5020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2" name="Table 1"/>
          <p:cNvGraphicFramePr/>
          <p:nvPr/>
        </p:nvGraphicFramePr>
        <p:xfrm>
          <a:off x="361950" y="1059815"/>
          <a:ext cx="4013835" cy="3361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6160"/>
                <a:gridCol w="667385"/>
                <a:gridCol w="1033780"/>
                <a:gridCol w="1286510"/>
              </a:tblGrid>
              <a:tr h="248285">
                <a:tc gridSpan="4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147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Número De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01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Nombre Del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Líder del Proyecto.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47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Objetivos del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Coordinar el equipo.Definir los requisitos.Supervisar las actividades.Mantenerse al tanto de todo.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15887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Responsabilidades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Elaborar el Plan Integral del Proyecto de desarrollo de la aplicación empresarial que le sea asignada, responsable de detectar las necesidades de los usuarios y gestionar los recursos económicos, materiales y humanos, para obtener los resultados esperados en los plazos previstos y con la calidad necesaria.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972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Funciones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Desarrollar planes para el proyecto.Gestionar reuniones.Asignar tareas.Seguimiento de procesos.Evaluación y documentación del proyecto.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147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Nivel de autoridad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Alta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Reporta a: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 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208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Supervisa a: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Los demás roles.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/>
        </p:nvGraphicFramePr>
        <p:xfrm>
          <a:off x="4427855" y="1069975"/>
          <a:ext cx="4298950" cy="3350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8210"/>
                <a:gridCol w="382905"/>
                <a:gridCol w="1247775"/>
                <a:gridCol w="1750060"/>
              </a:tblGrid>
              <a:tr h="272415">
                <a:tc gridSpan="4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Número De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02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Nombre Del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Técnico del proyecto.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Objetivos del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Coordinación y planificación de las tareas.Seguimiento del progreso del proyecto.Evaluación del proyecto.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Responsabilidades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Proporcionar un soporte técnico en la implementación del proyecto, asegurando que se sigan las especificaciones así como también recopilar y analizar los datos relevantes para el avance del proyecto.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Funciones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Coordinar actividades.Gestionar recursos.Resolución de problemas.ComunicaciónSoporte.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Nivel de autoridad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Alta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Reporta a: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Líder del proyecto.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Supervisa a: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Programador.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9"/>
          <p:cNvSpPr txBox="1"/>
          <p:nvPr>
            <p:ph type="title"/>
          </p:nvPr>
        </p:nvSpPr>
        <p:spPr>
          <a:xfrm>
            <a:off x="720090" y="555625"/>
            <a:ext cx="3736975" cy="4044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+mn-lt"/>
                <a:cs typeface="+mn-lt"/>
              </a:rPr>
              <a:t>Actores y Roles del proyecto</a:t>
            </a:r>
            <a:endParaRPr lang="en-GB" sz="2000">
              <a:latin typeface="+mn-lt"/>
              <a:cs typeface="+mn-lt"/>
            </a:endParaRPr>
          </a:p>
        </p:txBody>
      </p:sp>
      <p:sp>
        <p:nvSpPr>
          <p:cNvPr id="1180" name="Google Shape;1180;p29"/>
          <p:cNvSpPr/>
          <p:nvPr/>
        </p:nvSpPr>
        <p:spPr>
          <a:xfrm>
            <a:off x="-127100" y="3988900"/>
            <a:ext cx="489300" cy="5020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1" name="Table 0"/>
          <p:cNvGraphicFramePr/>
          <p:nvPr/>
        </p:nvGraphicFramePr>
        <p:xfrm>
          <a:off x="504825" y="1059815"/>
          <a:ext cx="4068445" cy="3323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690"/>
                <a:gridCol w="986790"/>
                <a:gridCol w="1180465"/>
                <a:gridCol w="952500"/>
              </a:tblGrid>
              <a:tr h="367030">
                <a:tc gridSpan="4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971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Número De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03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Nombre Del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Programador.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3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Objetivos del rol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Cumplimento de tareas.Gestión eficiente de recursos.Comunicación clara.Documentación adecuada.Desarrollo del equipo.Evaluación continua.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70421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Responsabilidades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Implementar y supervisar los aspectos técnicos de proyecto, asegurando que las soluciones tecnológicas se desarrollen de acuerdo con los requisitos establecidos y cumplan con los estándares de calidad.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Funciones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Desarrollo del software.Análisis de requisitos.Diseño de soluciones.Colaboración en equipo.Optimización del código.Investigación y aprendizaje.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Nivel de autoridad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Alta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Reporta a: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Líder y técnico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Aptos" charset="0"/>
                        </a:rPr>
                        <a:t>Supervisa a:</a:t>
                      </a:r>
                      <a:endParaRPr lang="en-US" sz="1000" b="1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Aptos" charset="0"/>
                        </a:rPr>
                        <a:t>Técnico.</a:t>
                      </a:r>
                      <a:endParaRPr lang="en-US" sz="1000">
                        <a:latin typeface="Arial" panose="020B0604020202020204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/>
          <p:nvPr/>
        </p:nvGraphicFramePr>
        <p:xfrm>
          <a:off x="4643755" y="1059815"/>
          <a:ext cx="3995420" cy="3322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4255"/>
                <a:gridCol w="287655"/>
                <a:gridCol w="938530"/>
                <a:gridCol w="1744980"/>
              </a:tblGrid>
              <a:tr h="314960">
                <a:tc gridSpan="4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ROL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6E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67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Número De Rol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0</a:t>
                      </a:r>
                      <a:r>
                        <a:rPr lang="es-AR" altLang="en-US" sz="1000" b="1">
                          <a:latin typeface="Arial" panose="020B0604020202020204" pitchFamily="34" charset="0"/>
                          <a:cs typeface="Calibri" charset="0"/>
                        </a:rPr>
                        <a:t>4</a:t>
                      </a:r>
                      <a:endParaRPr lang="es-AR" altLang="en-US" sz="1000" b="1">
                        <a:latin typeface="Arial" panose="020B06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Nombre Del Rol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Calibri" charset="0"/>
                        </a:rPr>
                        <a:t>Disenador de entonos graficos</a:t>
                      </a:r>
                      <a:endParaRPr 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14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Objetivos del rol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SimSun" charset="0"/>
                        </a:rPr>
                        <a:t>Diseño Centrado en la Usabilidad (UX)Estética y Coherencia Visual (UI)Diseño </a:t>
                      </a:r>
                      <a:r>
                        <a:rPr lang="en-US" sz="1000" i="1">
                          <a:latin typeface="Arial" panose="020B0604020202020204" pitchFamily="34" charset="0"/>
                          <a:cs typeface="SimSun" charset="0"/>
                        </a:rPr>
                        <a:t>Responsive</a:t>
                      </a:r>
                      <a:endParaRPr lang="en-US" sz="1000">
                        <a:latin typeface="Arial" panose="020B0604020202020204" pitchFamily="34" charset="0"/>
                        <a:ea typeface="SimSun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10553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Responsabilidades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Calibri" charset="0"/>
                        </a:rPr>
                        <a:t>El Diseñador de Entornos Gráficos es responsable de crear el prototipo (maqueta) de la interfaz del sistema, definiendo la disposición de los elementos y la navegación entre las pantallas de registro, consulta y reportes. Debe garantizar la usabilidad (UX) y la estética (UI) para asegurar una experiencia de usuario agradable</a:t>
                      </a:r>
                      <a:endParaRPr lang="en-US" sz="1000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Funciones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SimSun" charset="0"/>
                        </a:rPr>
                        <a:t>Prototipado de InterfacesDefinición de Guías VisualesDiseño de Experiencia de Usuario (UX)</a:t>
                      </a:r>
                      <a:endParaRPr lang="en-US" sz="1000">
                        <a:latin typeface="Arial" panose="020B0604020202020204" pitchFamily="34" charset="0"/>
                        <a:ea typeface="SimSun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670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Nivel de autoridad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Calibri" charset="0"/>
                        </a:rPr>
                        <a:t>Alta</a:t>
                      </a:r>
                      <a:endParaRPr lang="en-US" sz="1000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Reporta a: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Calibri" charset="0"/>
                        </a:rPr>
                        <a:t>Líder del proyecto.</a:t>
                      </a:r>
                      <a:endParaRPr lang="en-US" sz="1000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161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Calibri" charset="0"/>
                        </a:rPr>
                        <a:t>Supervisa a:</a:t>
                      </a:r>
                      <a:endParaRPr lang="en-US" sz="1000" b="1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Calibri" charset="0"/>
                        </a:rPr>
                        <a:t>Programador.</a:t>
                      </a:r>
                      <a:endParaRPr lang="en-US" sz="1000">
                        <a:latin typeface="Arial" panose="020B0604020202020204" pitchFamily="34" charset="0"/>
                        <a:ea typeface="Calibri" charset="0"/>
                      </a:endParaRPr>
                    </a:p>
                  </a:txBody>
                  <a:tcPr marL="44450" marR="4445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9"/>
          <p:cNvSpPr txBox="1"/>
          <p:nvPr>
            <p:ph type="title"/>
          </p:nvPr>
        </p:nvSpPr>
        <p:spPr>
          <a:xfrm>
            <a:off x="720090" y="555625"/>
            <a:ext cx="3736975" cy="4044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+mn-lt"/>
                <a:cs typeface="+mn-lt"/>
              </a:rPr>
              <a:t>Planificación</a:t>
            </a:r>
            <a:endParaRPr lang="en-GB" sz="2000">
              <a:latin typeface="+mn-lt"/>
              <a:cs typeface="+mn-lt"/>
            </a:endParaRPr>
          </a:p>
        </p:txBody>
      </p:sp>
      <p:sp>
        <p:nvSpPr>
          <p:cNvPr id="1180" name="Google Shape;1180;p29"/>
          <p:cNvSpPr/>
          <p:nvPr/>
        </p:nvSpPr>
        <p:spPr>
          <a:xfrm>
            <a:off x="-127100" y="3988900"/>
            <a:ext cx="489300" cy="5020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2" name="Table 1"/>
          <p:cNvGraphicFramePr/>
          <p:nvPr/>
        </p:nvGraphicFramePr>
        <p:xfrm>
          <a:off x="755650" y="1131570"/>
          <a:ext cx="5791835" cy="2534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3180"/>
                <a:gridCol w="4478655"/>
              </a:tblGrid>
              <a:tr h="27559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Equipo XP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 Rol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</a:tr>
              <a:tr h="49593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Cliente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Define, prioriza los requisitos (Historias de Usuario) y realiza las Pruebas de Aceptación.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93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Programadores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Escriben el código, trabajan en parejas, usan TDD y mantienen la calidad mediante la Refactorización.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95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Testers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Asisten al Cliente creando y ejecutando las Pruebas de Aceptación.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93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encargado del seguimiento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Mide y reporta el progreso del proyecto, comparando la velocidad real del equipo con el plan.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93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El Coach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Guía al equipo en la correcta aplicación de todas las prácticas y valores de la metodología XP.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9"/>
          <p:cNvSpPr txBox="1"/>
          <p:nvPr>
            <p:ph type="title"/>
          </p:nvPr>
        </p:nvSpPr>
        <p:spPr>
          <a:xfrm>
            <a:off x="720090" y="555625"/>
            <a:ext cx="3736975" cy="4044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+mn-lt"/>
                <a:cs typeface="+mn-lt"/>
              </a:rPr>
              <a:t>Historias de Usuario</a:t>
            </a:r>
            <a:endParaRPr lang="en-GB" sz="2000">
              <a:latin typeface="+mn-lt"/>
              <a:cs typeface="+mn-lt"/>
            </a:endParaRPr>
          </a:p>
        </p:txBody>
      </p:sp>
      <p:sp>
        <p:nvSpPr>
          <p:cNvPr id="1180" name="Google Shape;1180;p29"/>
          <p:cNvSpPr/>
          <p:nvPr/>
        </p:nvSpPr>
        <p:spPr>
          <a:xfrm>
            <a:off x="-127100" y="3988900"/>
            <a:ext cx="489300" cy="5020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1" name="Table 0"/>
          <p:cNvGraphicFramePr/>
          <p:nvPr/>
        </p:nvGraphicFramePr>
        <p:xfrm>
          <a:off x="611505" y="1026160"/>
          <a:ext cx="7644765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3220"/>
                <a:gridCol w="2853055"/>
                <a:gridCol w="3343275"/>
                <a:gridCol w="1085215"/>
              </a:tblGrid>
              <a:tr h="19050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N°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 Historia de Usuario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 Criterios de Aceptación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 Estado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</a:tr>
              <a:tr h="48641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1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Como nuevo usuario quiero registrarme e iniciar sesión para acceder al sistema de gestión de proyectos.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• Guardar las credenciales de forma segura.• Redirigir al usuario al listado de proyectos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2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Como usuario quiero gestionar mis proyectos (crear, renombrar) para organizar mi cartera de trabajo.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• Crear un proyecto con un tablero inicial.• Permitir la edición del nombre del proyecto.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3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Como usuario quiero gestionar Listas (crear y renombrar) en mi tablero para definir las etapas de mi flujo de trabajo.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• Permitir la adición de nuevas columnas (Listas).• Permitir la modificación del nombre de cualquier Lista existente.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4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Como usuario quiero crear una nueva Tarea (Tarjeta) en cualquier Lista para registrar una actividad pendiente.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• La tarea debe aparecer inmediatamente en la lista seleccionada.• El formulario debe capturar al menos el título de la tarea.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5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Como colaborador quiero ver y editar el detalle de una Tarea para añadir descripción, asignar miembros y establecer fechas límite.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• El sistema debe guardar y mostrar la descripción ingresada.• Guardar la fecha límite y hacerla visible en la tarjeta.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6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Como colaborador quiero mover una Tarea (arrastrar y soltar) entre Listas para cambiar visualmente su estado y progreso.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• La nueva Lista de la Tarea debe actualizarse persistentemente en la base de datos.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7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Como usuario quiero cerrar sesión para asegurar mi cuenta.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• Finalizar la sesión activa y redirigir a la pantalla de inicio de sesión o registro.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9"/>
          <p:cNvSpPr txBox="1"/>
          <p:nvPr>
            <p:ph type="title"/>
          </p:nvPr>
        </p:nvSpPr>
        <p:spPr>
          <a:xfrm>
            <a:off x="720090" y="555625"/>
            <a:ext cx="7809230" cy="7061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+mn-lt"/>
                <a:cs typeface="+mn-lt"/>
              </a:rPr>
              <a:t>Diseño</a:t>
            </a:r>
            <a:r>
              <a:rPr lang="es-AR" altLang="en-GB" sz="2000">
                <a:latin typeface="+mn-lt"/>
                <a:cs typeface="+mn-lt"/>
              </a:rPr>
              <a:t> </a:t>
            </a:r>
            <a:br>
              <a:rPr lang="es-AR" altLang="en-GB" sz="2000">
                <a:latin typeface="+mn-lt"/>
                <a:cs typeface="+mn-lt"/>
              </a:rPr>
            </a:br>
            <a:r>
              <a:rPr lang="en-GB" sz="1000">
                <a:latin typeface="+mn-lt"/>
                <a:cs typeface="+mn-lt"/>
              </a:rPr>
              <a:t>Diseño simple de tarjetas CRC y prototipos.</a:t>
            </a:r>
            <a:endParaRPr lang="en-GB" sz="1000">
              <a:latin typeface="+mn-lt"/>
              <a:cs typeface="+mn-lt"/>
            </a:endParaRPr>
          </a:p>
        </p:txBody>
      </p:sp>
      <p:sp>
        <p:nvSpPr>
          <p:cNvPr id="1180" name="Google Shape;1180;p29"/>
          <p:cNvSpPr/>
          <p:nvPr/>
        </p:nvSpPr>
        <p:spPr>
          <a:xfrm>
            <a:off x="-127100" y="3988900"/>
            <a:ext cx="489300" cy="5020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2" name="Table 1"/>
          <p:cNvGraphicFramePr/>
          <p:nvPr/>
        </p:nvGraphicFramePr>
        <p:xfrm>
          <a:off x="611188" y="1203325"/>
          <a:ext cx="6243955" cy="325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225"/>
                <a:gridCol w="2595563"/>
                <a:gridCol w="2609850"/>
              </a:tblGrid>
              <a:tr h="2159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Roboto" charset="0"/>
                        </a:rPr>
                        <a:t>Clase </a:t>
                      </a:r>
                      <a:endParaRPr lang="en-US" sz="1000" b="1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Roboto" charset="0"/>
                        </a:rPr>
                        <a:t>Responsabilidad</a:t>
                      </a:r>
                      <a:endParaRPr lang="en-US" sz="1000" b="1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b="1">
                          <a:latin typeface="Arial" panose="020B0604020202020204" pitchFamily="34" charset="0"/>
                          <a:cs typeface="Roboto" charset="0"/>
                        </a:rPr>
                        <a:t>Colaboración</a:t>
                      </a:r>
                      <a:endParaRPr lang="en-US" sz="1000" b="1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</a:tr>
              <a:tr h="1905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Usuario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Gestionar la autenticación (registro, inicio y cierre de sesión).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Colabora con Sistema para autenticar y acceder a Proyecto.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Proyecto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Contener y organizar todas las Listas y Tareas.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Colabora con Usuario para la creación y archivo. Colabora con Lista para agregar/eliminar.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Lista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Contener un conjunto de Tareas y representar una etapa del flujo de trabajo (columna).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Colabora con Proyecto para ser creada y renombrada. Colabora con Tarea para agregarlas y permitir su movimiento.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Tarea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Almacenar y gestionar los detalles de una actividad: título, descripción, miembros asignados, y fecha límite.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Colabora con Lista para ser movida (cambio de estado). Colabora con Usuario para la asignación de miembros.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77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Sistema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Orquestar la lógica general de la aplicación, gestionar la persistencia de datos (base de datos) y manejar los módulos de autenticación.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>
                          <a:latin typeface="Arial" panose="020B0604020202020204" pitchFamily="34" charset="0"/>
                          <a:cs typeface="Roboto" charset="0"/>
                        </a:rPr>
                        <a:t>Colabora con todas las clases (Usuario, Proyecto, Lista, Tarea) para guardar y recuperar información.</a:t>
                      </a:r>
                      <a:endParaRPr lang="en-US" sz="1000">
                        <a:latin typeface="Arial" panose="020B0604020202020204" pitchFamily="34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19050" marB="1905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32"/>
          <p:cNvSpPr txBox="1"/>
          <p:nvPr>
            <p:ph type="title"/>
          </p:nvPr>
        </p:nvSpPr>
        <p:spPr>
          <a:xfrm>
            <a:off x="2043430" y="1568450"/>
            <a:ext cx="5190490" cy="17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accent2"/>
                </a:solidFill>
              </a:rPr>
              <a:t>GRACIAS POR SU ATENCION</a:t>
            </a:r>
            <a:endParaRPr lang="es-AR">
              <a:solidFill>
                <a:schemeClr val="accent2"/>
              </a:solidFill>
            </a:endParaRPr>
          </a:p>
        </p:txBody>
      </p:sp>
      <p:grpSp>
        <p:nvGrpSpPr>
          <p:cNvPr id="1303" name="Google Shape;1303;p32"/>
          <p:cNvGrpSpPr/>
          <p:nvPr/>
        </p:nvGrpSpPr>
        <p:grpSpPr>
          <a:xfrm>
            <a:off x="423441" y="797783"/>
            <a:ext cx="1569571" cy="1074845"/>
            <a:chOff x="4354825" y="2560575"/>
            <a:chExt cx="284900" cy="195100"/>
          </a:xfrm>
        </p:grpSpPr>
        <p:sp>
          <p:nvSpPr>
            <p:cNvPr id="1304" name="Google Shape;1304;p32"/>
            <p:cNvSpPr/>
            <p:nvPr/>
          </p:nvSpPr>
          <p:spPr>
            <a:xfrm>
              <a:off x="4354825" y="2560575"/>
              <a:ext cx="284900" cy="195100"/>
            </a:xfrm>
            <a:custGeom>
              <a:avLst/>
              <a:gdLst/>
              <a:ahLst/>
              <a:cxnLst/>
              <a:rect l="l" t="t" r="r" b="b"/>
              <a:pathLst>
                <a:path w="11396" h="7804" extrusionOk="0">
                  <a:moveTo>
                    <a:pt x="11304" y="89"/>
                  </a:moveTo>
                  <a:lnTo>
                    <a:pt x="11304" y="7713"/>
                  </a:lnTo>
                  <a:lnTo>
                    <a:pt x="91" y="7713"/>
                  </a:lnTo>
                  <a:lnTo>
                    <a:pt x="91" y="89"/>
                  </a:lnTo>
                  <a:close/>
                  <a:moveTo>
                    <a:pt x="0" y="1"/>
                  </a:moveTo>
                  <a:lnTo>
                    <a:pt x="0" y="7804"/>
                  </a:lnTo>
                  <a:lnTo>
                    <a:pt x="11395" y="7804"/>
                  </a:lnTo>
                  <a:lnTo>
                    <a:pt x="11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5" name="Google Shape;1305;p32"/>
            <p:cNvSpPr/>
            <p:nvPr/>
          </p:nvSpPr>
          <p:spPr>
            <a:xfrm>
              <a:off x="4366850" y="2568525"/>
              <a:ext cx="11275" cy="11175"/>
            </a:xfrm>
            <a:custGeom>
              <a:avLst/>
              <a:gdLst/>
              <a:ahLst/>
              <a:cxnLst/>
              <a:rect l="l" t="t" r="r" b="b"/>
              <a:pathLst>
                <a:path w="451" h="447" extrusionOk="0">
                  <a:moveTo>
                    <a:pt x="224" y="0"/>
                  </a:moveTo>
                  <a:cubicBezTo>
                    <a:pt x="101" y="0"/>
                    <a:pt x="0" y="101"/>
                    <a:pt x="0" y="224"/>
                  </a:cubicBezTo>
                  <a:cubicBezTo>
                    <a:pt x="0" y="346"/>
                    <a:pt x="98" y="447"/>
                    <a:pt x="224" y="447"/>
                  </a:cubicBezTo>
                  <a:cubicBezTo>
                    <a:pt x="350" y="447"/>
                    <a:pt x="450" y="349"/>
                    <a:pt x="450" y="224"/>
                  </a:cubicBezTo>
                  <a:cubicBezTo>
                    <a:pt x="450" y="101"/>
                    <a:pt x="350" y="0"/>
                    <a:pt x="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6" name="Google Shape;1306;p32"/>
            <p:cNvSpPr/>
            <p:nvPr/>
          </p:nvSpPr>
          <p:spPr>
            <a:xfrm>
              <a:off x="4389800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30" y="0"/>
                  </a:moveTo>
                  <a:cubicBezTo>
                    <a:pt x="105" y="0"/>
                    <a:pt x="1" y="101"/>
                    <a:pt x="1" y="224"/>
                  </a:cubicBezTo>
                  <a:cubicBezTo>
                    <a:pt x="1" y="346"/>
                    <a:pt x="105" y="447"/>
                    <a:pt x="230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6" y="0"/>
                    <a:pt x="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7" name="Google Shape;1307;p32"/>
            <p:cNvSpPr/>
            <p:nvPr/>
          </p:nvSpPr>
          <p:spPr>
            <a:xfrm>
              <a:off x="4412925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27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6"/>
                    <a:pt x="101" y="447"/>
                    <a:pt x="227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3" y="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8" name="Google Shape;1308;p32"/>
            <p:cNvSpPr/>
            <p:nvPr/>
          </p:nvSpPr>
          <p:spPr>
            <a:xfrm>
              <a:off x="4357100" y="2585200"/>
              <a:ext cx="282625" cy="2300"/>
            </a:xfrm>
            <a:custGeom>
              <a:avLst/>
              <a:gdLst/>
              <a:ahLst/>
              <a:cxnLst/>
              <a:rect l="l" t="t" r="r" b="b"/>
              <a:pathLst>
                <a:path w="11305" h="92" extrusionOk="0">
                  <a:moveTo>
                    <a:pt x="0" y="0"/>
                  </a:moveTo>
                  <a:lnTo>
                    <a:pt x="0" y="91"/>
                  </a:lnTo>
                  <a:lnTo>
                    <a:pt x="11304" y="91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9" name="Google Shape;1309;p32"/>
          <p:cNvGrpSpPr/>
          <p:nvPr/>
        </p:nvGrpSpPr>
        <p:grpSpPr>
          <a:xfrm>
            <a:off x="795693" y="1495392"/>
            <a:ext cx="734262" cy="734260"/>
            <a:chOff x="5229219" y="135375"/>
            <a:chExt cx="330406" cy="330406"/>
          </a:xfrm>
        </p:grpSpPr>
        <p:sp>
          <p:nvSpPr>
            <p:cNvPr id="1310" name="Google Shape;1310;p32"/>
            <p:cNvSpPr/>
            <p:nvPr/>
          </p:nvSpPr>
          <p:spPr>
            <a:xfrm>
              <a:off x="5534850" y="445150"/>
              <a:ext cx="4098" cy="3960"/>
            </a:xfrm>
            <a:custGeom>
              <a:avLst/>
              <a:gdLst/>
              <a:ahLst/>
              <a:cxnLst/>
              <a:rect l="l" t="t" r="r" b="b"/>
              <a:pathLst>
                <a:path w="89" h="86" extrusionOk="0">
                  <a:moveTo>
                    <a:pt x="0" y="1"/>
                  </a:moveTo>
                  <a:lnTo>
                    <a:pt x="0" y="86"/>
                  </a:lnTo>
                  <a:lnTo>
                    <a:pt x="88" y="86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5257908" y="444874"/>
              <a:ext cx="268425" cy="4237"/>
            </a:xfrm>
            <a:custGeom>
              <a:avLst/>
              <a:gdLst/>
              <a:ahLst/>
              <a:cxnLst/>
              <a:rect l="l" t="t" r="r" b="b"/>
              <a:pathLst>
                <a:path w="5829" h="92" extrusionOk="0">
                  <a:moveTo>
                    <a:pt x="0" y="1"/>
                  </a:moveTo>
                  <a:lnTo>
                    <a:pt x="0" y="92"/>
                  </a:lnTo>
                  <a:lnTo>
                    <a:pt x="183" y="92"/>
                  </a:lnTo>
                  <a:lnTo>
                    <a:pt x="183" y="1"/>
                  </a:lnTo>
                  <a:close/>
                  <a:moveTo>
                    <a:pt x="359" y="1"/>
                  </a:moveTo>
                  <a:lnTo>
                    <a:pt x="359" y="92"/>
                  </a:lnTo>
                  <a:lnTo>
                    <a:pt x="541" y="92"/>
                  </a:lnTo>
                  <a:lnTo>
                    <a:pt x="541" y="1"/>
                  </a:lnTo>
                  <a:close/>
                  <a:moveTo>
                    <a:pt x="721" y="1"/>
                  </a:moveTo>
                  <a:lnTo>
                    <a:pt x="721" y="92"/>
                  </a:lnTo>
                  <a:lnTo>
                    <a:pt x="903" y="92"/>
                  </a:lnTo>
                  <a:lnTo>
                    <a:pt x="903" y="1"/>
                  </a:lnTo>
                  <a:close/>
                  <a:moveTo>
                    <a:pt x="1079" y="1"/>
                  </a:moveTo>
                  <a:lnTo>
                    <a:pt x="1079" y="92"/>
                  </a:lnTo>
                  <a:lnTo>
                    <a:pt x="1258" y="92"/>
                  </a:lnTo>
                  <a:lnTo>
                    <a:pt x="1258" y="1"/>
                  </a:lnTo>
                  <a:close/>
                  <a:moveTo>
                    <a:pt x="1438" y="1"/>
                  </a:moveTo>
                  <a:lnTo>
                    <a:pt x="1438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99" y="1"/>
                  </a:moveTo>
                  <a:lnTo>
                    <a:pt x="1799" y="92"/>
                  </a:lnTo>
                  <a:lnTo>
                    <a:pt x="1972" y="92"/>
                  </a:lnTo>
                  <a:lnTo>
                    <a:pt x="1972" y="1"/>
                  </a:lnTo>
                  <a:close/>
                  <a:moveTo>
                    <a:pt x="2155" y="1"/>
                  </a:moveTo>
                  <a:lnTo>
                    <a:pt x="2155" y="92"/>
                  </a:lnTo>
                  <a:lnTo>
                    <a:pt x="2328" y="92"/>
                  </a:lnTo>
                  <a:lnTo>
                    <a:pt x="2328" y="1"/>
                  </a:lnTo>
                  <a:close/>
                  <a:moveTo>
                    <a:pt x="2513" y="1"/>
                  </a:moveTo>
                  <a:lnTo>
                    <a:pt x="2513" y="92"/>
                  </a:lnTo>
                  <a:lnTo>
                    <a:pt x="2696" y="92"/>
                  </a:lnTo>
                  <a:lnTo>
                    <a:pt x="2696" y="1"/>
                  </a:lnTo>
                  <a:close/>
                  <a:moveTo>
                    <a:pt x="2872" y="1"/>
                  </a:moveTo>
                  <a:lnTo>
                    <a:pt x="2872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234" y="1"/>
                  </a:moveTo>
                  <a:lnTo>
                    <a:pt x="3234" y="92"/>
                  </a:lnTo>
                  <a:lnTo>
                    <a:pt x="3413" y="92"/>
                  </a:lnTo>
                  <a:lnTo>
                    <a:pt x="3413" y="1"/>
                  </a:lnTo>
                  <a:close/>
                  <a:moveTo>
                    <a:pt x="3501" y="1"/>
                  </a:moveTo>
                  <a:lnTo>
                    <a:pt x="3501" y="92"/>
                  </a:lnTo>
                  <a:lnTo>
                    <a:pt x="3680" y="92"/>
                  </a:lnTo>
                  <a:lnTo>
                    <a:pt x="3680" y="1"/>
                  </a:lnTo>
                  <a:close/>
                  <a:moveTo>
                    <a:pt x="3860" y="1"/>
                  </a:moveTo>
                  <a:lnTo>
                    <a:pt x="3860" y="92"/>
                  </a:lnTo>
                  <a:lnTo>
                    <a:pt x="4039" y="92"/>
                  </a:lnTo>
                  <a:lnTo>
                    <a:pt x="4039" y="1"/>
                  </a:lnTo>
                  <a:close/>
                  <a:moveTo>
                    <a:pt x="4221" y="1"/>
                  </a:moveTo>
                  <a:lnTo>
                    <a:pt x="4221" y="92"/>
                  </a:lnTo>
                  <a:lnTo>
                    <a:pt x="4401" y="92"/>
                  </a:lnTo>
                  <a:lnTo>
                    <a:pt x="4401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9" y="92"/>
                  </a:lnTo>
                  <a:lnTo>
                    <a:pt x="4759" y="1"/>
                  </a:lnTo>
                  <a:close/>
                  <a:moveTo>
                    <a:pt x="4935" y="1"/>
                  </a:moveTo>
                  <a:lnTo>
                    <a:pt x="4935" y="92"/>
                  </a:lnTo>
                  <a:lnTo>
                    <a:pt x="5118" y="92"/>
                  </a:lnTo>
                  <a:lnTo>
                    <a:pt x="5118" y="1"/>
                  </a:lnTo>
                  <a:close/>
                  <a:moveTo>
                    <a:pt x="5297" y="1"/>
                  </a:moveTo>
                  <a:lnTo>
                    <a:pt x="5297" y="92"/>
                  </a:lnTo>
                  <a:lnTo>
                    <a:pt x="5470" y="92"/>
                  </a:lnTo>
                  <a:lnTo>
                    <a:pt x="5470" y="1"/>
                  </a:lnTo>
                  <a:close/>
                  <a:moveTo>
                    <a:pt x="5655" y="1"/>
                  </a:moveTo>
                  <a:lnTo>
                    <a:pt x="5655" y="92"/>
                  </a:lnTo>
                  <a:lnTo>
                    <a:pt x="5828" y="92"/>
                  </a:lnTo>
                  <a:lnTo>
                    <a:pt x="58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2" name="Google Shape;1312;p32"/>
            <p:cNvSpPr/>
            <p:nvPr/>
          </p:nvSpPr>
          <p:spPr>
            <a:xfrm>
              <a:off x="5245613" y="445150"/>
              <a:ext cx="4237" cy="3960"/>
            </a:xfrm>
            <a:custGeom>
              <a:avLst/>
              <a:gdLst/>
              <a:ahLst/>
              <a:cxnLst/>
              <a:rect l="l" t="t" r="r" b="b"/>
              <a:pathLst>
                <a:path w="92" h="86" extrusionOk="0">
                  <a:moveTo>
                    <a:pt x="0" y="1"/>
                  </a:moveTo>
                  <a:lnTo>
                    <a:pt x="0" y="86"/>
                  </a:lnTo>
                  <a:lnTo>
                    <a:pt x="91" y="86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3" name="Google Shape;1313;p32"/>
            <p:cNvSpPr/>
            <p:nvPr/>
          </p:nvSpPr>
          <p:spPr>
            <a:xfrm>
              <a:off x="5245613" y="168254"/>
              <a:ext cx="4237" cy="264373"/>
            </a:xfrm>
            <a:custGeom>
              <a:avLst/>
              <a:gdLst/>
              <a:ahLst/>
              <a:cxnLst/>
              <a:rect l="l" t="t" r="r" b="b"/>
              <a:pathLst>
                <a:path w="92" h="5741" extrusionOk="0">
                  <a:moveTo>
                    <a:pt x="0" y="0"/>
                  </a:moveTo>
                  <a:lnTo>
                    <a:pt x="0" y="183"/>
                  </a:lnTo>
                  <a:lnTo>
                    <a:pt x="91" y="183"/>
                  </a:lnTo>
                  <a:lnTo>
                    <a:pt x="91" y="0"/>
                  </a:lnTo>
                  <a:close/>
                  <a:moveTo>
                    <a:pt x="0" y="359"/>
                  </a:moveTo>
                  <a:lnTo>
                    <a:pt x="0" y="541"/>
                  </a:lnTo>
                  <a:lnTo>
                    <a:pt x="91" y="541"/>
                  </a:lnTo>
                  <a:lnTo>
                    <a:pt x="91" y="359"/>
                  </a:lnTo>
                  <a:close/>
                  <a:moveTo>
                    <a:pt x="0" y="717"/>
                  </a:moveTo>
                  <a:lnTo>
                    <a:pt x="0" y="897"/>
                  </a:lnTo>
                  <a:lnTo>
                    <a:pt x="91" y="897"/>
                  </a:lnTo>
                  <a:lnTo>
                    <a:pt x="91" y="717"/>
                  </a:lnTo>
                  <a:close/>
                  <a:moveTo>
                    <a:pt x="0" y="1076"/>
                  </a:moveTo>
                  <a:lnTo>
                    <a:pt x="0" y="1255"/>
                  </a:lnTo>
                  <a:lnTo>
                    <a:pt x="91" y="1255"/>
                  </a:lnTo>
                  <a:lnTo>
                    <a:pt x="91" y="1076"/>
                  </a:lnTo>
                  <a:close/>
                  <a:moveTo>
                    <a:pt x="0" y="1438"/>
                  </a:moveTo>
                  <a:lnTo>
                    <a:pt x="0" y="1617"/>
                  </a:lnTo>
                  <a:lnTo>
                    <a:pt x="91" y="1617"/>
                  </a:lnTo>
                  <a:lnTo>
                    <a:pt x="91" y="1438"/>
                  </a:lnTo>
                  <a:close/>
                  <a:moveTo>
                    <a:pt x="0" y="1705"/>
                  </a:moveTo>
                  <a:lnTo>
                    <a:pt x="0" y="1884"/>
                  </a:lnTo>
                  <a:lnTo>
                    <a:pt x="91" y="1884"/>
                  </a:lnTo>
                  <a:lnTo>
                    <a:pt x="91" y="1705"/>
                  </a:lnTo>
                  <a:close/>
                  <a:moveTo>
                    <a:pt x="0" y="2060"/>
                  </a:moveTo>
                  <a:lnTo>
                    <a:pt x="0" y="2243"/>
                  </a:lnTo>
                  <a:lnTo>
                    <a:pt x="91" y="2243"/>
                  </a:lnTo>
                  <a:lnTo>
                    <a:pt x="91" y="2060"/>
                  </a:lnTo>
                  <a:close/>
                  <a:moveTo>
                    <a:pt x="0" y="2422"/>
                  </a:moveTo>
                  <a:lnTo>
                    <a:pt x="0" y="2605"/>
                  </a:lnTo>
                  <a:lnTo>
                    <a:pt x="91" y="2605"/>
                  </a:lnTo>
                  <a:lnTo>
                    <a:pt x="91" y="2422"/>
                  </a:lnTo>
                  <a:close/>
                  <a:moveTo>
                    <a:pt x="0" y="2781"/>
                  </a:moveTo>
                  <a:lnTo>
                    <a:pt x="0" y="2963"/>
                  </a:lnTo>
                  <a:lnTo>
                    <a:pt x="91" y="2963"/>
                  </a:lnTo>
                  <a:lnTo>
                    <a:pt x="91" y="2781"/>
                  </a:lnTo>
                  <a:close/>
                  <a:moveTo>
                    <a:pt x="0" y="3139"/>
                  </a:moveTo>
                  <a:lnTo>
                    <a:pt x="0" y="3319"/>
                  </a:lnTo>
                  <a:lnTo>
                    <a:pt x="91" y="3319"/>
                  </a:lnTo>
                  <a:lnTo>
                    <a:pt x="91" y="3139"/>
                  </a:lnTo>
                  <a:close/>
                  <a:moveTo>
                    <a:pt x="0" y="3498"/>
                  </a:moveTo>
                  <a:lnTo>
                    <a:pt x="0" y="3677"/>
                  </a:lnTo>
                  <a:lnTo>
                    <a:pt x="91" y="3677"/>
                  </a:lnTo>
                  <a:lnTo>
                    <a:pt x="91" y="3498"/>
                  </a:lnTo>
                  <a:close/>
                  <a:moveTo>
                    <a:pt x="0" y="3859"/>
                  </a:moveTo>
                  <a:lnTo>
                    <a:pt x="0" y="4039"/>
                  </a:lnTo>
                  <a:lnTo>
                    <a:pt x="91" y="4039"/>
                  </a:lnTo>
                  <a:lnTo>
                    <a:pt x="91" y="3859"/>
                  </a:lnTo>
                  <a:close/>
                  <a:moveTo>
                    <a:pt x="0" y="4215"/>
                  </a:moveTo>
                  <a:lnTo>
                    <a:pt x="0" y="4397"/>
                  </a:lnTo>
                  <a:lnTo>
                    <a:pt x="91" y="4397"/>
                  </a:lnTo>
                  <a:lnTo>
                    <a:pt x="91" y="4215"/>
                  </a:lnTo>
                  <a:close/>
                  <a:moveTo>
                    <a:pt x="0" y="4573"/>
                  </a:moveTo>
                  <a:lnTo>
                    <a:pt x="0" y="4756"/>
                  </a:lnTo>
                  <a:lnTo>
                    <a:pt x="91" y="4756"/>
                  </a:lnTo>
                  <a:lnTo>
                    <a:pt x="91" y="4573"/>
                  </a:lnTo>
                  <a:close/>
                  <a:moveTo>
                    <a:pt x="0" y="4932"/>
                  </a:moveTo>
                  <a:lnTo>
                    <a:pt x="0" y="5111"/>
                  </a:lnTo>
                  <a:lnTo>
                    <a:pt x="91" y="5111"/>
                  </a:lnTo>
                  <a:lnTo>
                    <a:pt x="91" y="4932"/>
                  </a:lnTo>
                  <a:close/>
                  <a:moveTo>
                    <a:pt x="0" y="5203"/>
                  </a:moveTo>
                  <a:lnTo>
                    <a:pt x="0" y="5385"/>
                  </a:lnTo>
                  <a:lnTo>
                    <a:pt x="91" y="5385"/>
                  </a:lnTo>
                  <a:lnTo>
                    <a:pt x="91" y="5203"/>
                  </a:lnTo>
                  <a:close/>
                  <a:moveTo>
                    <a:pt x="0" y="5561"/>
                  </a:moveTo>
                  <a:lnTo>
                    <a:pt x="0" y="5740"/>
                  </a:lnTo>
                  <a:lnTo>
                    <a:pt x="91" y="5740"/>
                  </a:lnTo>
                  <a:lnTo>
                    <a:pt x="91" y="55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4" name="Google Shape;1314;p32"/>
            <p:cNvSpPr/>
            <p:nvPr/>
          </p:nvSpPr>
          <p:spPr>
            <a:xfrm>
              <a:off x="5245613" y="155775"/>
              <a:ext cx="4237" cy="4283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0" y="1"/>
                  </a:moveTo>
                  <a:lnTo>
                    <a:pt x="0" y="92"/>
                  </a:lnTo>
                  <a:lnTo>
                    <a:pt x="91" y="92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5" name="Google Shape;1315;p32"/>
            <p:cNvSpPr/>
            <p:nvPr/>
          </p:nvSpPr>
          <p:spPr>
            <a:xfrm>
              <a:off x="5257908" y="155775"/>
              <a:ext cx="268425" cy="4283"/>
            </a:xfrm>
            <a:custGeom>
              <a:avLst/>
              <a:gdLst/>
              <a:ahLst/>
              <a:cxnLst/>
              <a:rect l="l" t="t" r="r" b="b"/>
              <a:pathLst>
                <a:path w="5829" h="93" extrusionOk="0">
                  <a:moveTo>
                    <a:pt x="0" y="1"/>
                  </a:moveTo>
                  <a:lnTo>
                    <a:pt x="0" y="92"/>
                  </a:lnTo>
                  <a:lnTo>
                    <a:pt x="183" y="92"/>
                  </a:lnTo>
                  <a:lnTo>
                    <a:pt x="183" y="1"/>
                  </a:lnTo>
                  <a:close/>
                  <a:moveTo>
                    <a:pt x="359" y="1"/>
                  </a:moveTo>
                  <a:lnTo>
                    <a:pt x="359" y="92"/>
                  </a:lnTo>
                  <a:lnTo>
                    <a:pt x="541" y="92"/>
                  </a:lnTo>
                  <a:lnTo>
                    <a:pt x="541" y="1"/>
                  </a:lnTo>
                  <a:close/>
                  <a:moveTo>
                    <a:pt x="721" y="1"/>
                  </a:moveTo>
                  <a:lnTo>
                    <a:pt x="721" y="92"/>
                  </a:lnTo>
                  <a:lnTo>
                    <a:pt x="903" y="92"/>
                  </a:lnTo>
                  <a:lnTo>
                    <a:pt x="903" y="1"/>
                  </a:lnTo>
                  <a:close/>
                  <a:moveTo>
                    <a:pt x="1079" y="1"/>
                  </a:moveTo>
                  <a:lnTo>
                    <a:pt x="1079" y="92"/>
                  </a:lnTo>
                  <a:lnTo>
                    <a:pt x="1258" y="92"/>
                  </a:lnTo>
                  <a:lnTo>
                    <a:pt x="1258" y="1"/>
                  </a:lnTo>
                  <a:close/>
                  <a:moveTo>
                    <a:pt x="1438" y="1"/>
                  </a:moveTo>
                  <a:lnTo>
                    <a:pt x="1438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99" y="1"/>
                  </a:moveTo>
                  <a:lnTo>
                    <a:pt x="1799" y="92"/>
                  </a:lnTo>
                  <a:lnTo>
                    <a:pt x="1972" y="92"/>
                  </a:lnTo>
                  <a:lnTo>
                    <a:pt x="1972" y="1"/>
                  </a:lnTo>
                  <a:close/>
                  <a:moveTo>
                    <a:pt x="2155" y="1"/>
                  </a:moveTo>
                  <a:lnTo>
                    <a:pt x="2155" y="92"/>
                  </a:lnTo>
                  <a:lnTo>
                    <a:pt x="2328" y="92"/>
                  </a:lnTo>
                  <a:lnTo>
                    <a:pt x="2328" y="1"/>
                  </a:lnTo>
                  <a:close/>
                  <a:moveTo>
                    <a:pt x="2513" y="1"/>
                  </a:moveTo>
                  <a:lnTo>
                    <a:pt x="2513" y="92"/>
                  </a:lnTo>
                  <a:lnTo>
                    <a:pt x="2696" y="92"/>
                  </a:lnTo>
                  <a:lnTo>
                    <a:pt x="2696" y="1"/>
                  </a:lnTo>
                  <a:close/>
                  <a:moveTo>
                    <a:pt x="2872" y="1"/>
                  </a:moveTo>
                  <a:lnTo>
                    <a:pt x="2872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234" y="1"/>
                  </a:moveTo>
                  <a:lnTo>
                    <a:pt x="3234" y="92"/>
                  </a:lnTo>
                  <a:lnTo>
                    <a:pt x="3413" y="92"/>
                  </a:lnTo>
                  <a:lnTo>
                    <a:pt x="3413" y="1"/>
                  </a:lnTo>
                  <a:close/>
                  <a:moveTo>
                    <a:pt x="3501" y="1"/>
                  </a:moveTo>
                  <a:lnTo>
                    <a:pt x="3501" y="92"/>
                  </a:lnTo>
                  <a:lnTo>
                    <a:pt x="3680" y="92"/>
                  </a:lnTo>
                  <a:lnTo>
                    <a:pt x="3680" y="1"/>
                  </a:lnTo>
                  <a:close/>
                  <a:moveTo>
                    <a:pt x="3860" y="1"/>
                  </a:moveTo>
                  <a:lnTo>
                    <a:pt x="3860" y="92"/>
                  </a:lnTo>
                  <a:lnTo>
                    <a:pt x="4039" y="92"/>
                  </a:lnTo>
                  <a:lnTo>
                    <a:pt x="4039" y="1"/>
                  </a:lnTo>
                  <a:close/>
                  <a:moveTo>
                    <a:pt x="4221" y="1"/>
                  </a:moveTo>
                  <a:lnTo>
                    <a:pt x="4221" y="92"/>
                  </a:lnTo>
                  <a:lnTo>
                    <a:pt x="4401" y="92"/>
                  </a:lnTo>
                  <a:lnTo>
                    <a:pt x="4401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9" y="92"/>
                  </a:lnTo>
                  <a:lnTo>
                    <a:pt x="4759" y="1"/>
                  </a:lnTo>
                  <a:close/>
                  <a:moveTo>
                    <a:pt x="4935" y="1"/>
                  </a:moveTo>
                  <a:lnTo>
                    <a:pt x="4935" y="92"/>
                  </a:lnTo>
                  <a:lnTo>
                    <a:pt x="5118" y="92"/>
                  </a:lnTo>
                  <a:lnTo>
                    <a:pt x="5118" y="1"/>
                  </a:lnTo>
                  <a:close/>
                  <a:moveTo>
                    <a:pt x="5297" y="1"/>
                  </a:moveTo>
                  <a:lnTo>
                    <a:pt x="5297" y="92"/>
                  </a:lnTo>
                  <a:lnTo>
                    <a:pt x="5470" y="92"/>
                  </a:lnTo>
                  <a:lnTo>
                    <a:pt x="5470" y="1"/>
                  </a:lnTo>
                  <a:close/>
                  <a:moveTo>
                    <a:pt x="5655" y="1"/>
                  </a:moveTo>
                  <a:lnTo>
                    <a:pt x="5655" y="92"/>
                  </a:lnTo>
                  <a:lnTo>
                    <a:pt x="5828" y="92"/>
                  </a:lnTo>
                  <a:lnTo>
                    <a:pt x="58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6" name="Google Shape;1316;p32"/>
            <p:cNvSpPr/>
            <p:nvPr/>
          </p:nvSpPr>
          <p:spPr>
            <a:xfrm>
              <a:off x="5534850" y="155775"/>
              <a:ext cx="4098" cy="4283"/>
            </a:xfrm>
            <a:custGeom>
              <a:avLst/>
              <a:gdLst/>
              <a:ahLst/>
              <a:cxnLst/>
              <a:rect l="l" t="t" r="r" b="b"/>
              <a:pathLst>
                <a:path w="89" h="93" extrusionOk="0">
                  <a:moveTo>
                    <a:pt x="0" y="1"/>
                  </a:moveTo>
                  <a:lnTo>
                    <a:pt x="0" y="92"/>
                  </a:lnTo>
                  <a:lnTo>
                    <a:pt x="88" y="92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7" name="Google Shape;1317;p32"/>
            <p:cNvSpPr/>
            <p:nvPr/>
          </p:nvSpPr>
          <p:spPr>
            <a:xfrm>
              <a:off x="5534850" y="168254"/>
              <a:ext cx="4098" cy="264373"/>
            </a:xfrm>
            <a:custGeom>
              <a:avLst/>
              <a:gdLst/>
              <a:ahLst/>
              <a:cxnLst/>
              <a:rect l="l" t="t" r="r" b="b"/>
              <a:pathLst>
                <a:path w="89" h="5741" extrusionOk="0">
                  <a:moveTo>
                    <a:pt x="0" y="0"/>
                  </a:moveTo>
                  <a:lnTo>
                    <a:pt x="0" y="183"/>
                  </a:lnTo>
                  <a:lnTo>
                    <a:pt x="88" y="183"/>
                  </a:lnTo>
                  <a:lnTo>
                    <a:pt x="88" y="0"/>
                  </a:lnTo>
                  <a:close/>
                  <a:moveTo>
                    <a:pt x="0" y="359"/>
                  </a:moveTo>
                  <a:lnTo>
                    <a:pt x="0" y="541"/>
                  </a:lnTo>
                  <a:lnTo>
                    <a:pt x="88" y="541"/>
                  </a:lnTo>
                  <a:lnTo>
                    <a:pt x="88" y="359"/>
                  </a:lnTo>
                  <a:close/>
                  <a:moveTo>
                    <a:pt x="0" y="717"/>
                  </a:moveTo>
                  <a:lnTo>
                    <a:pt x="0" y="897"/>
                  </a:lnTo>
                  <a:lnTo>
                    <a:pt x="88" y="897"/>
                  </a:lnTo>
                  <a:lnTo>
                    <a:pt x="88" y="717"/>
                  </a:lnTo>
                  <a:close/>
                  <a:moveTo>
                    <a:pt x="0" y="1076"/>
                  </a:moveTo>
                  <a:lnTo>
                    <a:pt x="0" y="1255"/>
                  </a:lnTo>
                  <a:lnTo>
                    <a:pt x="88" y="1255"/>
                  </a:lnTo>
                  <a:lnTo>
                    <a:pt x="88" y="1076"/>
                  </a:lnTo>
                  <a:close/>
                  <a:moveTo>
                    <a:pt x="0" y="1438"/>
                  </a:moveTo>
                  <a:lnTo>
                    <a:pt x="0" y="1617"/>
                  </a:lnTo>
                  <a:lnTo>
                    <a:pt x="88" y="1617"/>
                  </a:lnTo>
                  <a:lnTo>
                    <a:pt x="88" y="1438"/>
                  </a:lnTo>
                  <a:close/>
                  <a:moveTo>
                    <a:pt x="0" y="1705"/>
                  </a:moveTo>
                  <a:lnTo>
                    <a:pt x="0" y="1884"/>
                  </a:lnTo>
                  <a:lnTo>
                    <a:pt x="88" y="1884"/>
                  </a:lnTo>
                  <a:lnTo>
                    <a:pt x="88" y="1705"/>
                  </a:lnTo>
                  <a:close/>
                  <a:moveTo>
                    <a:pt x="0" y="2060"/>
                  </a:moveTo>
                  <a:lnTo>
                    <a:pt x="0" y="2243"/>
                  </a:lnTo>
                  <a:lnTo>
                    <a:pt x="88" y="2243"/>
                  </a:lnTo>
                  <a:lnTo>
                    <a:pt x="88" y="2060"/>
                  </a:lnTo>
                  <a:close/>
                  <a:moveTo>
                    <a:pt x="0" y="2422"/>
                  </a:moveTo>
                  <a:lnTo>
                    <a:pt x="0" y="2605"/>
                  </a:lnTo>
                  <a:lnTo>
                    <a:pt x="88" y="2605"/>
                  </a:lnTo>
                  <a:lnTo>
                    <a:pt x="88" y="2422"/>
                  </a:lnTo>
                  <a:close/>
                  <a:moveTo>
                    <a:pt x="0" y="2781"/>
                  </a:moveTo>
                  <a:lnTo>
                    <a:pt x="0" y="2963"/>
                  </a:lnTo>
                  <a:lnTo>
                    <a:pt x="88" y="2963"/>
                  </a:lnTo>
                  <a:lnTo>
                    <a:pt x="88" y="2781"/>
                  </a:lnTo>
                  <a:close/>
                  <a:moveTo>
                    <a:pt x="0" y="3139"/>
                  </a:moveTo>
                  <a:lnTo>
                    <a:pt x="0" y="3319"/>
                  </a:lnTo>
                  <a:lnTo>
                    <a:pt x="88" y="3319"/>
                  </a:lnTo>
                  <a:lnTo>
                    <a:pt x="88" y="3139"/>
                  </a:lnTo>
                  <a:close/>
                  <a:moveTo>
                    <a:pt x="0" y="3498"/>
                  </a:moveTo>
                  <a:lnTo>
                    <a:pt x="0" y="3677"/>
                  </a:lnTo>
                  <a:lnTo>
                    <a:pt x="88" y="3677"/>
                  </a:lnTo>
                  <a:lnTo>
                    <a:pt x="88" y="3498"/>
                  </a:lnTo>
                  <a:close/>
                  <a:moveTo>
                    <a:pt x="0" y="3859"/>
                  </a:moveTo>
                  <a:lnTo>
                    <a:pt x="0" y="4039"/>
                  </a:lnTo>
                  <a:lnTo>
                    <a:pt x="88" y="4039"/>
                  </a:lnTo>
                  <a:lnTo>
                    <a:pt x="88" y="3859"/>
                  </a:lnTo>
                  <a:close/>
                  <a:moveTo>
                    <a:pt x="0" y="4215"/>
                  </a:moveTo>
                  <a:lnTo>
                    <a:pt x="0" y="4397"/>
                  </a:lnTo>
                  <a:lnTo>
                    <a:pt x="88" y="4397"/>
                  </a:lnTo>
                  <a:lnTo>
                    <a:pt x="88" y="4215"/>
                  </a:lnTo>
                  <a:close/>
                  <a:moveTo>
                    <a:pt x="0" y="4573"/>
                  </a:moveTo>
                  <a:lnTo>
                    <a:pt x="0" y="4756"/>
                  </a:lnTo>
                  <a:lnTo>
                    <a:pt x="88" y="4756"/>
                  </a:lnTo>
                  <a:lnTo>
                    <a:pt x="88" y="4573"/>
                  </a:lnTo>
                  <a:close/>
                  <a:moveTo>
                    <a:pt x="0" y="4932"/>
                  </a:moveTo>
                  <a:lnTo>
                    <a:pt x="0" y="5111"/>
                  </a:lnTo>
                  <a:lnTo>
                    <a:pt x="88" y="5111"/>
                  </a:lnTo>
                  <a:lnTo>
                    <a:pt x="88" y="4932"/>
                  </a:lnTo>
                  <a:close/>
                  <a:moveTo>
                    <a:pt x="0" y="5203"/>
                  </a:moveTo>
                  <a:lnTo>
                    <a:pt x="0" y="5385"/>
                  </a:lnTo>
                  <a:lnTo>
                    <a:pt x="88" y="5385"/>
                  </a:lnTo>
                  <a:lnTo>
                    <a:pt x="88" y="5203"/>
                  </a:lnTo>
                  <a:close/>
                  <a:moveTo>
                    <a:pt x="0" y="5561"/>
                  </a:moveTo>
                  <a:lnTo>
                    <a:pt x="0" y="5740"/>
                  </a:lnTo>
                  <a:lnTo>
                    <a:pt x="88" y="5740"/>
                  </a:lnTo>
                  <a:lnTo>
                    <a:pt x="88" y="55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8" name="Google Shape;1318;p32"/>
            <p:cNvSpPr/>
            <p:nvPr/>
          </p:nvSpPr>
          <p:spPr>
            <a:xfrm>
              <a:off x="5229219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1" y="0"/>
                  </a:moveTo>
                  <a:lnTo>
                    <a:pt x="1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9" name="Google Shape;1319;p32"/>
            <p:cNvSpPr/>
            <p:nvPr/>
          </p:nvSpPr>
          <p:spPr>
            <a:xfrm>
              <a:off x="5229219" y="424474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8"/>
                  </a:moveTo>
                  <a:lnTo>
                    <a:pt x="809" y="805"/>
                  </a:lnTo>
                  <a:lnTo>
                    <a:pt x="89" y="805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0" name="Google Shape;1320;p32"/>
            <p:cNvSpPr/>
            <p:nvPr/>
          </p:nvSpPr>
          <p:spPr>
            <a:xfrm>
              <a:off x="5229219" y="283977"/>
              <a:ext cx="37116" cy="37116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1" name="Google Shape;1321;p32"/>
            <p:cNvSpPr/>
            <p:nvPr/>
          </p:nvSpPr>
          <p:spPr>
            <a:xfrm>
              <a:off x="5229219" y="279786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8"/>
                  </a:moveTo>
                  <a:lnTo>
                    <a:pt x="809" y="808"/>
                  </a:lnTo>
                  <a:lnTo>
                    <a:pt x="89" y="808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2" name="Google Shape;1322;p32"/>
            <p:cNvSpPr/>
            <p:nvPr/>
          </p:nvSpPr>
          <p:spPr>
            <a:xfrm>
              <a:off x="5229219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1" y="0"/>
                  </a:moveTo>
                  <a:lnTo>
                    <a:pt x="1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3" name="Google Shape;1323;p32"/>
            <p:cNvSpPr/>
            <p:nvPr/>
          </p:nvSpPr>
          <p:spPr>
            <a:xfrm>
              <a:off x="5229219" y="135375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5"/>
                  </a:moveTo>
                  <a:lnTo>
                    <a:pt x="809" y="806"/>
                  </a:lnTo>
                  <a:lnTo>
                    <a:pt x="89" y="806"/>
                  </a:lnTo>
                  <a:lnTo>
                    <a:pt x="89" y="85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4" name="Google Shape;1324;p32"/>
            <p:cNvSpPr/>
            <p:nvPr/>
          </p:nvSpPr>
          <p:spPr>
            <a:xfrm>
              <a:off x="5518319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5" name="Google Shape;1325;p32"/>
            <p:cNvSpPr/>
            <p:nvPr/>
          </p:nvSpPr>
          <p:spPr>
            <a:xfrm>
              <a:off x="5518319" y="424474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8"/>
                  </a:moveTo>
                  <a:lnTo>
                    <a:pt x="806" y="805"/>
                  </a:lnTo>
                  <a:lnTo>
                    <a:pt x="85" y="805"/>
                  </a:lnTo>
                  <a:lnTo>
                    <a:pt x="85" y="88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6" name="Google Shape;1326;p32"/>
            <p:cNvSpPr/>
            <p:nvPr/>
          </p:nvSpPr>
          <p:spPr>
            <a:xfrm>
              <a:off x="5518319" y="283977"/>
              <a:ext cx="37116" cy="37116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7" name="Google Shape;1327;p32"/>
            <p:cNvSpPr/>
            <p:nvPr/>
          </p:nvSpPr>
          <p:spPr>
            <a:xfrm>
              <a:off x="5518319" y="279786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8"/>
                  </a:moveTo>
                  <a:lnTo>
                    <a:pt x="806" y="808"/>
                  </a:lnTo>
                  <a:lnTo>
                    <a:pt x="85" y="808"/>
                  </a:lnTo>
                  <a:lnTo>
                    <a:pt x="85" y="88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8" name="Google Shape;1328;p32"/>
            <p:cNvSpPr/>
            <p:nvPr/>
          </p:nvSpPr>
          <p:spPr>
            <a:xfrm>
              <a:off x="5518319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9" name="Google Shape;1329;p32"/>
            <p:cNvSpPr/>
            <p:nvPr/>
          </p:nvSpPr>
          <p:spPr>
            <a:xfrm>
              <a:off x="5518319" y="135375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5"/>
                  </a:moveTo>
                  <a:lnTo>
                    <a:pt x="806" y="806"/>
                  </a:lnTo>
                  <a:lnTo>
                    <a:pt x="85" y="806"/>
                  </a:lnTo>
                  <a:lnTo>
                    <a:pt x="85" y="85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0" name="Google Shape;1330;p32"/>
            <p:cNvSpPr/>
            <p:nvPr/>
          </p:nvSpPr>
          <p:spPr>
            <a:xfrm>
              <a:off x="5373631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1" name="Google Shape;1331;p32"/>
            <p:cNvSpPr/>
            <p:nvPr/>
          </p:nvSpPr>
          <p:spPr>
            <a:xfrm>
              <a:off x="5373769" y="135375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9" y="85"/>
                  </a:moveTo>
                  <a:lnTo>
                    <a:pt x="809" y="806"/>
                  </a:lnTo>
                  <a:lnTo>
                    <a:pt x="89" y="806"/>
                  </a:lnTo>
                  <a:lnTo>
                    <a:pt x="89" y="85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2" name="Google Shape;1332;p32"/>
            <p:cNvSpPr/>
            <p:nvPr/>
          </p:nvSpPr>
          <p:spPr>
            <a:xfrm>
              <a:off x="5373631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3" name="Google Shape;1333;p32"/>
            <p:cNvSpPr/>
            <p:nvPr/>
          </p:nvSpPr>
          <p:spPr>
            <a:xfrm>
              <a:off x="5373769" y="424474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9" y="88"/>
                  </a:moveTo>
                  <a:lnTo>
                    <a:pt x="809" y="805"/>
                  </a:lnTo>
                  <a:lnTo>
                    <a:pt x="89" y="805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4" name="Google Shape;1334;p32"/>
          <p:cNvGrpSpPr/>
          <p:nvPr/>
        </p:nvGrpSpPr>
        <p:grpSpPr>
          <a:xfrm>
            <a:off x="630197" y="3203547"/>
            <a:ext cx="1110247" cy="1975527"/>
            <a:chOff x="5081850" y="1981125"/>
            <a:chExt cx="168125" cy="299150"/>
          </a:xfrm>
        </p:grpSpPr>
        <p:sp>
          <p:nvSpPr>
            <p:cNvPr id="1335" name="Google Shape;1335;p32"/>
            <p:cNvSpPr/>
            <p:nvPr/>
          </p:nvSpPr>
          <p:spPr>
            <a:xfrm>
              <a:off x="5115175" y="1981125"/>
              <a:ext cx="90525" cy="43050"/>
            </a:xfrm>
            <a:custGeom>
              <a:avLst/>
              <a:gdLst/>
              <a:ahLst/>
              <a:cxnLst/>
              <a:rect l="l" t="t" r="r" b="b"/>
              <a:pathLst>
                <a:path w="3621" h="1722" extrusionOk="0">
                  <a:moveTo>
                    <a:pt x="2468" y="1"/>
                  </a:moveTo>
                  <a:cubicBezTo>
                    <a:pt x="2160" y="1"/>
                    <a:pt x="1887" y="335"/>
                    <a:pt x="1809" y="712"/>
                  </a:cubicBezTo>
                  <a:cubicBezTo>
                    <a:pt x="1731" y="334"/>
                    <a:pt x="1450" y="2"/>
                    <a:pt x="1145" y="2"/>
                  </a:cubicBezTo>
                  <a:cubicBezTo>
                    <a:pt x="1095" y="2"/>
                    <a:pt x="1045" y="11"/>
                    <a:pt x="994" y="30"/>
                  </a:cubicBezTo>
                  <a:cubicBezTo>
                    <a:pt x="639" y="162"/>
                    <a:pt x="1039" y="951"/>
                    <a:pt x="1057" y="983"/>
                  </a:cubicBezTo>
                  <a:cubicBezTo>
                    <a:pt x="1042" y="971"/>
                    <a:pt x="712" y="703"/>
                    <a:pt x="452" y="703"/>
                  </a:cubicBezTo>
                  <a:cubicBezTo>
                    <a:pt x="352" y="703"/>
                    <a:pt x="262" y="743"/>
                    <a:pt x="205" y="854"/>
                  </a:cubicBezTo>
                  <a:cubicBezTo>
                    <a:pt x="1" y="1250"/>
                    <a:pt x="1215" y="1722"/>
                    <a:pt x="1812" y="1722"/>
                  </a:cubicBezTo>
                  <a:cubicBezTo>
                    <a:pt x="2413" y="1722"/>
                    <a:pt x="3621" y="1244"/>
                    <a:pt x="3413" y="854"/>
                  </a:cubicBezTo>
                  <a:cubicBezTo>
                    <a:pt x="3357" y="747"/>
                    <a:pt x="3269" y="709"/>
                    <a:pt x="3170" y="709"/>
                  </a:cubicBezTo>
                  <a:cubicBezTo>
                    <a:pt x="2911" y="709"/>
                    <a:pt x="2579" y="971"/>
                    <a:pt x="2561" y="983"/>
                  </a:cubicBezTo>
                  <a:cubicBezTo>
                    <a:pt x="2580" y="958"/>
                    <a:pt x="2989" y="165"/>
                    <a:pt x="2624" y="30"/>
                  </a:cubicBezTo>
                  <a:cubicBezTo>
                    <a:pt x="2571" y="10"/>
                    <a:pt x="2519" y="1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6" name="Google Shape;1336;p32"/>
            <p:cNvSpPr/>
            <p:nvPr/>
          </p:nvSpPr>
          <p:spPr>
            <a:xfrm>
              <a:off x="5081850" y="2012125"/>
              <a:ext cx="155150" cy="169850"/>
            </a:xfrm>
            <a:custGeom>
              <a:avLst/>
              <a:gdLst/>
              <a:ahLst/>
              <a:cxnLst/>
              <a:rect l="l" t="t" r="r" b="b"/>
              <a:pathLst>
                <a:path w="6206" h="6794" extrusionOk="0">
                  <a:moveTo>
                    <a:pt x="3139" y="1"/>
                  </a:moveTo>
                  <a:cubicBezTo>
                    <a:pt x="2821" y="1"/>
                    <a:pt x="2500" y="42"/>
                    <a:pt x="2192" y="120"/>
                  </a:cubicBezTo>
                  <a:cubicBezTo>
                    <a:pt x="1305" y="353"/>
                    <a:pt x="286" y="1007"/>
                    <a:pt x="104" y="2712"/>
                  </a:cubicBezTo>
                  <a:cubicBezTo>
                    <a:pt x="0" y="3655"/>
                    <a:pt x="252" y="5492"/>
                    <a:pt x="972" y="6386"/>
                  </a:cubicBezTo>
                  <a:cubicBezTo>
                    <a:pt x="1670" y="6658"/>
                    <a:pt x="2405" y="6794"/>
                    <a:pt x="3141" y="6794"/>
                  </a:cubicBezTo>
                  <a:cubicBezTo>
                    <a:pt x="3876" y="6794"/>
                    <a:pt x="4611" y="6658"/>
                    <a:pt x="5309" y="6386"/>
                  </a:cubicBezTo>
                  <a:cubicBezTo>
                    <a:pt x="5643" y="5967"/>
                    <a:pt x="5878" y="5341"/>
                    <a:pt x="6020" y="4697"/>
                  </a:cubicBezTo>
                  <a:cubicBezTo>
                    <a:pt x="6095" y="4376"/>
                    <a:pt x="6146" y="4045"/>
                    <a:pt x="6174" y="3715"/>
                  </a:cubicBezTo>
                  <a:cubicBezTo>
                    <a:pt x="6206" y="3382"/>
                    <a:pt x="6206" y="3042"/>
                    <a:pt x="6174" y="2712"/>
                  </a:cubicBezTo>
                  <a:cubicBezTo>
                    <a:pt x="5919" y="315"/>
                    <a:pt x="4007" y="1"/>
                    <a:pt x="3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7" name="Google Shape;1337;p32"/>
            <p:cNvSpPr/>
            <p:nvPr/>
          </p:nvSpPr>
          <p:spPr>
            <a:xfrm>
              <a:off x="5096625" y="2172450"/>
              <a:ext cx="128750" cy="107825"/>
            </a:xfrm>
            <a:custGeom>
              <a:avLst/>
              <a:gdLst/>
              <a:ahLst/>
              <a:cxnLst/>
              <a:rect l="l" t="t" r="r" b="b"/>
              <a:pathLst>
                <a:path w="5150" h="4313" extrusionOk="0">
                  <a:moveTo>
                    <a:pt x="0" y="1"/>
                  </a:moveTo>
                  <a:lnTo>
                    <a:pt x="519" y="4313"/>
                  </a:lnTo>
                  <a:lnTo>
                    <a:pt x="4636" y="4313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8" name="Google Shape;1338;p32"/>
            <p:cNvSpPr/>
            <p:nvPr/>
          </p:nvSpPr>
          <p:spPr>
            <a:xfrm>
              <a:off x="5096625" y="2172450"/>
              <a:ext cx="128750" cy="24475"/>
            </a:xfrm>
            <a:custGeom>
              <a:avLst/>
              <a:gdLst/>
              <a:ahLst/>
              <a:cxnLst/>
              <a:rect l="l" t="t" r="r" b="b"/>
              <a:pathLst>
                <a:path w="5150" h="979" extrusionOk="0">
                  <a:moveTo>
                    <a:pt x="0" y="1"/>
                  </a:moveTo>
                  <a:lnTo>
                    <a:pt x="117" y="979"/>
                  </a:lnTo>
                  <a:lnTo>
                    <a:pt x="5064" y="737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39" name="Google Shape;1339;p32"/>
            <p:cNvGrpSpPr/>
            <p:nvPr/>
          </p:nvGrpSpPr>
          <p:grpSpPr>
            <a:xfrm>
              <a:off x="5086475" y="2011175"/>
              <a:ext cx="163500" cy="170825"/>
              <a:chOff x="5086475" y="2011175"/>
              <a:chExt cx="163500" cy="170825"/>
            </a:xfrm>
          </p:grpSpPr>
          <p:sp>
            <p:nvSpPr>
              <p:cNvPr id="1340" name="Google Shape;1340;p32"/>
              <p:cNvSpPr/>
              <p:nvPr/>
            </p:nvSpPr>
            <p:spPr>
              <a:xfrm>
                <a:off x="5160475" y="2011975"/>
                <a:ext cx="3725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801" extrusionOk="0">
                    <a:moveTo>
                      <a:pt x="79" y="0"/>
                    </a:moveTo>
                    <a:cubicBezTo>
                      <a:pt x="76" y="567"/>
                      <a:pt x="73" y="1133"/>
                      <a:pt x="63" y="1702"/>
                    </a:cubicBezTo>
                    <a:lnTo>
                      <a:pt x="63" y="3404"/>
                    </a:lnTo>
                    <a:cubicBezTo>
                      <a:pt x="66" y="3970"/>
                      <a:pt x="60" y="4536"/>
                      <a:pt x="60" y="5102"/>
                    </a:cubicBezTo>
                    <a:cubicBezTo>
                      <a:pt x="60" y="5385"/>
                      <a:pt x="57" y="5668"/>
                      <a:pt x="47" y="5951"/>
                    </a:cubicBezTo>
                    <a:cubicBezTo>
                      <a:pt x="44" y="6093"/>
                      <a:pt x="44" y="6234"/>
                      <a:pt x="32" y="6376"/>
                    </a:cubicBezTo>
                    <a:lnTo>
                      <a:pt x="19" y="6587"/>
                    </a:lnTo>
                    <a:lnTo>
                      <a:pt x="0" y="6800"/>
                    </a:lnTo>
                    <a:cubicBezTo>
                      <a:pt x="91" y="6241"/>
                      <a:pt x="104" y="5671"/>
                      <a:pt x="120" y="5105"/>
                    </a:cubicBezTo>
                    <a:cubicBezTo>
                      <a:pt x="135" y="4539"/>
                      <a:pt x="148" y="3976"/>
                      <a:pt x="142" y="3407"/>
                    </a:cubicBezTo>
                    <a:cubicBezTo>
                      <a:pt x="139" y="2831"/>
                      <a:pt x="139" y="2265"/>
                      <a:pt x="126" y="1699"/>
                    </a:cubicBezTo>
                    <a:cubicBezTo>
                      <a:pt x="120" y="1133"/>
                      <a:pt x="104" y="567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1" name="Google Shape;1341;p32"/>
              <p:cNvSpPr/>
              <p:nvPr/>
            </p:nvSpPr>
            <p:spPr>
              <a:xfrm>
                <a:off x="5139550" y="2012300"/>
                <a:ext cx="13250" cy="1682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728" extrusionOk="0">
                    <a:moveTo>
                      <a:pt x="529" y="0"/>
                    </a:moveTo>
                    <a:cubicBezTo>
                      <a:pt x="343" y="535"/>
                      <a:pt x="208" y="1088"/>
                      <a:pt x="136" y="1651"/>
                    </a:cubicBezTo>
                    <a:cubicBezTo>
                      <a:pt x="60" y="2214"/>
                      <a:pt x="13" y="2780"/>
                      <a:pt x="10" y="3347"/>
                    </a:cubicBezTo>
                    <a:lnTo>
                      <a:pt x="10" y="3771"/>
                    </a:lnTo>
                    <a:cubicBezTo>
                      <a:pt x="1" y="3913"/>
                      <a:pt x="13" y="4054"/>
                      <a:pt x="13" y="4196"/>
                    </a:cubicBezTo>
                    <a:cubicBezTo>
                      <a:pt x="19" y="4479"/>
                      <a:pt x="42" y="4762"/>
                      <a:pt x="64" y="5045"/>
                    </a:cubicBezTo>
                    <a:cubicBezTo>
                      <a:pt x="76" y="5186"/>
                      <a:pt x="92" y="5328"/>
                      <a:pt x="108" y="5470"/>
                    </a:cubicBezTo>
                    <a:lnTo>
                      <a:pt x="155" y="5891"/>
                    </a:lnTo>
                    <a:cubicBezTo>
                      <a:pt x="199" y="6168"/>
                      <a:pt x="240" y="6448"/>
                      <a:pt x="287" y="6728"/>
                    </a:cubicBezTo>
                    <a:lnTo>
                      <a:pt x="192" y="5885"/>
                    </a:lnTo>
                    <a:lnTo>
                      <a:pt x="155" y="5463"/>
                    </a:lnTo>
                    <a:cubicBezTo>
                      <a:pt x="142" y="5328"/>
                      <a:pt x="126" y="5186"/>
                      <a:pt x="123" y="5045"/>
                    </a:cubicBezTo>
                    <a:cubicBezTo>
                      <a:pt x="108" y="4765"/>
                      <a:pt x="82" y="4482"/>
                      <a:pt x="82" y="4199"/>
                    </a:cubicBezTo>
                    <a:cubicBezTo>
                      <a:pt x="79" y="4057"/>
                      <a:pt x="76" y="3916"/>
                      <a:pt x="98" y="3774"/>
                    </a:cubicBezTo>
                    <a:lnTo>
                      <a:pt x="98" y="3350"/>
                    </a:lnTo>
                    <a:cubicBezTo>
                      <a:pt x="82" y="2784"/>
                      <a:pt x="123" y="2221"/>
                      <a:pt x="189" y="1661"/>
                    </a:cubicBezTo>
                    <a:cubicBezTo>
                      <a:pt x="224" y="1378"/>
                      <a:pt x="268" y="1098"/>
                      <a:pt x="325" y="821"/>
                    </a:cubicBezTo>
                    <a:cubicBezTo>
                      <a:pt x="375" y="544"/>
                      <a:pt x="444" y="271"/>
                      <a:pt x="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2" name="Google Shape;1342;p32"/>
              <p:cNvSpPr/>
              <p:nvPr/>
            </p:nvSpPr>
            <p:spPr>
              <a:xfrm>
                <a:off x="5115650" y="2014100"/>
                <a:ext cx="249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659" extrusionOk="0">
                    <a:moveTo>
                      <a:pt x="998" y="0"/>
                    </a:moveTo>
                    <a:cubicBezTo>
                      <a:pt x="812" y="224"/>
                      <a:pt x="655" y="466"/>
                      <a:pt x="526" y="730"/>
                    </a:cubicBezTo>
                    <a:cubicBezTo>
                      <a:pt x="494" y="793"/>
                      <a:pt x="463" y="859"/>
                      <a:pt x="435" y="928"/>
                    </a:cubicBezTo>
                    <a:lnTo>
                      <a:pt x="356" y="1133"/>
                    </a:lnTo>
                    <a:lnTo>
                      <a:pt x="315" y="1233"/>
                    </a:lnTo>
                    <a:cubicBezTo>
                      <a:pt x="306" y="1265"/>
                      <a:pt x="296" y="1299"/>
                      <a:pt x="284" y="1337"/>
                    </a:cubicBezTo>
                    <a:lnTo>
                      <a:pt x="221" y="1545"/>
                    </a:lnTo>
                    <a:cubicBezTo>
                      <a:pt x="73" y="2108"/>
                      <a:pt x="0" y="2690"/>
                      <a:pt x="7" y="3271"/>
                    </a:cubicBezTo>
                    <a:lnTo>
                      <a:pt x="16" y="3705"/>
                    </a:lnTo>
                    <a:lnTo>
                      <a:pt x="63" y="4139"/>
                    </a:lnTo>
                    <a:lnTo>
                      <a:pt x="89" y="4356"/>
                    </a:lnTo>
                    <a:cubicBezTo>
                      <a:pt x="101" y="4429"/>
                      <a:pt x="117" y="4501"/>
                      <a:pt x="126" y="4570"/>
                    </a:cubicBezTo>
                    <a:lnTo>
                      <a:pt x="211" y="5001"/>
                    </a:lnTo>
                    <a:cubicBezTo>
                      <a:pt x="221" y="5070"/>
                      <a:pt x="243" y="5143"/>
                      <a:pt x="262" y="5212"/>
                    </a:cubicBezTo>
                    <a:lnTo>
                      <a:pt x="315" y="5420"/>
                    </a:lnTo>
                    <a:lnTo>
                      <a:pt x="431" y="5841"/>
                    </a:lnTo>
                    <a:cubicBezTo>
                      <a:pt x="526" y="6118"/>
                      <a:pt x="623" y="6391"/>
                      <a:pt x="721" y="6659"/>
                    </a:cubicBezTo>
                    <a:lnTo>
                      <a:pt x="466" y="5828"/>
                    </a:lnTo>
                    <a:lnTo>
                      <a:pt x="362" y="5407"/>
                    </a:lnTo>
                    <a:lnTo>
                      <a:pt x="312" y="5199"/>
                    </a:lnTo>
                    <a:cubicBezTo>
                      <a:pt x="293" y="5130"/>
                      <a:pt x="277" y="5058"/>
                      <a:pt x="265" y="4989"/>
                    </a:cubicBezTo>
                    <a:lnTo>
                      <a:pt x="195" y="4564"/>
                    </a:lnTo>
                    <a:lnTo>
                      <a:pt x="158" y="4350"/>
                    </a:lnTo>
                    <a:lnTo>
                      <a:pt x="139" y="4136"/>
                    </a:lnTo>
                    <a:lnTo>
                      <a:pt x="95" y="3705"/>
                    </a:lnTo>
                    <a:lnTo>
                      <a:pt x="89" y="3275"/>
                    </a:lnTo>
                    <a:cubicBezTo>
                      <a:pt x="79" y="2696"/>
                      <a:pt x="148" y="2123"/>
                      <a:pt x="284" y="1564"/>
                    </a:cubicBezTo>
                    <a:lnTo>
                      <a:pt x="343" y="1356"/>
                    </a:lnTo>
                    <a:cubicBezTo>
                      <a:pt x="356" y="1325"/>
                      <a:pt x="362" y="1290"/>
                      <a:pt x="375" y="1252"/>
                    </a:cubicBezTo>
                    <a:lnTo>
                      <a:pt x="409" y="1152"/>
                    </a:lnTo>
                    <a:lnTo>
                      <a:pt x="482" y="947"/>
                    </a:lnTo>
                    <a:cubicBezTo>
                      <a:pt x="510" y="881"/>
                      <a:pt x="541" y="812"/>
                      <a:pt x="567" y="746"/>
                    </a:cubicBezTo>
                    <a:cubicBezTo>
                      <a:pt x="677" y="482"/>
                      <a:pt x="825" y="230"/>
                      <a:pt x="9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3" name="Google Shape;1343;p32"/>
              <p:cNvSpPr/>
              <p:nvPr/>
            </p:nvSpPr>
            <p:spPr>
              <a:xfrm>
                <a:off x="5096000" y="2016525"/>
                <a:ext cx="35400" cy="1625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6503" extrusionOk="0">
                    <a:moveTo>
                      <a:pt x="1416" y="1"/>
                    </a:moveTo>
                    <a:cubicBezTo>
                      <a:pt x="1299" y="86"/>
                      <a:pt x="1189" y="186"/>
                      <a:pt x="1082" y="287"/>
                    </a:cubicBezTo>
                    <a:cubicBezTo>
                      <a:pt x="981" y="394"/>
                      <a:pt x="881" y="507"/>
                      <a:pt x="796" y="627"/>
                    </a:cubicBezTo>
                    <a:cubicBezTo>
                      <a:pt x="623" y="866"/>
                      <a:pt x="472" y="1121"/>
                      <a:pt x="356" y="1391"/>
                    </a:cubicBezTo>
                    <a:cubicBezTo>
                      <a:pt x="123" y="1938"/>
                      <a:pt x="6" y="2530"/>
                      <a:pt x="6" y="3121"/>
                    </a:cubicBezTo>
                    <a:cubicBezTo>
                      <a:pt x="0" y="3272"/>
                      <a:pt x="0" y="3420"/>
                      <a:pt x="22" y="3564"/>
                    </a:cubicBezTo>
                    <a:cubicBezTo>
                      <a:pt x="38" y="3712"/>
                      <a:pt x="44" y="3860"/>
                      <a:pt x="73" y="4008"/>
                    </a:cubicBezTo>
                    <a:lnTo>
                      <a:pt x="107" y="4228"/>
                    </a:lnTo>
                    <a:lnTo>
                      <a:pt x="154" y="4442"/>
                    </a:lnTo>
                    <a:cubicBezTo>
                      <a:pt x="183" y="4587"/>
                      <a:pt x="227" y="4731"/>
                      <a:pt x="264" y="4873"/>
                    </a:cubicBezTo>
                    <a:cubicBezTo>
                      <a:pt x="434" y="5439"/>
                      <a:pt x="658" y="5983"/>
                      <a:pt x="937" y="6502"/>
                    </a:cubicBezTo>
                    <a:lnTo>
                      <a:pt x="755" y="6103"/>
                    </a:lnTo>
                    <a:lnTo>
                      <a:pt x="591" y="5694"/>
                    </a:lnTo>
                    <a:lnTo>
                      <a:pt x="447" y="5282"/>
                    </a:lnTo>
                    <a:cubicBezTo>
                      <a:pt x="403" y="5140"/>
                      <a:pt x="356" y="5002"/>
                      <a:pt x="321" y="4860"/>
                    </a:cubicBezTo>
                    <a:lnTo>
                      <a:pt x="268" y="4646"/>
                    </a:lnTo>
                    <a:cubicBezTo>
                      <a:pt x="249" y="4577"/>
                      <a:pt x="233" y="4502"/>
                      <a:pt x="217" y="4432"/>
                    </a:cubicBezTo>
                    <a:lnTo>
                      <a:pt x="173" y="4215"/>
                    </a:lnTo>
                    <a:lnTo>
                      <a:pt x="142" y="3998"/>
                    </a:lnTo>
                    <a:cubicBezTo>
                      <a:pt x="120" y="3854"/>
                      <a:pt x="101" y="3709"/>
                      <a:pt x="95" y="3561"/>
                    </a:cubicBezTo>
                    <a:cubicBezTo>
                      <a:pt x="91" y="3417"/>
                      <a:pt x="79" y="3272"/>
                      <a:pt x="85" y="3127"/>
                    </a:cubicBezTo>
                    <a:cubicBezTo>
                      <a:pt x="85" y="2539"/>
                      <a:pt x="192" y="1963"/>
                      <a:pt x="415" y="1419"/>
                    </a:cubicBezTo>
                    <a:cubicBezTo>
                      <a:pt x="525" y="1149"/>
                      <a:pt x="661" y="894"/>
                      <a:pt x="831" y="652"/>
                    </a:cubicBezTo>
                    <a:cubicBezTo>
                      <a:pt x="997" y="410"/>
                      <a:pt x="1192" y="190"/>
                      <a:pt x="14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4" name="Google Shape;1344;p32"/>
              <p:cNvSpPr/>
              <p:nvPr/>
            </p:nvSpPr>
            <p:spPr>
              <a:xfrm>
                <a:off x="5170600" y="2012375"/>
                <a:ext cx="14100" cy="16812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72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" y="274"/>
                      <a:pt x="155" y="544"/>
                      <a:pt x="205" y="824"/>
                    </a:cubicBezTo>
                    <a:cubicBezTo>
                      <a:pt x="262" y="1101"/>
                      <a:pt x="303" y="1381"/>
                      <a:pt x="341" y="1661"/>
                    </a:cubicBezTo>
                    <a:cubicBezTo>
                      <a:pt x="410" y="2218"/>
                      <a:pt x="444" y="2781"/>
                      <a:pt x="473" y="3347"/>
                    </a:cubicBezTo>
                    <a:lnTo>
                      <a:pt x="473" y="3771"/>
                    </a:lnTo>
                    <a:cubicBezTo>
                      <a:pt x="460" y="3913"/>
                      <a:pt x="448" y="4054"/>
                      <a:pt x="448" y="4196"/>
                    </a:cubicBezTo>
                    <a:cubicBezTo>
                      <a:pt x="444" y="4476"/>
                      <a:pt x="422" y="4759"/>
                      <a:pt x="410" y="5042"/>
                    </a:cubicBezTo>
                    <a:cubicBezTo>
                      <a:pt x="407" y="5180"/>
                      <a:pt x="391" y="5322"/>
                      <a:pt x="378" y="5463"/>
                    </a:cubicBezTo>
                    <a:lnTo>
                      <a:pt x="338" y="5882"/>
                    </a:lnTo>
                    <a:lnTo>
                      <a:pt x="243" y="6725"/>
                    </a:lnTo>
                    <a:cubicBezTo>
                      <a:pt x="287" y="6445"/>
                      <a:pt x="338" y="6165"/>
                      <a:pt x="378" y="5888"/>
                    </a:cubicBezTo>
                    <a:lnTo>
                      <a:pt x="426" y="5467"/>
                    </a:lnTo>
                    <a:cubicBezTo>
                      <a:pt x="441" y="5328"/>
                      <a:pt x="460" y="5187"/>
                      <a:pt x="470" y="5045"/>
                    </a:cubicBezTo>
                    <a:cubicBezTo>
                      <a:pt x="492" y="4762"/>
                      <a:pt x="517" y="4479"/>
                      <a:pt x="520" y="4196"/>
                    </a:cubicBezTo>
                    <a:cubicBezTo>
                      <a:pt x="523" y="4054"/>
                      <a:pt x="529" y="3913"/>
                      <a:pt x="564" y="3771"/>
                    </a:cubicBezTo>
                    <a:lnTo>
                      <a:pt x="564" y="3347"/>
                    </a:lnTo>
                    <a:cubicBezTo>
                      <a:pt x="517" y="2781"/>
                      <a:pt x="473" y="2214"/>
                      <a:pt x="394" y="1651"/>
                    </a:cubicBezTo>
                    <a:cubicBezTo>
                      <a:pt x="319" y="1092"/>
                      <a:pt x="190" y="53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5" name="Google Shape;1345;p32"/>
              <p:cNvSpPr/>
              <p:nvPr/>
            </p:nvSpPr>
            <p:spPr>
              <a:xfrm>
                <a:off x="5182875" y="2014175"/>
                <a:ext cx="246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659" extrusionOk="0">
                    <a:moveTo>
                      <a:pt x="1" y="1"/>
                    </a:moveTo>
                    <a:cubicBezTo>
                      <a:pt x="170" y="233"/>
                      <a:pt x="312" y="485"/>
                      <a:pt x="416" y="752"/>
                    </a:cubicBezTo>
                    <a:cubicBezTo>
                      <a:pt x="447" y="815"/>
                      <a:pt x="479" y="881"/>
                      <a:pt x="504" y="947"/>
                    </a:cubicBezTo>
                    <a:lnTo>
                      <a:pt x="576" y="1152"/>
                    </a:lnTo>
                    <a:lnTo>
                      <a:pt x="611" y="1255"/>
                    </a:lnTo>
                    <a:cubicBezTo>
                      <a:pt x="623" y="1287"/>
                      <a:pt x="630" y="1322"/>
                      <a:pt x="642" y="1356"/>
                    </a:cubicBezTo>
                    <a:lnTo>
                      <a:pt x="702" y="1564"/>
                    </a:lnTo>
                    <a:cubicBezTo>
                      <a:pt x="840" y="2124"/>
                      <a:pt x="906" y="2702"/>
                      <a:pt x="897" y="3275"/>
                    </a:cubicBezTo>
                    <a:lnTo>
                      <a:pt x="891" y="3709"/>
                    </a:lnTo>
                    <a:lnTo>
                      <a:pt x="847" y="4136"/>
                    </a:lnTo>
                    <a:lnTo>
                      <a:pt x="828" y="4353"/>
                    </a:lnTo>
                    <a:cubicBezTo>
                      <a:pt x="818" y="4423"/>
                      <a:pt x="803" y="4495"/>
                      <a:pt x="793" y="4564"/>
                    </a:cubicBezTo>
                    <a:lnTo>
                      <a:pt x="721" y="4989"/>
                    </a:lnTo>
                    <a:cubicBezTo>
                      <a:pt x="708" y="5061"/>
                      <a:pt x="693" y="5130"/>
                      <a:pt x="674" y="5203"/>
                    </a:cubicBezTo>
                    <a:lnTo>
                      <a:pt x="623" y="5410"/>
                    </a:lnTo>
                    <a:lnTo>
                      <a:pt x="520" y="5832"/>
                    </a:lnTo>
                    <a:lnTo>
                      <a:pt x="265" y="6659"/>
                    </a:lnTo>
                    <a:cubicBezTo>
                      <a:pt x="362" y="6388"/>
                      <a:pt x="457" y="6109"/>
                      <a:pt x="557" y="5841"/>
                    </a:cubicBezTo>
                    <a:lnTo>
                      <a:pt x="671" y="5423"/>
                    </a:lnTo>
                    <a:lnTo>
                      <a:pt x="724" y="5212"/>
                    </a:lnTo>
                    <a:cubicBezTo>
                      <a:pt x="743" y="5143"/>
                      <a:pt x="765" y="5071"/>
                      <a:pt x="774" y="5001"/>
                    </a:cubicBezTo>
                    <a:lnTo>
                      <a:pt x="859" y="4574"/>
                    </a:lnTo>
                    <a:cubicBezTo>
                      <a:pt x="872" y="4501"/>
                      <a:pt x="884" y="4426"/>
                      <a:pt x="897" y="4357"/>
                    </a:cubicBezTo>
                    <a:lnTo>
                      <a:pt x="922" y="4140"/>
                    </a:lnTo>
                    <a:lnTo>
                      <a:pt x="969" y="3709"/>
                    </a:lnTo>
                    <a:lnTo>
                      <a:pt x="982" y="3272"/>
                    </a:lnTo>
                    <a:cubicBezTo>
                      <a:pt x="985" y="2690"/>
                      <a:pt x="913" y="2108"/>
                      <a:pt x="765" y="1545"/>
                    </a:cubicBezTo>
                    <a:lnTo>
                      <a:pt x="702" y="1337"/>
                    </a:lnTo>
                    <a:cubicBezTo>
                      <a:pt x="689" y="1306"/>
                      <a:pt x="683" y="1271"/>
                      <a:pt x="671" y="1233"/>
                    </a:cubicBezTo>
                    <a:lnTo>
                      <a:pt x="630" y="1133"/>
                    </a:lnTo>
                    <a:lnTo>
                      <a:pt x="551" y="928"/>
                    </a:lnTo>
                    <a:cubicBezTo>
                      <a:pt x="526" y="862"/>
                      <a:pt x="491" y="799"/>
                      <a:pt x="460" y="730"/>
                    </a:cubicBezTo>
                    <a:cubicBezTo>
                      <a:pt x="340" y="469"/>
                      <a:pt x="186" y="2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6" name="Google Shape;1346;p32"/>
              <p:cNvSpPr/>
              <p:nvPr/>
            </p:nvSpPr>
            <p:spPr>
              <a:xfrm>
                <a:off x="5191850" y="2016625"/>
                <a:ext cx="35175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5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4" y="189"/>
                      <a:pt x="425" y="406"/>
                      <a:pt x="582" y="654"/>
                    </a:cubicBezTo>
                    <a:cubicBezTo>
                      <a:pt x="749" y="893"/>
                      <a:pt x="890" y="1148"/>
                      <a:pt x="1000" y="1419"/>
                    </a:cubicBezTo>
                    <a:cubicBezTo>
                      <a:pt x="1221" y="1963"/>
                      <a:pt x="1334" y="2541"/>
                      <a:pt x="1331" y="3126"/>
                    </a:cubicBezTo>
                    <a:cubicBezTo>
                      <a:pt x="1334" y="3271"/>
                      <a:pt x="1334" y="3416"/>
                      <a:pt x="1318" y="3564"/>
                    </a:cubicBezTo>
                    <a:cubicBezTo>
                      <a:pt x="1302" y="3708"/>
                      <a:pt x="1299" y="3853"/>
                      <a:pt x="1271" y="3998"/>
                    </a:cubicBezTo>
                    <a:lnTo>
                      <a:pt x="1239" y="4215"/>
                    </a:lnTo>
                    <a:lnTo>
                      <a:pt x="1195" y="4432"/>
                    </a:lnTo>
                    <a:cubicBezTo>
                      <a:pt x="1180" y="4501"/>
                      <a:pt x="1164" y="4573"/>
                      <a:pt x="1145" y="4642"/>
                    </a:cubicBezTo>
                    <a:lnTo>
                      <a:pt x="1092" y="4856"/>
                    </a:lnTo>
                    <a:cubicBezTo>
                      <a:pt x="1057" y="4998"/>
                      <a:pt x="1007" y="5136"/>
                      <a:pt x="966" y="5278"/>
                    </a:cubicBezTo>
                    <a:lnTo>
                      <a:pt x="821" y="5693"/>
                    </a:lnTo>
                    <a:lnTo>
                      <a:pt x="658" y="6102"/>
                    </a:lnTo>
                    <a:lnTo>
                      <a:pt x="475" y="6504"/>
                    </a:lnTo>
                    <a:cubicBezTo>
                      <a:pt x="755" y="5985"/>
                      <a:pt x="978" y="5438"/>
                      <a:pt x="1148" y="4872"/>
                    </a:cubicBezTo>
                    <a:cubicBezTo>
                      <a:pt x="1189" y="4730"/>
                      <a:pt x="1230" y="4589"/>
                      <a:pt x="1258" y="4444"/>
                    </a:cubicBezTo>
                    <a:lnTo>
                      <a:pt x="1305" y="4227"/>
                    </a:lnTo>
                    <a:lnTo>
                      <a:pt x="1340" y="4010"/>
                    </a:lnTo>
                    <a:cubicBezTo>
                      <a:pt x="1365" y="3865"/>
                      <a:pt x="1384" y="3718"/>
                      <a:pt x="1390" y="3570"/>
                    </a:cubicBezTo>
                    <a:cubicBezTo>
                      <a:pt x="1400" y="3422"/>
                      <a:pt x="1406" y="3274"/>
                      <a:pt x="1406" y="3126"/>
                    </a:cubicBezTo>
                    <a:cubicBezTo>
                      <a:pt x="1406" y="2532"/>
                      <a:pt x="1290" y="1944"/>
                      <a:pt x="1057" y="1396"/>
                    </a:cubicBezTo>
                    <a:cubicBezTo>
                      <a:pt x="944" y="1126"/>
                      <a:pt x="796" y="865"/>
                      <a:pt x="617" y="629"/>
                    </a:cubicBezTo>
                    <a:cubicBezTo>
                      <a:pt x="525" y="513"/>
                      <a:pt x="434" y="396"/>
                      <a:pt x="330" y="293"/>
                    </a:cubicBezTo>
                    <a:cubicBezTo>
                      <a:pt x="230" y="186"/>
                      <a:pt x="120" y="8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7" name="Google Shape;1347;p32"/>
              <p:cNvSpPr/>
              <p:nvPr/>
            </p:nvSpPr>
            <p:spPr>
              <a:xfrm>
                <a:off x="5156850" y="2060575"/>
                <a:ext cx="121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10" extrusionOk="0">
                    <a:moveTo>
                      <a:pt x="485" y="0"/>
                    </a:moveTo>
                    <a:cubicBezTo>
                      <a:pt x="460" y="35"/>
                      <a:pt x="431" y="76"/>
                      <a:pt x="409" y="110"/>
                    </a:cubicBezTo>
                    <a:cubicBezTo>
                      <a:pt x="384" y="145"/>
                      <a:pt x="362" y="179"/>
                      <a:pt x="337" y="220"/>
                    </a:cubicBezTo>
                    <a:cubicBezTo>
                      <a:pt x="303" y="278"/>
                      <a:pt x="265" y="341"/>
                      <a:pt x="228" y="404"/>
                    </a:cubicBezTo>
                    <a:lnTo>
                      <a:pt x="228" y="404"/>
                    </a:lnTo>
                    <a:cubicBezTo>
                      <a:pt x="157" y="289"/>
                      <a:pt x="82" y="176"/>
                      <a:pt x="1" y="66"/>
                    </a:cubicBezTo>
                    <a:lnTo>
                      <a:pt x="1" y="66"/>
                    </a:lnTo>
                    <a:cubicBezTo>
                      <a:pt x="63" y="205"/>
                      <a:pt x="130" y="337"/>
                      <a:pt x="202" y="472"/>
                    </a:cubicBezTo>
                    <a:lnTo>
                      <a:pt x="224" y="510"/>
                    </a:lnTo>
                    <a:lnTo>
                      <a:pt x="249" y="472"/>
                    </a:lnTo>
                    <a:cubicBezTo>
                      <a:pt x="287" y="406"/>
                      <a:pt x="321" y="337"/>
                      <a:pt x="359" y="271"/>
                    </a:cubicBezTo>
                    <a:cubicBezTo>
                      <a:pt x="384" y="220"/>
                      <a:pt x="409" y="173"/>
                      <a:pt x="431" y="123"/>
                    </a:cubicBezTo>
                    <a:cubicBezTo>
                      <a:pt x="447" y="82"/>
                      <a:pt x="469" y="38"/>
                      <a:pt x="4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8" name="Google Shape;1348;p32"/>
              <p:cNvSpPr/>
              <p:nvPr/>
            </p:nvSpPr>
            <p:spPr>
              <a:xfrm>
                <a:off x="5161400" y="2057725"/>
                <a:ext cx="18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86" extrusionOk="0">
                    <a:moveTo>
                      <a:pt x="26" y="1"/>
                    </a:moveTo>
                    <a:cubicBezTo>
                      <a:pt x="1" y="196"/>
                      <a:pt x="7" y="397"/>
                      <a:pt x="48" y="586"/>
                    </a:cubicBezTo>
                    <a:cubicBezTo>
                      <a:pt x="73" y="394"/>
                      <a:pt x="70" y="193"/>
                      <a:pt x="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9" name="Google Shape;1349;p32"/>
              <p:cNvSpPr/>
              <p:nvPr/>
            </p:nvSpPr>
            <p:spPr>
              <a:xfrm>
                <a:off x="5204825" y="2012525"/>
                <a:ext cx="124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92" extrusionOk="0">
                    <a:moveTo>
                      <a:pt x="50" y="0"/>
                    </a:moveTo>
                    <a:cubicBezTo>
                      <a:pt x="25" y="145"/>
                      <a:pt x="6" y="299"/>
                      <a:pt x="0" y="444"/>
                    </a:cubicBezTo>
                    <a:lnTo>
                      <a:pt x="0" y="491"/>
                    </a:lnTo>
                    <a:lnTo>
                      <a:pt x="41" y="472"/>
                    </a:lnTo>
                    <a:cubicBezTo>
                      <a:pt x="120" y="431"/>
                      <a:pt x="198" y="387"/>
                      <a:pt x="271" y="343"/>
                    </a:cubicBezTo>
                    <a:lnTo>
                      <a:pt x="387" y="277"/>
                    </a:lnTo>
                    <a:cubicBezTo>
                      <a:pt x="422" y="255"/>
                      <a:pt x="459" y="230"/>
                      <a:pt x="497" y="208"/>
                    </a:cubicBezTo>
                    <a:lnTo>
                      <a:pt x="497" y="208"/>
                    </a:lnTo>
                    <a:cubicBezTo>
                      <a:pt x="456" y="224"/>
                      <a:pt x="418" y="236"/>
                      <a:pt x="374" y="255"/>
                    </a:cubicBezTo>
                    <a:cubicBezTo>
                      <a:pt x="330" y="274"/>
                      <a:pt x="293" y="290"/>
                      <a:pt x="252" y="309"/>
                    </a:cubicBezTo>
                    <a:lnTo>
                      <a:pt x="58" y="407"/>
                    </a:lnTo>
                    <a:lnTo>
                      <a:pt x="58" y="407"/>
                    </a:lnTo>
                    <a:cubicBezTo>
                      <a:pt x="63" y="272"/>
                      <a:pt x="62" y="134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0" name="Google Shape;1350;p32"/>
              <p:cNvSpPr/>
              <p:nvPr/>
            </p:nvSpPr>
            <p:spPr>
              <a:xfrm>
                <a:off x="5205450" y="2011175"/>
                <a:ext cx="75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505" extrusionOk="0">
                    <a:moveTo>
                      <a:pt x="302" y="1"/>
                    </a:moveTo>
                    <a:lnTo>
                      <a:pt x="302" y="1"/>
                    </a:lnTo>
                    <a:cubicBezTo>
                      <a:pt x="173" y="149"/>
                      <a:pt x="70" y="322"/>
                      <a:pt x="0" y="504"/>
                    </a:cubicBezTo>
                    <a:cubicBezTo>
                      <a:pt x="66" y="432"/>
                      <a:pt x="120" y="353"/>
                      <a:pt x="173" y="265"/>
                    </a:cubicBezTo>
                    <a:cubicBezTo>
                      <a:pt x="224" y="183"/>
                      <a:pt x="268" y="95"/>
                      <a:pt x="3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1" name="Google Shape;1351;p32"/>
              <p:cNvSpPr/>
              <p:nvPr/>
            </p:nvSpPr>
            <p:spPr>
              <a:xfrm>
                <a:off x="5194200" y="2046100"/>
                <a:ext cx="123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76" extrusionOk="0">
                    <a:moveTo>
                      <a:pt x="491" y="0"/>
                    </a:moveTo>
                    <a:cubicBezTo>
                      <a:pt x="460" y="32"/>
                      <a:pt x="428" y="67"/>
                      <a:pt x="403" y="98"/>
                    </a:cubicBezTo>
                    <a:cubicBezTo>
                      <a:pt x="375" y="136"/>
                      <a:pt x="347" y="167"/>
                      <a:pt x="318" y="202"/>
                    </a:cubicBezTo>
                    <a:cubicBezTo>
                      <a:pt x="275" y="256"/>
                      <a:pt x="229" y="314"/>
                      <a:pt x="186" y="371"/>
                    </a:cubicBezTo>
                    <a:lnTo>
                      <a:pt x="186" y="371"/>
                    </a:lnTo>
                    <a:cubicBezTo>
                      <a:pt x="131" y="249"/>
                      <a:pt x="68" y="126"/>
                      <a:pt x="1" y="10"/>
                    </a:cubicBezTo>
                    <a:lnTo>
                      <a:pt x="1" y="10"/>
                    </a:lnTo>
                    <a:cubicBezTo>
                      <a:pt x="45" y="155"/>
                      <a:pt x="98" y="296"/>
                      <a:pt x="155" y="438"/>
                    </a:cubicBezTo>
                    <a:lnTo>
                      <a:pt x="174" y="475"/>
                    </a:lnTo>
                    <a:lnTo>
                      <a:pt x="202" y="441"/>
                    </a:lnTo>
                    <a:cubicBezTo>
                      <a:pt x="255" y="372"/>
                      <a:pt x="302" y="296"/>
                      <a:pt x="356" y="224"/>
                    </a:cubicBezTo>
                    <a:cubicBezTo>
                      <a:pt x="378" y="189"/>
                      <a:pt x="403" y="155"/>
                      <a:pt x="425" y="114"/>
                    </a:cubicBezTo>
                    <a:cubicBezTo>
                      <a:pt x="450" y="76"/>
                      <a:pt x="472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2" name="Google Shape;1352;p32"/>
              <p:cNvSpPr/>
              <p:nvPr/>
            </p:nvSpPr>
            <p:spPr>
              <a:xfrm>
                <a:off x="5198450" y="2042100"/>
                <a:ext cx="20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80" h="586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35" y="94"/>
                      <a:pt x="19" y="192"/>
                      <a:pt x="13" y="289"/>
                    </a:cubicBezTo>
                    <a:cubicBezTo>
                      <a:pt x="0" y="390"/>
                      <a:pt x="0" y="488"/>
                      <a:pt x="13" y="585"/>
                    </a:cubicBezTo>
                    <a:cubicBezTo>
                      <a:pt x="63" y="393"/>
                      <a:pt x="79" y="195"/>
                      <a:pt x="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3" name="Google Shape;1353;p32"/>
              <p:cNvSpPr/>
              <p:nvPr/>
            </p:nvSpPr>
            <p:spPr>
              <a:xfrm>
                <a:off x="5123050" y="2029200"/>
                <a:ext cx="122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151"/>
                      <a:pt x="44" y="296"/>
                      <a:pt x="76" y="450"/>
                    </a:cubicBezTo>
                    <a:lnTo>
                      <a:pt x="88" y="491"/>
                    </a:lnTo>
                    <a:lnTo>
                      <a:pt x="123" y="459"/>
                    </a:lnTo>
                    <a:lnTo>
                      <a:pt x="305" y="277"/>
                    </a:lnTo>
                    <a:cubicBezTo>
                      <a:pt x="337" y="239"/>
                      <a:pt x="362" y="208"/>
                      <a:pt x="396" y="176"/>
                    </a:cubicBezTo>
                    <a:cubicBezTo>
                      <a:pt x="434" y="145"/>
                      <a:pt x="459" y="113"/>
                      <a:pt x="488" y="79"/>
                    </a:cubicBezTo>
                    <a:lnTo>
                      <a:pt x="488" y="79"/>
                    </a:lnTo>
                    <a:cubicBezTo>
                      <a:pt x="453" y="104"/>
                      <a:pt x="415" y="129"/>
                      <a:pt x="381" y="158"/>
                    </a:cubicBezTo>
                    <a:lnTo>
                      <a:pt x="280" y="239"/>
                    </a:lnTo>
                    <a:cubicBezTo>
                      <a:pt x="227" y="292"/>
                      <a:pt x="172" y="340"/>
                      <a:pt x="119" y="392"/>
                    </a:cubicBezTo>
                    <a:lnTo>
                      <a:pt x="119" y="392"/>
                    </a:lnTo>
                    <a:cubicBezTo>
                      <a:pt x="86" y="259"/>
                      <a:pt x="46" y="12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4" name="Google Shape;1354;p32"/>
              <p:cNvSpPr/>
              <p:nvPr/>
            </p:nvSpPr>
            <p:spPr>
              <a:xfrm>
                <a:off x="5125625" y="2025975"/>
                <a:ext cx="38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567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70" y="176"/>
                      <a:pt x="20" y="368"/>
                      <a:pt x="1" y="566"/>
                    </a:cubicBezTo>
                    <a:cubicBezTo>
                      <a:pt x="86" y="390"/>
                      <a:pt x="136" y="195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5" name="Google Shape;1355;p32"/>
              <p:cNvSpPr/>
              <p:nvPr/>
            </p:nvSpPr>
            <p:spPr>
              <a:xfrm>
                <a:off x="5236900" y="2069925"/>
                <a:ext cx="130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88" extrusionOk="0">
                    <a:moveTo>
                      <a:pt x="104" y="0"/>
                    </a:moveTo>
                    <a:lnTo>
                      <a:pt x="104" y="0"/>
                    </a:lnTo>
                    <a:cubicBezTo>
                      <a:pt x="60" y="148"/>
                      <a:pt x="26" y="299"/>
                      <a:pt x="7" y="450"/>
                    </a:cubicBezTo>
                    <a:lnTo>
                      <a:pt x="0" y="488"/>
                    </a:lnTo>
                    <a:lnTo>
                      <a:pt x="41" y="472"/>
                    </a:lnTo>
                    <a:cubicBezTo>
                      <a:pt x="126" y="441"/>
                      <a:pt x="205" y="409"/>
                      <a:pt x="287" y="372"/>
                    </a:cubicBezTo>
                    <a:cubicBezTo>
                      <a:pt x="324" y="353"/>
                      <a:pt x="365" y="337"/>
                      <a:pt x="403" y="318"/>
                    </a:cubicBezTo>
                    <a:lnTo>
                      <a:pt x="523" y="258"/>
                    </a:lnTo>
                    <a:lnTo>
                      <a:pt x="523" y="258"/>
                    </a:lnTo>
                    <a:cubicBezTo>
                      <a:pt x="478" y="268"/>
                      <a:pt x="441" y="277"/>
                      <a:pt x="397" y="290"/>
                    </a:cubicBezTo>
                    <a:lnTo>
                      <a:pt x="271" y="331"/>
                    </a:lnTo>
                    <a:cubicBezTo>
                      <a:pt x="203" y="352"/>
                      <a:pt x="133" y="377"/>
                      <a:pt x="64" y="403"/>
                    </a:cubicBezTo>
                    <a:lnTo>
                      <a:pt x="64" y="403"/>
                    </a:lnTo>
                    <a:cubicBezTo>
                      <a:pt x="85" y="269"/>
                      <a:pt x="99" y="134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6" name="Google Shape;1356;p32"/>
              <p:cNvSpPr/>
              <p:nvPr/>
            </p:nvSpPr>
            <p:spPr>
              <a:xfrm>
                <a:off x="5237600" y="2069375"/>
                <a:ext cx="90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66" extrusionOk="0">
                    <a:moveTo>
                      <a:pt x="359" y="0"/>
                    </a:moveTo>
                    <a:cubicBezTo>
                      <a:pt x="215" y="133"/>
                      <a:pt x="92" y="293"/>
                      <a:pt x="1" y="466"/>
                    </a:cubicBezTo>
                    <a:cubicBezTo>
                      <a:pt x="76" y="403"/>
                      <a:pt x="145" y="328"/>
                      <a:pt x="202" y="249"/>
                    </a:cubicBezTo>
                    <a:cubicBezTo>
                      <a:pt x="262" y="173"/>
                      <a:pt x="315" y="89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7" name="Google Shape;1357;p32"/>
              <p:cNvSpPr/>
              <p:nvPr/>
            </p:nvSpPr>
            <p:spPr>
              <a:xfrm>
                <a:off x="5135300" y="2109800"/>
                <a:ext cx="123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513" extrusionOk="0">
                    <a:moveTo>
                      <a:pt x="491" y="0"/>
                    </a:moveTo>
                    <a:cubicBezTo>
                      <a:pt x="466" y="35"/>
                      <a:pt x="441" y="72"/>
                      <a:pt x="419" y="107"/>
                    </a:cubicBezTo>
                    <a:cubicBezTo>
                      <a:pt x="394" y="142"/>
                      <a:pt x="372" y="176"/>
                      <a:pt x="347" y="217"/>
                    </a:cubicBezTo>
                    <a:cubicBezTo>
                      <a:pt x="312" y="281"/>
                      <a:pt x="274" y="342"/>
                      <a:pt x="236" y="407"/>
                    </a:cubicBezTo>
                    <a:lnTo>
                      <a:pt x="236" y="407"/>
                    </a:lnTo>
                    <a:cubicBezTo>
                      <a:pt x="164" y="291"/>
                      <a:pt x="86" y="178"/>
                      <a:pt x="1" y="72"/>
                    </a:cubicBezTo>
                    <a:lnTo>
                      <a:pt x="1" y="72"/>
                    </a:lnTo>
                    <a:cubicBezTo>
                      <a:pt x="61" y="208"/>
                      <a:pt x="133" y="343"/>
                      <a:pt x="215" y="472"/>
                    </a:cubicBezTo>
                    <a:lnTo>
                      <a:pt x="237" y="513"/>
                    </a:lnTo>
                    <a:lnTo>
                      <a:pt x="262" y="472"/>
                    </a:lnTo>
                    <a:cubicBezTo>
                      <a:pt x="300" y="409"/>
                      <a:pt x="334" y="343"/>
                      <a:pt x="366" y="277"/>
                    </a:cubicBezTo>
                    <a:cubicBezTo>
                      <a:pt x="391" y="223"/>
                      <a:pt x="419" y="173"/>
                      <a:pt x="441" y="123"/>
                    </a:cubicBezTo>
                    <a:cubicBezTo>
                      <a:pt x="457" y="82"/>
                      <a:pt x="476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8" name="Google Shape;1358;p32"/>
              <p:cNvSpPr/>
              <p:nvPr/>
            </p:nvSpPr>
            <p:spPr>
              <a:xfrm>
                <a:off x="5095525" y="2130550"/>
                <a:ext cx="1072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0" extrusionOk="0">
                    <a:moveTo>
                      <a:pt x="428" y="0"/>
                    </a:moveTo>
                    <a:cubicBezTo>
                      <a:pt x="415" y="35"/>
                      <a:pt x="409" y="79"/>
                      <a:pt x="403" y="117"/>
                    </a:cubicBezTo>
                    <a:cubicBezTo>
                      <a:pt x="390" y="164"/>
                      <a:pt x="378" y="236"/>
                      <a:pt x="368" y="280"/>
                    </a:cubicBezTo>
                    <a:cubicBezTo>
                      <a:pt x="358" y="344"/>
                      <a:pt x="348" y="407"/>
                      <a:pt x="339" y="472"/>
                    </a:cubicBezTo>
                    <a:lnTo>
                      <a:pt x="339" y="472"/>
                    </a:lnTo>
                    <a:cubicBezTo>
                      <a:pt x="229" y="392"/>
                      <a:pt x="116" y="319"/>
                      <a:pt x="0" y="249"/>
                    </a:cubicBezTo>
                    <a:lnTo>
                      <a:pt x="0" y="249"/>
                    </a:lnTo>
                    <a:cubicBezTo>
                      <a:pt x="110" y="350"/>
                      <a:pt x="224" y="447"/>
                      <a:pt x="349" y="541"/>
                    </a:cubicBezTo>
                    <a:lnTo>
                      <a:pt x="387" y="570"/>
                    </a:lnTo>
                    <a:lnTo>
                      <a:pt x="393" y="523"/>
                    </a:lnTo>
                    <a:cubicBezTo>
                      <a:pt x="406" y="434"/>
                      <a:pt x="412" y="353"/>
                      <a:pt x="422" y="261"/>
                    </a:cubicBezTo>
                    <a:cubicBezTo>
                      <a:pt x="428" y="224"/>
                      <a:pt x="428" y="177"/>
                      <a:pt x="428" y="133"/>
                    </a:cubicBez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9" name="Google Shape;1359;p32"/>
              <p:cNvSpPr/>
              <p:nvPr/>
            </p:nvSpPr>
            <p:spPr>
              <a:xfrm>
                <a:off x="5099050" y="2130150"/>
                <a:ext cx="61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3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98"/>
                      <a:pt x="57" y="193"/>
                      <a:pt x="98" y="284"/>
                    </a:cubicBezTo>
                    <a:cubicBezTo>
                      <a:pt x="139" y="375"/>
                      <a:pt x="186" y="460"/>
                      <a:pt x="246" y="539"/>
                    </a:cubicBezTo>
                    <a:cubicBezTo>
                      <a:pt x="199" y="347"/>
                      <a:pt x="114" y="16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0" name="Google Shape;1360;p32"/>
              <p:cNvSpPr/>
              <p:nvPr/>
            </p:nvSpPr>
            <p:spPr>
              <a:xfrm>
                <a:off x="5086475" y="2029275"/>
                <a:ext cx="107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3" extrusionOk="0">
                    <a:moveTo>
                      <a:pt x="372" y="0"/>
                    </a:moveTo>
                    <a:cubicBezTo>
                      <a:pt x="365" y="44"/>
                      <a:pt x="365" y="95"/>
                      <a:pt x="340" y="136"/>
                    </a:cubicBezTo>
                    <a:lnTo>
                      <a:pt x="340" y="265"/>
                    </a:lnTo>
                    <a:cubicBezTo>
                      <a:pt x="361" y="339"/>
                      <a:pt x="369" y="406"/>
                      <a:pt x="374" y="478"/>
                    </a:cubicBezTo>
                    <a:lnTo>
                      <a:pt x="374" y="478"/>
                    </a:lnTo>
                    <a:cubicBezTo>
                      <a:pt x="253" y="418"/>
                      <a:pt x="127" y="366"/>
                      <a:pt x="1" y="321"/>
                    </a:cubicBezTo>
                    <a:lnTo>
                      <a:pt x="1" y="321"/>
                    </a:lnTo>
                    <a:cubicBezTo>
                      <a:pt x="126" y="403"/>
                      <a:pt x="255" y="478"/>
                      <a:pt x="394" y="551"/>
                    </a:cubicBezTo>
                    <a:lnTo>
                      <a:pt x="428" y="573"/>
                    </a:lnTo>
                    <a:lnTo>
                      <a:pt x="428" y="526"/>
                    </a:lnTo>
                    <a:cubicBezTo>
                      <a:pt x="425" y="434"/>
                      <a:pt x="422" y="353"/>
                      <a:pt x="409" y="261"/>
                    </a:cubicBezTo>
                    <a:cubicBezTo>
                      <a:pt x="406" y="221"/>
                      <a:pt x="403" y="170"/>
                      <a:pt x="394" y="132"/>
                    </a:cubicBezTo>
                    <a:cubicBezTo>
                      <a:pt x="387" y="92"/>
                      <a:pt x="378" y="44"/>
                      <a:pt x="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1" name="Google Shape;1361;p32"/>
              <p:cNvSpPr/>
              <p:nvPr/>
            </p:nvSpPr>
            <p:spPr>
              <a:xfrm>
                <a:off x="5088050" y="2030300"/>
                <a:ext cx="86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344" h="4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" y="91"/>
                      <a:pt x="92" y="173"/>
                      <a:pt x="151" y="255"/>
                    </a:cubicBezTo>
                    <a:cubicBezTo>
                      <a:pt x="208" y="337"/>
                      <a:pt x="271" y="412"/>
                      <a:pt x="343" y="478"/>
                    </a:cubicBezTo>
                    <a:cubicBezTo>
                      <a:pt x="299" y="390"/>
                      <a:pt x="252" y="302"/>
                      <a:pt x="192" y="224"/>
                    </a:cubicBezTo>
                    <a:cubicBezTo>
                      <a:pt x="133" y="142"/>
                      <a:pt x="73" y="6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2" name="Google Shape;1362;p32"/>
              <p:cNvSpPr/>
              <p:nvPr/>
            </p:nvSpPr>
            <p:spPr>
              <a:xfrm>
                <a:off x="5220075" y="2108450"/>
                <a:ext cx="122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79" extrusionOk="0">
                    <a:moveTo>
                      <a:pt x="491" y="1"/>
                    </a:moveTo>
                    <a:cubicBezTo>
                      <a:pt x="456" y="32"/>
                      <a:pt x="428" y="67"/>
                      <a:pt x="400" y="98"/>
                    </a:cubicBezTo>
                    <a:cubicBezTo>
                      <a:pt x="371" y="130"/>
                      <a:pt x="346" y="164"/>
                      <a:pt x="318" y="199"/>
                    </a:cubicBezTo>
                    <a:lnTo>
                      <a:pt x="193" y="373"/>
                    </a:lnTo>
                    <a:lnTo>
                      <a:pt x="193" y="373"/>
                    </a:lnTo>
                    <a:cubicBezTo>
                      <a:pt x="135" y="249"/>
                      <a:pt x="71" y="129"/>
                      <a:pt x="0" y="10"/>
                    </a:cubicBezTo>
                    <a:lnTo>
                      <a:pt x="0" y="10"/>
                    </a:lnTo>
                    <a:cubicBezTo>
                      <a:pt x="48" y="158"/>
                      <a:pt x="104" y="299"/>
                      <a:pt x="164" y="441"/>
                    </a:cubicBezTo>
                    <a:lnTo>
                      <a:pt x="183" y="479"/>
                    </a:lnTo>
                    <a:lnTo>
                      <a:pt x="211" y="444"/>
                    </a:lnTo>
                    <a:cubicBezTo>
                      <a:pt x="261" y="372"/>
                      <a:pt x="309" y="303"/>
                      <a:pt x="356" y="227"/>
                    </a:cubicBezTo>
                    <a:cubicBezTo>
                      <a:pt x="384" y="189"/>
                      <a:pt x="409" y="152"/>
                      <a:pt x="428" y="114"/>
                    </a:cubicBezTo>
                    <a:cubicBezTo>
                      <a:pt x="447" y="79"/>
                      <a:pt x="472" y="38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3" name="Google Shape;1363;p32"/>
              <p:cNvSpPr/>
              <p:nvPr/>
            </p:nvSpPr>
            <p:spPr>
              <a:xfrm>
                <a:off x="5088275" y="2159175"/>
                <a:ext cx="145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5829" y="805"/>
                    </a:lnTo>
                    <a:lnTo>
                      <a:pt x="58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364" name="Google Shape;1364;p32"/>
          <p:cNvGrpSpPr/>
          <p:nvPr/>
        </p:nvGrpSpPr>
        <p:grpSpPr>
          <a:xfrm>
            <a:off x="7054936" y="3200393"/>
            <a:ext cx="1458886" cy="1978658"/>
            <a:chOff x="460250" y="1921475"/>
            <a:chExt cx="233075" cy="316125"/>
          </a:xfrm>
        </p:grpSpPr>
        <p:grpSp>
          <p:nvGrpSpPr>
            <p:cNvPr id="1365" name="Google Shape;1365;p32"/>
            <p:cNvGrpSpPr/>
            <p:nvPr/>
          </p:nvGrpSpPr>
          <p:grpSpPr>
            <a:xfrm>
              <a:off x="460250" y="1921475"/>
              <a:ext cx="233075" cy="185800"/>
              <a:chOff x="460250" y="1921475"/>
              <a:chExt cx="233075" cy="185800"/>
            </a:xfrm>
          </p:grpSpPr>
          <p:sp>
            <p:nvSpPr>
              <p:cNvPr id="1366" name="Google Shape;1366;p32"/>
              <p:cNvSpPr/>
              <p:nvPr/>
            </p:nvSpPr>
            <p:spPr>
              <a:xfrm>
                <a:off x="477550" y="1921475"/>
                <a:ext cx="97600" cy="1367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5470" extrusionOk="0">
                    <a:moveTo>
                      <a:pt x="1641" y="1"/>
                    </a:moveTo>
                    <a:cubicBezTo>
                      <a:pt x="1377" y="1"/>
                      <a:pt x="1116" y="49"/>
                      <a:pt x="897" y="161"/>
                    </a:cubicBezTo>
                    <a:cubicBezTo>
                      <a:pt x="491" y="371"/>
                      <a:pt x="246" y="780"/>
                      <a:pt x="135" y="1208"/>
                    </a:cubicBezTo>
                    <a:cubicBezTo>
                      <a:pt x="0" y="1711"/>
                      <a:pt x="25" y="2277"/>
                      <a:pt x="104" y="2787"/>
                    </a:cubicBezTo>
                    <a:cubicBezTo>
                      <a:pt x="183" y="3259"/>
                      <a:pt x="334" y="3731"/>
                      <a:pt x="642" y="4102"/>
                    </a:cubicBezTo>
                    <a:cubicBezTo>
                      <a:pt x="1290" y="4879"/>
                      <a:pt x="2369" y="4967"/>
                      <a:pt x="3208" y="5445"/>
                    </a:cubicBezTo>
                    <a:cubicBezTo>
                      <a:pt x="3210" y="5461"/>
                      <a:pt x="3247" y="5469"/>
                      <a:pt x="3272" y="5469"/>
                    </a:cubicBezTo>
                    <a:cubicBezTo>
                      <a:pt x="3289" y="5469"/>
                      <a:pt x="3300" y="5465"/>
                      <a:pt x="3287" y="5457"/>
                    </a:cubicBezTo>
                    <a:cubicBezTo>
                      <a:pt x="3256" y="5140"/>
                      <a:pt x="3384" y="4860"/>
                      <a:pt x="3510" y="4573"/>
                    </a:cubicBezTo>
                    <a:cubicBezTo>
                      <a:pt x="3611" y="4350"/>
                      <a:pt x="3693" y="4117"/>
                      <a:pt x="3752" y="3878"/>
                    </a:cubicBezTo>
                    <a:cubicBezTo>
                      <a:pt x="3878" y="3363"/>
                      <a:pt x="3903" y="2828"/>
                      <a:pt x="3831" y="2306"/>
                    </a:cubicBezTo>
                    <a:cubicBezTo>
                      <a:pt x="3696" y="1394"/>
                      <a:pt x="3234" y="381"/>
                      <a:pt x="2293" y="95"/>
                    </a:cubicBezTo>
                    <a:cubicBezTo>
                      <a:pt x="2091" y="35"/>
                      <a:pt x="1865" y="1"/>
                      <a:pt x="16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7" name="Google Shape;1367;p32"/>
              <p:cNvSpPr/>
              <p:nvPr/>
            </p:nvSpPr>
            <p:spPr>
              <a:xfrm>
                <a:off x="571775" y="1935525"/>
                <a:ext cx="121550" cy="127975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5119" extrusionOk="0">
                    <a:moveTo>
                      <a:pt x="3497" y="1"/>
                    </a:moveTo>
                    <a:cubicBezTo>
                      <a:pt x="3134" y="1"/>
                      <a:pt x="2755" y="95"/>
                      <a:pt x="2430" y="206"/>
                    </a:cubicBezTo>
                    <a:cubicBezTo>
                      <a:pt x="1493" y="523"/>
                      <a:pt x="710" y="1225"/>
                      <a:pt x="367" y="2159"/>
                    </a:cubicBezTo>
                    <a:cubicBezTo>
                      <a:pt x="1" y="3171"/>
                      <a:pt x="1016" y="5119"/>
                      <a:pt x="1074" y="5119"/>
                    </a:cubicBezTo>
                    <a:cubicBezTo>
                      <a:pt x="1074" y="5119"/>
                      <a:pt x="1075" y="5119"/>
                      <a:pt x="1075" y="5119"/>
                    </a:cubicBezTo>
                    <a:cubicBezTo>
                      <a:pt x="1682" y="4942"/>
                      <a:pt x="2289" y="4779"/>
                      <a:pt x="2896" y="4596"/>
                    </a:cubicBezTo>
                    <a:cubicBezTo>
                      <a:pt x="3368" y="4458"/>
                      <a:pt x="3780" y="4260"/>
                      <a:pt x="4097" y="3873"/>
                    </a:cubicBezTo>
                    <a:cubicBezTo>
                      <a:pt x="4412" y="3480"/>
                      <a:pt x="4623" y="3008"/>
                      <a:pt x="4701" y="2508"/>
                    </a:cubicBezTo>
                    <a:cubicBezTo>
                      <a:pt x="4799" y="1983"/>
                      <a:pt x="4862" y="1360"/>
                      <a:pt x="4679" y="841"/>
                    </a:cubicBezTo>
                    <a:cubicBezTo>
                      <a:pt x="4547" y="457"/>
                      <a:pt x="4261" y="127"/>
                      <a:pt x="3855" y="36"/>
                    </a:cubicBezTo>
                    <a:cubicBezTo>
                      <a:pt x="3739" y="11"/>
                      <a:pt x="3619" y="1"/>
                      <a:pt x="34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8" name="Google Shape;1368;p32"/>
              <p:cNvSpPr/>
              <p:nvPr/>
            </p:nvSpPr>
            <p:spPr>
              <a:xfrm>
                <a:off x="460250" y="2041750"/>
                <a:ext cx="104125" cy="640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562" extrusionOk="0">
                    <a:moveTo>
                      <a:pt x="744" y="1"/>
                    </a:moveTo>
                    <a:cubicBezTo>
                      <a:pt x="716" y="1"/>
                      <a:pt x="688" y="1"/>
                      <a:pt x="661" y="1"/>
                    </a:cubicBezTo>
                    <a:cubicBezTo>
                      <a:pt x="406" y="14"/>
                      <a:pt x="189" y="64"/>
                      <a:pt x="98" y="329"/>
                    </a:cubicBezTo>
                    <a:cubicBezTo>
                      <a:pt x="0" y="593"/>
                      <a:pt x="66" y="948"/>
                      <a:pt x="154" y="1216"/>
                    </a:cubicBezTo>
                    <a:cubicBezTo>
                      <a:pt x="334" y="1779"/>
                      <a:pt x="755" y="2562"/>
                      <a:pt x="1425" y="2562"/>
                    </a:cubicBezTo>
                    <a:cubicBezTo>
                      <a:pt x="1438" y="2562"/>
                      <a:pt x="1451" y="2562"/>
                      <a:pt x="1464" y="2562"/>
                    </a:cubicBezTo>
                    <a:cubicBezTo>
                      <a:pt x="1882" y="2562"/>
                      <a:pt x="2306" y="2514"/>
                      <a:pt x="2727" y="2511"/>
                    </a:cubicBezTo>
                    <a:cubicBezTo>
                      <a:pt x="2898" y="2508"/>
                      <a:pt x="3068" y="2506"/>
                      <a:pt x="3239" y="2506"/>
                    </a:cubicBezTo>
                    <a:cubicBezTo>
                      <a:pt x="3535" y="2506"/>
                      <a:pt x="3831" y="2512"/>
                      <a:pt x="4124" y="2530"/>
                    </a:cubicBezTo>
                    <a:cubicBezTo>
                      <a:pt x="4165" y="2530"/>
                      <a:pt x="4070" y="1137"/>
                      <a:pt x="2954" y="458"/>
                    </a:cubicBezTo>
                    <a:cubicBezTo>
                      <a:pt x="2639" y="269"/>
                      <a:pt x="2255" y="206"/>
                      <a:pt x="1903" y="130"/>
                    </a:cubicBezTo>
                    <a:cubicBezTo>
                      <a:pt x="1524" y="42"/>
                      <a:pt x="1132" y="1"/>
                      <a:pt x="7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9" name="Google Shape;1369;p32"/>
              <p:cNvSpPr/>
              <p:nvPr/>
            </p:nvSpPr>
            <p:spPr>
              <a:xfrm>
                <a:off x="610400" y="2055325"/>
                <a:ext cx="81600" cy="519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78" extrusionOk="0">
                    <a:moveTo>
                      <a:pt x="2442" y="0"/>
                    </a:moveTo>
                    <a:cubicBezTo>
                      <a:pt x="2107" y="0"/>
                      <a:pt x="1724" y="157"/>
                      <a:pt x="1480" y="276"/>
                    </a:cubicBezTo>
                    <a:cubicBezTo>
                      <a:pt x="829" y="594"/>
                      <a:pt x="304" y="1135"/>
                      <a:pt x="5" y="1795"/>
                    </a:cubicBezTo>
                    <a:cubicBezTo>
                      <a:pt x="1" y="1808"/>
                      <a:pt x="12" y="1820"/>
                      <a:pt x="23" y="1820"/>
                    </a:cubicBezTo>
                    <a:cubicBezTo>
                      <a:pt x="28" y="1820"/>
                      <a:pt x="33" y="1817"/>
                      <a:pt x="36" y="1811"/>
                    </a:cubicBezTo>
                    <a:cubicBezTo>
                      <a:pt x="43" y="1817"/>
                      <a:pt x="49" y="1821"/>
                      <a:pt x="52" y="1821"/>
                    </a:cubicBezTo>
                    <a:cubicBezTo>
                      <a:pt x="502" y="1927"/>
                      <a:pt x="958" y="2009"/>
                      <a:pt x="1417" y="2056"/>
                    </a:cubicBezTo>
                    <a:cubicBezTo>
                      <a:pt x="1542" y="2067"/>
                      <a:pt x="1673" y="2077"/>
                      <a:pt x="1805" y="2077"/>
                    </a:cubicBezTo>
                    <a:cubicBezTo>
                      <a:pt x="2062" y="2077"/>
                      <a:pt x="2321" y="2039"/>
                      <a:pt x="2537" y="1896"/>
                    </a:cubicBezTo>
                    <a:cubicBezTo>
                      <a:pt x="2974" y="1607"/>
                      <a:pt x="3263" y="827"/>
                      <a:pt x="3027" y="336"/>
                    </a:cubicBezTo>
                    <a:cubicBezTo>
                      <a:pt x="2910" y="86"/>
                      <a:pt x="2689" y="0"/>
                      <a:pt x="24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370" name="Google Shape;1370;p32"/>
            <p:cNvGrpSpPr/>
            <p:nvPr/>
          </p:nvGrpSpPr>
          <p:grpSpPr>
            <a:xfrm>
              <a:off x="470000" y="1944350"/>
              <a:ext cx="211300" cy="231925"/>
              <a:chOff x="470000" y="1944350"/>
              <a:chExt cx="211300" cy="231925"/>
            </a:xfrm>
          </p:grpSpPr>
          <p:sp>
            <p:nvSpPr>
              <p:cNvPr id="1371" name="Google Shape;1371;p32"/>
              <p:cNvSpPr/>
              <p:nvPr/>
            </p:nvSpPr>
            <p:spPr>
              <a:xfrm>
                <a:off x="496150" y="1944350"/>
                <a:ext cx="95650" cy="218100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8724" extrusionOk="0">
                    <a:moveTo>
                      <a:pt x="1187" y="1"/>
                    </a:moveTo>
                    <a:cubicBezTo>
                      <a:pt x="1178" y="1"/>
                      <a:pt x="1172" y="7"/>
                      <a:pt x="1172" y="13"/>
                    </a:cubicBezTo>
                    <a:cubicBezTo>
                      <a:pt x="1099" y="362"/>
                      <a:pt x="1074" y="721"/>
                      <a:pt x="1090" y="1079"/>
                    </a:cubicBezTo>
                    <a:cubicBezTo>
                      <a:pt x="907" y="721"/>
                      <a:pt x="719" y="369"/>
                      <a:pt x="514" y="23"/>
                    </a:cubicBezTo>
                    <a:cubicBezTo>
                      <a:pt x="509" y="13"/>
                      <a:pt x="501" y="10"/>
                      <a:pt x="493" y="10"/>
                    </a:cubicBezTo>
                    <a:cubicBezTo>
                      <a:pt x="475" y="10"/>
                      <a:pt x="457" y="32"/>
                      <a:pt x="470" y="54"/>
                    </a:cubicBezTo>
                    <a:cubicBezTo>
                      <a:pt x="791" y="658"/>
                      <a:pt x="1084" y="1287"/>
                      <a:pt x="1360" y="1916"/>
                    </a:cubicBezTo>
                    <a:cubicBezTo>
                      <a:pt x="970" y="1576"/>
                      <a:pt x="524" y="1318"/>
                      <a:pt x="36" y="1149"/>
                    </a:cubicBezTo>
                    <a:cubicBezTo>
                      <a:pt x="34" y="1148"/>
                      <a:pt x="32" y="1148"/>
                      <a:pt x="30" y="1148"/>
                    </a:cubicBezTo>
                    <a:cubicBezTo>
                      <a:pt x="12" y="1148"/>
                      <a:pt x="0" y="1174"/>
                      <a:pt x="21" y="1180"/>
                    </a:cubicBezTo>
                    <a:cubicBezTo>
                      <a:pt x="546" y="1410"/>
                      <a:pt x="1030" y="1727"/>
                      <a:pt x="1445" y="2124"/>
                    </a:cubicBezTo>
                    <a:cubicBezTo>
                      <a:pt x="1647" y="2586"/>
                      <a:pt x="1832" y="3048"/>
                      <a:pt x="2011" y="3520"/>
                    </a:cubicBezTo>
                    <a:cubicBezTo>
                      <a:pt x="1486" y="3004"/>
                      <a:pt x="766" y="2665"/>
                      <a:pt x="71" y="2482"/>
                    </a:cubicBezTo>
                    <a:cubicBezTo>
                      <a:pt x="68" y="2481"/>
                      <a:pt x="66" y="2481"/>
                      <a:pt x="64" y="2481"/>
                    </a:cubicBezTo>
                    <a:cubicBezTo>
                      <a:pt x="45" y="2481"/>
                      <a:pt x="42" y="2514"/>
                      <a:pt x="61" y="2517"/>
                    </a:cubicBezTo>
                    <a:cubicBezTo>
                      <a:pt x="870" y="2762"/>
                      <a:pt x="1499" y="3218"/>
                      <a:pt x="2106" y="3769"/>
                    </a:cubicBezTo>
                    <a:cubicBezTo>
                      <a:pt x="2178" y="3957"/>
                      <a:pt x="2247" y="4149"/>
                      <a:pt x="2317" y="4338"/>
                    </a:cubicBezTo>
                    <a:cubicBezTo>
                      <a:pt x="2574" y="5058"/>
                      <a:pt x="2823" y="5781"/>
                      <a:pt x="3059" y="6511"/>
                    </a:cubicBezTo>
                    <a:cubicBezTo>
                      <a:pt x="3172" y="6860"/>
                      <a:pt x="3282" y="7213"/>
                      <a:pt x="3392" y="7562"/>
                    </a:cubicBezTo>
                    <a:cubicBezTo>
                      <a:pt x="3512" y="7939"/>
                      <a:pt x="3600" y="8335"/>
                      <a:pt x="3751" y="8700"/>
                    </a:cubicBezTo>
                    <a:cubicBezTo>
                      <a:pt x="3757" y="8716"/>
                      <a:pt x="3773" y="8724"/>
                      <a:pt x="3787" y="8724"/>
                    </a:cubicBezTo>
                    <a:cubicBezTo>
                      <a:pt x="3807" y="8724"/>
                      <a:pt x="3825" y="8710"/>
                      <a:pt x="3820" y="8685"/>
                    </a:cubicBezTo>
                    <a:cubicBezTo>
                      <a:pt x="3735" y="8326"/>
                      <a:pt x="3638" y="7967"/>
                      <a:pt x="3518" y="7618"/>
                    </a:cubicBezTo>
                    <a:cubicBezTo>
                      <a:pt x="3405" y="7235"/>
                      <a:pt x="3292" y="6851"/>
                      <a:pt x="3172" y="6470"/>
                    </a:cubicBezTo>
                    <a:cubicBezTo>
                      <a:pt x="2939" y="5722"/>
                      <a:pt x="2700" y="4976"/>
                      <a:pt x="2436" y="4240"/>
                    </a:cubicBezTo>
                    <a:cubicBezTo>
                      <a:pt x="2279" y="3800"/>
                      <a:pt x="2112" y="3363"/>
                      <a:pt x="1933" y="2932"/>
                    </a:cubicBezTo>
                    <a:cubicBezTo>
                      <a:pt x="1955" y="2658"/>
                      <a:pt x="1989" y="2388"/>
                      <a:pt x="2037" y="2117"/>
                    </a:cubicBezTo>
                    <a:cubicBezTo>
                      <a:pt x="2106" y="1790"/>
                      <a:pt x="2210" y="1476"/>
                      <a:pt x="2304" y="1158"/>
                    </a:cubicBezTo>
                    <a:cubicBezTo>
                      <a:pt x="2308" y="1146"/>
                      <a:pt x="2295" y="1136"/>
                      <a:pt x="2283" y="1136"/>
                    </a:cubicBezTo>
                    <a:cubicBezTo>
                      <a:pt x="2277" y="1136"/>
                      <a:pt x="2272" y="1139"/>
                      <a:pt x="2269" y="1145"/>
                    </a:cubicBezTo>
                    <a:cubicBezTo>
                      <a:pt x="2081" y="1586"/>
                      <a:pt x="1832" y="2149"/>
                      <a:pt x="1829" y="2671"/>
                    </a:cubicBezTo>
                    <a:cubicBezTo>
                      <a:pt x="1625" y="2180"/>
                      <a:pt x="1404" y="1699"/>
                      <a:pt x="1169" y="1224"/>
                    </a:cubicBezTo>
                    <a:cubicBezTo>
                      <a:pt x="1140" y="825"/>
                      <a:pt x="1153" y="419"/>
                      <a:pt x="1200" y="16"/>
                    </a:cubicBezTo>
                    <a:cubicBezTo>
                      <a:pt x="1200" y="10"/>
                      <a:pt x="1194" y="1"/>
                      <a:pt x="118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2" name="Google Shape;1372;p32"/>
              <p:cNvSpPr/>
              <p:nvPr/>
            </p:nvSpPr>
            <p:spPr>
              <a:xfrm>
                <a:off x="541625" y="1960425"/>
                <a:ext cx="8800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779" extrusionOk="0">
                    <a:moveTo>
                      <a:pt x="325" y="0"/>
                    </a:moveTo>
                    <a:cubicBezTo>
                      <a:pt x="317" y="0"/>
                      <a:pt x="308" y="5"/>
                      <a:pt x="303" y="15"/>
                    </a:cubicBezTo>
                    <a:cubicBezTo>
                      <a:pt x="155" y="245"/>
                      <a:pt x="51" y="502"/>
                      <a:pt x="1" y="770"/>
                    </a:cubicBezTo>
                    <a:cubicBezTo>
                      <a:pt x="1" y="775"/>
                      <a:pt x="5" y="779"/>
                      <a:pt x="8" y="779"/>
                    </a:cubicBezTo>
                    <a:cubicBezTo>
                      <a:pt x="11" y="779"/>
                      <a:pt x="13" y="777"/>
                      <a:pt x="13" y="773"/>
                    </a:cubicBezTo>
                    <a:cubicBezTo>
                      <a:pt x="108" y="518"/>
                      <a:pt x="218" y="276"/>
                      <a:pt x="343" y="34"/>
                    </a:cubicBezTo>
                    <a:cubicBezTo>
                      <a:pt x="351" y="14"/>
                      <a:pt x="339" y="0"/>
                      <a:pt x="32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3" name="Google Shape;1373;p32"/>
              <p:cNvSpPr/>
              <p:nvPr/>
            </p:nvSpPr>
            <p:spPr>
              <a:xfrm>
                <a:off x="492475" y="1998050"/>
                <a:ext cx="1952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94" extrusionOk="0">
                    <a:moveTo>
                      <a:pt x="13" y="1"/>
                    </a:moveTo>
                    <a:cubicBezTo>
                      <a:pt x="4" y="1"/>
                      <a:pt x="1" y="7"/>
                      <a:pt x="13" y="13"/>
                    </a:cubicBezTo>
                    <a:cubicBezTo>
                      <a:pt x="136" y="64"/>
                      <a:pt x="262" y="98"/>
                      <a:pt x="388" y="145"/>
                    </a:cubicBezTo>
                    <a:cubicBezTo>
                      <a:pt x="507" y="193"/>
                      <a:pt x="630" y="252"/>
                      <a:pt x="756" y="293"/>
                    </a:cubicBezTo>
                    <a:cubicBezTo>
                      <a:pt x="768" y="293"/>
                      <a:pt x="781" y="287"/>
                      <a:pt x="781" y="274"/>
                    </a:cubicBezTo>
                    <a:cubicBezTo>
                      <a:pt x="781" y="268"/>
                      <a:pt x="775" y="265"/>
                      <a:pt x="768" y="256"/>
                    </a:cubicBezTo>
                    <a:cubicBezTo>
                      <a:pt x="532" y="127"/>
                      <a:pt x="278" y="38"/>
                      <a:pt x="1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4" name="Google Shape;1374;p32"/>
              <p:cNvSpPr/>
              <p:nvPr/>
            </p:nvSpPr>
            <p:spPr>
              <a:xfrm>
                <a:off x="494675" y="1947975"/>
                <a:ext cx="6825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81" extrusionOk="0">
                    <a:moveTo>
                      <a:pt x="10" y="1"/>
                    </a:moveTo>
                    <a:cubicBezTo>
                      <a:pt x="5" y="1"/>
                      <a:pt x="3" y="5"/>
                      <a:pt x="1" y="10"/>
                    </a:cubicBezTo>
                    <a:cubicBezTo>
                      <a:pt x="1" y="13"/>
                      <a:pt x="1" y="22"/>
                      <a:pt x="4" y="22"/>
                    </a:cubicBezTo>
                    <a:cubicBezTo>
                      <a:pt x="80" y="82"/>
                      <a:pt x="158" y="132"/>
                      <a:pt x="243" y="180"/>
                    </a:cubicBezTo>
                    <a:cubicBezTo>
                      <a:pt x="245" y="180"/>
                      <a:pt x="246" y="181"/>
                      <a:pt x="248" y="181"/>
                    </a:cubicBezTo>
                    <a:cubicBezTo>
                      <a:pt x="260" y="181"/>
                      <a:pt x="273" y="162"/>
                      <a:pt x="259" y="151"/>
                    </a:cubicBezTo>
                    <a:cubicBezTo>
                      <a:pt x="183" y="91"/>
                      <a:pt x="102" y="41"/>
                      <a:pt x="17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5" name="Google Shape;1375;p32"/>
              <p:cNvSpPr/>
              <p:nvPr/>
            </p:nvSpPr>
            <p:spPr>
              <a:xfrm>
                <a:off x="576300" y="1965800"/>
                <a:ext cx="90300" cy="202750"/>
              </a:xfrm>
              <a:custGeom>
                <a:avLst/>
                <a:gdLst/>
                <a:ahLst/>
                <a:cxnLst/>
                <a:rect l="l" t="t" r="r" b="b"/>
                <a:pathLst>
                  <a:path w="3612" h="8110" extrusionOk="0">
                    <a:moveTo>
                      <a:pt x="3532" y="1"/>
                    </a:moveTo>
                    <a:cubicBezTo>
                      <a:pt x="3529" y="1"/>
                      <a:pt x="3526" y="2"/>
                      <a:pt x="3523" y="4"/>
                    </a:cubicBezTo>
                    <a:cubicBezTo>
                      <a:pt x="3202" y="234"/>
                      <a:pt x="2844" y="369"/>
                      <a:pt x="2485" y="523"/>
                    </a:cubicBezTo>
                    <a:cubicBezTo>
                      <a:pt x="2570" y="375"/>
                      <a:pt x="2649" y="225"/>
                      <a:pt x="2731" y="77"/>
                    </a:cubicBezTo>
                    <a:cubicBezTo>
                      <a:pt x="2746" y="47"/>
                      <a:pt x="2722" y="16"/>
                      <a:pt x="2696" y="16"/>
                    </a:cubicBezTo>
                    <a:cubicBezTo>
                      <a:pt x="2686" y="16"/>
                      <a:pt x="2676" y="21"/>
                      <a:pt x="2668" y="33"/>
                    </a:cubicBezTo>
                    <a:cubicBezTo>
                      <a:pt x="2347" y="495"/>
                      <a:pt x="2061" y="979"/>
                      <a:pt x="1806" y="1479"/>
                    </a:cubicBezTo>
                    <a:cubicBezTo>
                      <a:pt x="1740" y="1039"/>
                      <a:pt x="1721" y="599"/>
                      <a:pt x="1743" y="155"/>
                    </a:cubicBezTo>
                    <a:cubicBezTo>
                      <a:pt x="1743" y="149"/>
                      <a:pt x="1743" y="146"/>
                      <a:pt x="1740" y="143"/>
                    </a:cubicBezTo>
                    <a:cubicBezTo>
                      <a:pt x="1734" y="143"/>
                      <a:pt x="1730" y="143"/>
                      <a:pt x="1727" y="146"/>
                    </a:cubicBezTo>
                    <a:lnTo>
                      <a:pt x="1727" y="149"/>
                    </a:lnTo>
                    <a:cubicBezTo>
                      <a:pt x="1652" y="633"/>
                      <a:pt x="1655" y="1124"/>
                      <a:pt x="1743" y="1605"/>
                    </a:cubicBezTo>
                    <a:cubicBezTo>
                      <a:pt x="1529" y="2030"/>
                      <a:pt x="1337" y="2461"/>
                      <a:pt x="1164" y="2901"/>
                    </a:cubicBezTo>
                    <a:cubicBezTo>
                      <a:pt x="1095" y="2640"/>
                      <a:pt x="1007" y="2379"/>
                      <a:pt x="944" y="2112"/>
                    </a:cubicBezTo>
                    <a:cubicBezTo>
                      <a:pt x="850" y="1731"/>
                      <a:pt x="822" y="1338"/>
                      <a:pt x="853" y="945"/>
                    </a:cubicBezTo>
                    <a:cubicBezTo>
                      <a:pt x="853" y="942"/>
                      <a:pt x="850" y="935"/>
                      <a:pt x="847" y="935"/>
                    </a:cubicBezTo>
                    <a:cubicBezTo>
                      <a:pt x="844" y="935"/>
                      <a:pt x="837" y="942"/>
                      <a:pt x="837" y="945"/>
                    </a:cubicBezTo>
                    <a:cubicBezTo>
                      <a:pt x="733" y="1668"/>
                      <a:pt x="818" y="2407"/>
                      <a:pt x="1095" y="3087"/>
                    </a:cubicBezTo>
                    <a:cubicBezTo>
                      <a:pt x="991" y="3351"/>
                      <a:pt x="897" y="3618"/>
                      <a:pt x="806" y="3886"/>
                    </a:cubicBezTo>
                    <a:cubicBezTo>
                      <a:pt x="350" y="5241"/>
                      <a:pt x="79" y="6656"/>
                      <a:pt x="1" y="8088"/>
                    </a:cubicBezTo>
                    <a:cubicBezTo>
                      <a:pt x="1" y="8103"/>
                      <a:pt x="13" y="8110"/>
                      <a:pt x="29" y="8110"/>
                    </a:cubicBezTo>
                    <a:cubicBezTo>
                      <a:pt x="42" y="8110"/>
                      <a:pt x="48" y="8103"/>
                      <a:pt x="51" y="8091"/>
                    </a:cubicBezTo>
                    <a:cubicBezTo>
                      <a:pt x="208" y="6682"/>
                      <a:pt x="513" y="5288"/>
                      <a:pt x="957" y="3936"/>
                    </a:cubicBezTo>
                    <a:cubicBezTo>
                      <a:pt x="1136" y="3407"/>
                      <a:pt x="1334" y="2895"/>
                      <a:pt x="1554" y="2392"/>
                    </a:cubicBezTo>
                    <a:cubicBezTo>
                      <a:pt x="1913" y="2285"/>
                      <a:pt x="2275" y="2143"/>
                      <a:pt x="2621" y="2020"/>
                    </a:cubicBezTo>
                    <a:cubicBezTo>
                      <a:pt x="2970" y="1898"/>
                      <a:pt x="3316" y="1766"/>
                      <a:pt x="3605" y="1542"/>
                    </a:cubicBezTo>
                    <a:cubicBezTo>
                      <a:pt x="3611" y="1536"/>
                      <a:pt x="3611" y="1530"/>
                      <a:pt x="3605" y="1520"/>
                    </a:cubicBezTo>
                    <a:lnTo>
                      <a:pt x="3596" y="1523"/>
                    </a:lnTo>
                    <a:cubicBezTo>
                      <a:pt x="3215" y="1706"/>
                      <a:pt x="2816" y="1863"/>
                      <a:pt x="2407" y="1989"/>
                    </a:cubicBezTo>
                    <a:cubicBezTo>
                      <a:pt x="2136" y="2064"/>
                      <a:pt x="1869" y="2159"/>
                      <a:pt x="1614" y="2278"/>
                    </a:cubicBezTo>
                    <a:cubicBezTo>
                      <a:pt x="1869" y="1706"/>
                      <a:pt x="2152" y="1149"/>
                      <a:pt x="2448" y="596"/>
                    </a:cubicBezTo>
                    <a:cubicBezTo>
                      <a:pt x="2838" y="479"/>
                      <a:pt x="3250" y="303"/>
                      <a:pt x="3545" y="30"/>
                    </a:cubicBezTo>
                    <a:cubicBezTo>
                      <a:pt x="3552" y="20"/>
                      <a:pt x="3552" y="7"/>
                      <a:pt x="3545" y="4"/>
                    </a:cubicBezTo>
                    <a:cubicBezTo>
                      <a:pt x="3542" y="3"/>
                      <a:pt x="3537" y="1"/>
                      <a:pt x="35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6" name="Google Shape;1376;p32"/>
              <p:cNvSpPr/>
              <p:nvPr/>
            </p:nvSpPr>
            <p:spPr>
              <a:xfrm>
                <a:off x="652575" y="1989550"/>
                <a:ext cx="28325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83" extrusionOk="0">
                    <a:moveTo>
                      <a:pt x="1114" y="1"/>
                    </a:moveTo>
                    <a:cubicBezTo>
                      <a:pt x="1113" y="1"/>
                      <a:pt x="1112" y="1"/>
                      <a:pt x="1111" y="1"/>
                    </a:cubicBezTo>
                    <a:cubicBezTo>
                      <a:pt x="740" y="136"/>
                      <a:pt x="390" y="322"/>
                      <a:pt x="16" y="451"/>
                    </a:cubicBezTo>
                    <a:cubicBezTo>
                      <a:pt x="0" y="457"/>
                      <a:pt x="10" y="482"/>
                      <a:pt x="29" y="482"/>
                    </a:cubicBezTo>
                    <a:cubicBezTo>
                      <a:pt x="419" y="397"/>
                      <a:pt x="809" y="281"/>
                      <a:pt x="1126" y="20"/>
                    </a:cubicBezTo>
                    <a:cubicBezTo>
                      <a:pt x="1132" y="14"/>
                      <a:pt x="1125" y="1"/>
                      <a:pt x="11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7" name="Google Shape;1377;p32"/>
              <p:cNvSpPr/>
              <p:nvPr/>
            </p:nvSpPr>
            <p:spPr>
              <a:xfrm>
                <a:off x="599425" y="1969200"/>
                <a:ext cx="51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075" extrusionOk="0">
                    <a:moveTo>
                      <a:pt x="186" y="1"/>
                    </a:moveTo>
                    <a:cubicBezTo>
                      <a:pt x="181" y="1"/>
                      <a:pt x="177" y="3"/>
                      <a:pt x="173" y="10"/>
                    </a:cubicBezTo>
                    <a:cubicBezTo>
                      <a:pt x="73" y="353"/>
                      <a:pt x="0" y="714"/>
                      <a:pt x="104" y="1064"/>
                    </a:cubicBezTo>
                    <a:cubicBezTo>
                      <a:pt x="106" y="1070"/>
                      <a:pt x="112" y="1074"/>
                      <a:pt x="118" y="1074"/>
                    </a:cubicBezTo>
                    <a:cubicBezTo>
                      <a:pt x="123" y="1074"/>
                      <a:pt x="128" y="1071"/>
                      <a:pt x="129" y="1064"/>
                    </a:cubicBezTo>
                    <a:cubicBezTo>
                      <a:pt x="151" y="705"/>
                      <a:pt x="129" y="365"/>
                      <a:pt x="205" y="22"/>
                    </a:cubicBezTo>
                    <a:cubicBezTo>
                      <a:pt x="205" y="10"/>
                      <a:pt x="195" y="1"/>
                      <a:pt x="18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8" name="Google Shape;1378;p32"/>
              <p:cNvSpPr/>
              <p:nvPr/>
            </p:nvSpPr>
            <p:spPr>
              <a:xfrm>
                <a:off x="638425" y="1949700"/>
                <a:ext cx="5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604" extrusionOk="0">
                    <a:moveTo>
                      <a:pt x="202" y="0"/>
                    </a:moveTo>
                    <a:cubicBezTo>
                      <a:pt x="195" y="0"/>
                      <a:pt x="186" y="4"/>
                      <a:pt x="180" y="7"/>
                    </a:cubicBezTo>
                    <a:cubicBezTo>
                      <a:pt x="60" y="177"/>
                      <a:pt x="0" y="381"/>
                      <a:pt x="16" y="589"/>
                    </a:cubicBezTo>
                    <a:cubicBezTo>
                      <a:pt x="16" y="596"/>
                      <a:pt x="25" y="603"/>
                      <a:pt x="32" y="603"/>
                    </a:cubicBezTo>
                    <a:cubicBezTo>
                      <a:pt x="36" y="603"/>
                      <a:pt x="40" y="601"/>
                      <a:pt x="41" y="595"/>
                    </a:cubicBezTo>
                    <a:cubicBezTo>
                      <a:pt x="88" y="397"/>
                      <a:pt x="164" y="221"/>
                      <a:pt x="221" y="32"/>
                    </a:cubicBezTo>
                    <a:cubicBezTo>
                      <a:pt x="227" y="19"/>
                      <a:pt x="217" y="4"/>
                      <a:pt x="2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9" name="Google Shape;1379;p32"/>
              <p:cNvSpPr/>
              <p:nvPr/>
            </p:nvSpPr>
            <p:spPr>
              <a:xfrm>
                <a:off x="474875" y="2047750"/>
                <a:ext cx="116400" cy="124925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997" extrusionOk="0">
                    <a:moveTo>
                      <a:pt x="281" y="0"/>
                    </a:moveTo>
                    <a:cubicBezTo>
                      <a:pt x="272" y="0"/>
                      <a:pt x="262" y="17"/>
                      <a:pt x="274" y="26"/>
                    </a:cubicBezTo>
                    <a:cubicBezTo>
                      <a:pt x="393" y="111"/>
                      <a:pt x="526" y="186"/>
                      <a:pt x="642" y="284"/>
                    </a:cubicBezTo>
                    <a:cubicBezTo>
                      <a:pt x="721" y="356"/>
                      <a:pt x="796" y="425"/>
                      <a:pt x="865" y="504"/>
                    </a:cubicBezTo>
                    <a:cubicBezTo>
                      <a:pt x="595" y="419"/>
                      <a:pt x="315" y="340"/>
                      <a:pt x="47" y="268"/>
                    </a:cubicBezTo>
                    <a:cubicBezTo>
                      <a:pt x="42" y="267"/>
                      <a:pt x="38" y="266"/>
                      <a:pt x="34" y="266"/>
                    </a:cubicBezTo>
                    <a:cubicBezTo>
                      <a:pt x="1" y="266"/>
                      <a:pt x="7" y="297"/>
                      <a:pt x="57" y="299"/>
                    </a:cubicBezTo>
                    <a:cubicBezTo>
                      <a:pt x="566" y="497"/>
                      <a:pt x="1082" y="658"/>
                      <a:pt x="1592" y="856"/>
                    </a:cubicBezTo>
                    <a:cubicBezTo>
                      <a:pt x="1256" y="872"/>
                      <a:pt x="924" y="955"/>
                      <a:pt x="589" y="955"/>
                    </a:cubicBezTo>
                    <a:cubicBezTo>
                      <a:pt x="460" y="955"/>
                      <a:pt x="330" y="943"/>
                      <a:pt x="198" y="909"/>
                    </a:cubicBezTo>
                    <a:cubicBezTo>
                      <a:pt x="196" y="909"/>
                      <a:pt x="194" y="908"/>
                      <a:pt x="192" y="908"/>
                    </a:cubicBezTo>
                    <a:cubicBezTo>
                      <a:pt x="186" y="908"/>
                      <a:pt x="183" y="912"/>
                      <a:pt x="183" y="919"/>
                    </a:cubicBezTo>
                    <a:cubicBezTo>
                      <a:pt x="176" y="925"/>
                      <a:pt x="183" y="935"/>
                      <a:pt x="189" y="935"/>
                    </a:cubicBezTo>
                    <a:cubicBezTo>
                      <a:pt x="366" y="993"/>
                      <a:pt x="547" y="1014"/>
                      <a:pt x="730" y="1014"/>
                    </a:cubicBezTo>
                    <a:cubicBezTo>
                      <a:pt x="1058" y="1014"/>
                      <a:pt x="1391" y="947"/>
                      <a:pt x="1714" y="906"/>
                    </a:cubicBezTo>
                    <a:lnTo>
                      <a:pt x="1787" y="938"/>
                    </a:lnTo>
                    <a:cubicBezTo>
                      <a:pt x="2215" y="1104"/>
                      <a:pt x="2608" y="1356"/>
                      <a:pt x="2947" y="1677"/>
                    </a:cubicBezTo>
                    <a:cubicBezTo>
                      <a:pt x="2787" y="1643"/>
                      <a:pt x="2625" y="1631"/>
                      <a:pt x="2462" y="1631"/>
                    </a:cubicBezTo>
                    <a:cubicBezTo>
                      <a:pt x="2070" y="1631"/>
                      <a:pt x="1674" y="1700"/>
                      <a:pt x="1280" y="1700"/>
                    </a:cubicBezTo>
                    <a:cubicBezTo>
                      <a:pt x="1035" y="1700"/>
                      <a:pt x="791" y="1673"/>
                      <a:pt x="551" y="1586"/>
                    </a:cubicBezTo>
                    <a:cubicBezTo>
                      <a:pt x="550" y="1586"/>
                      <a:pt x="550" y="1585"/>
                      <a:pt x="549" y="1585"/>
                    </a:cubicBezTo>
                    <a:cubicBezTo>
                      <a:pt x="540" y="1585"/>
                      <a:pt x="526" y="1608"/>
                      <a:pt x="541" y="1617"/>
                    </a:cubicBezTo>
                    <a:cubicBezTo>
                      <a:pt x="790" y="1755"/>
                      <a:pt x="1079" y="1794"/>
                      <a:pt x="1363" y="1794"/>
                    </a:cubicBezTo>
                    <a:cubicBezTo>
                      <a:pt x="1482" y="1794"/>
                      <a:pt x="1600" y="1787"/>
                      <a:pt x="1714" y="1778"/>
                    </a:cubicBezTo>
                    <a:cubicBezTo>
                      <a:pt x="1957" y="1759"/>
                      <a:pt x="2192" y="1724"/>
                      <a:pt x="2428" y="1724"/>
                    </a:cubicBezTo>
                    <a:cubicBezTo>
                      <a:pt x="2633" y="1724"/>
                      <a:pt x="2831" y="1740"/>
                      <a:pt x="3035" y="1765"/>
                    </a:cubicBezTo>
                    <a:cubicBezTo>
                      <a:pt x="3092" y="1825"/>
                      <a:pt x="3145" y="1885"/>
                      <a:pt x="3199" y="1947"/>
                    </a:cubicBezTo>
                    <a:cubicBezTo>
                      <a:pt x="3932" y="2812"/>
                      <a:pt x="4419" y="3863"/>
                      <a:pt x="4608" y="4979"/>
                    </a:cubicBezTo>
                    <a:cubicBezTo>
                      <a:pt x="4611" y="4991"/>
                      <a:pt x="4619" y="4996"/>
                      <a:pt x="4629" y="4996"/>
                    </a:cubicBezTo>
                    <a:cubicBezTo>
                      <a:pt x="4641" y="4996"/>
                      <a:pt x="4655" y="4986"/>
                      <a:pt x="4655" y="4970"/>
                    </a:cubicBezTo>
                    <a:cubicBezTo>
                      <a:pt x="4652" y="3831"/>
                      <a:pt x="4070" y="2715"/>
                      <a:pt x="3331" y="1872"/>
                    </a:cubicBezTo>
                    <a:cubicBezTo>
                      <a:pt x="3142" y="1661"/>
                      <a:pt x="2928" y="1466"/>
                      <a:pt x="2699" y="1299"/>
                    </a:cubicBezTo>
                    <a:cubicBezTo>
                      <a:pt x="2554" y="878"/>
                      <a:pt x="2233" y="532"/>
                      <a:pt x="1825" y="356"/>
                    </a:cubicBezTo>
                    <a:cubicBezTo>
                      <a:pt x="1822" y="352"/>
                      <a:pt x="1818" y="350"/>
                      <a:pt x="1814" y="350"/>
                    </a:cubicBezTo>
                    <a:cubicBezTo>
                      <a:pt x="1809" y="350"/>
                      <a:pt x="1804" y="354"/>
                      <a:pt x="1802" y="359"/>
                    </a:cubicBezTo>
                    <a:cubicBezTo>
                      <a:pt x="1793" y="369"/>
                      <a:pt x="1799" y="378"/>
                      <a:pt x="1806" y="384"/>
                    </a:cubicBezTo>
                    <a:cubicBezTo>
                      <a:pt x="1997" y="519"/>
                      <a:pt x="2199" y="626"/>
                      <a:pt x="2350" y="818"/>
                    </a:cubicBezTo>
                    <a:cubicBezTo>
                      <a:pt x="2438" y="950"/>
                      <a:pt x="2513" y="1082"/>
                      <a:pt x="2579" y="1224"/>
                    </a:cubicBezTo>
                    <a:cubicBezTo>
                      <a:pt x="2375" y="1092"/>
                      <a:pt x="2164" y="976"/>
                      <a:pt x="1941" y="887"/>
                    </a:cubicBezTo>
                    <a:cubicBezTo>
                      <a:pt x="1617" y="755"/>
                      <a:pt x="1280" y="633"/>
                      <a:pt x="941" y="523"/>
                    </a:cubicBezTo>
                    <a:cubicBezTo>
                      <a:pt x="777" y="293"/>
                      <a:pt x="548" y="111"/>
                      <a:pt x="283" y="1"/>
                    </a:cubicBezTo>
                    <a:cubicBezTo>
                      <a:pt x="283" y="0"/>
                      <a:pt x="282" y="0"/>
                      <a:pt x="28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0" name="Google Shape;1380;p32"/>
              <p:cNvSpPr/>
              <p:nvPr/>
            </p:nvSpPr>
            <p:spPr>
              <a:xfrm>
                <a:off x="470000" y="2066850"/>
                <a:ext cx="18975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759" h="93" extrusionOk="0">
                    <a:moveTo>
                      <a:pt x="19" y="1"/>
                    </a:moveTo>
                    <a:cubicBezTo>
                      <a:pt x="7" y="1"/>
                      <a:pt x="0" y="17"/>
                      <a:pt x="13" y="20"/>
                    </a:cubicBezTo>
                    <a:cubicBezTo>
                      <a:pt x="164" y="67"/>
                      <a:pt x="321" y="93"/>
                      <a:pt x="478" y="93"/>
                    </a:cubicBezTo>
                    <a:cubicBezTo>
                      <a:pt x="569" y="93"/>
                      <a:pt x="661" y="84"/>
                      <a:pt x="752" y="67"/>
                    </a:cubicBezTo>
                    <a:cubicBezTo>
                      <a:pt x="758" y="64"/>
                      <a:pt x="755" y="54"/>
                      <a:pt x="752" y="54"/>
                    </a:cubicBezTo>
                    <a:cubicBezTo>
                      <a:pt x="507" y="51"/>
                      <a:pt x="264" y="32"/>
                      <a:pt x="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1" name="Google Shape;1381;p32"/>
              <p:cNvSpPr/>
              <p:nvPr/>
            </p:nvSpPr>
            <p:spPr>
              <a:xfrm>
                <a:off x="510975" y="2054750"/>
                <a:ext cx="101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280" extrusionOk="0">
                    <a:moveTo>
                      <a:pt x="32" y="0"/>
                    </a:moveTo>
                    <a:cubicBezTo>
                      <a:pt x="14" y="0"/>
                      <a:pt x="0" y="26"/>
                      <a:pt x="3" y="32"/>
                    </a:cubicBezTo>
                    <a:cubicBezTo>
                      <a:pt x="63" y="76"/>
                      <a:pt x="123" y="111"/>
                      <a:pt x="186" y="145"/>
                    </a:cubicBezTo>
                    <a:cubicBezTo>
                      <a:pt x="248" y="186"/>
                      <a:pt x="311" y="233"/>
                      <a:pt x="374" y="277"/>
                    </a:cubicBezTo>
                    <a:cubicBezTo>
                      <a:pt x="377" y="279"/>
                      <a:pt x="380" y="280"/>
                      <a:pt x="383" y="280"/>
                    </a:cubicBezTo>
                    <a:cubicBezTo>
                      <a:pt x="397" y="280"/>
                      <a:pt x="404" y="263"/>
                      <a:pt x="393" y="252"/>
                    </a:cubicBezTo>
                    <a:cubicBezTo>
                      <a:pt x="292" y="145"/>
                      <a:pt x="170" y="63"/>
                      <a:pt x="35" y="0"/>
                    </a:cubicBezTo>
                    <a:cubicBezTo>
                      <a:pt x="34" y="0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2" name="Google Shape;1382;p32"/>
              <p:cNvSpPr/>
              <p:nvPr/>
            </p:nvSpPr>
            <p:spPr>
              <a:xfrm>
                <a:off x="568125" y="2064025"/>
                <a:ext cx="107750" cy="112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90" extrusionOk="0">
                    <a:moveTo>
                      <a:pt x="3904" y="1"/>
                    </a:moveTo>
                    <a:cubicBezTo>
                      <a:pt x="3668" y="126"/>
                      <a:pt x="3479" y="318"/>
                      <a:pt x="3353" y="551"/>
                    </a:cubicBezTo>
                    <a:cubicBezTo>
                      <a:pt x="3001" y="680"/>
                      <a:pt x="2661" y="834"/>
                      <a:pt x="2331" y="1013"/>
                    </a:cubicBezTo>
                    <a:cubicBezTo>
                      <a:pt x="2526" y="740"/>
                      <a:pt x="2762" y="491"/>
                      <a:pt x="3023" y="284"/>
                    </a:cubicBezTo>
                    <a:cubicBezTo>
                      <a:pt x="3036" y="273"/>
                      <a:pt x="3028" y="252"/>
                      <a:pt x="3015" y="252"/>
                    </a:cubicBezTo>
                    <a:cubicBezTo>
                      <a:pt x="3013" y="252"/>
                      <a:pt x="3010" y="253"/>
                      <a:pt x="3007" y="255"/>
                    </a:cubicBezTo>
                    <a:cubicBezTo>
                      <a:pt x="2677" y="472"/>
                      <a:pt x="2394" y="759"/>
                      <a:pt x="2180" y="1095"/>
                    </a:cubicBezTo>
                    <a:cubicBezTo>
                      <a:pt x="1885" y="1268"/>
                      <a:pt x="1614" y="1479"/>
                      <a:pt x="1366" y="1718"/>
                    </a:cubicBezTo>
                    <a:cubicBezTo>
                      <a:pt x="658" y="2416"/>
                      <a:pt x="170" y="3495"/>
                      <a:pt x="7" y="4467"/>
                    </a:cubicBezTo>
                    <a:cubicBezTo>
                      <a:pt x="1" y="4476"/>
                      <a:pt x="10" y="4486"/>
                      <a:pt x="16" y="4489"/>
                    </a:cubicBezTo>
                    <a:cubicBezTo>
                      <a:pt x="18" y="4489"/>
                      <a:pt x="21" y="4490"/>
                      <a:pt x="23" y="4490"/>
                    </a:cubicBezTo>
                    <a:cubicBezTo>
                      <a:pt x="32" y="4490"/>
                      <a:pt x="39" y="4484"/>
                      <a:pt x="41" y="4476"/>
                    </a:cubicBezTo>
                    <a:cubicBezTo>
                      <a:pt x="233" y="3982"/>
                      <a:pt x="359" y="3476"/>
                      <a:pt x="595" y="2995"/>
                    </a:cubicBezTo>
                    <a:cubicBezTo>
                      <a:pt x="809" y="2551"/>
                      <a:pt x="1095" y="2146"/>
                      <a:pt x="1444" y="1797"/>
                    </a:cubicBezTo>
                    <a:cubicBezTo>
                      <a:pt x="1627" y="1624"/>
                      <a:pt x="1822" y="1463"/>
                      <a:pt x="2032" y="1322"/>
                    </a:cubicBezTo>
                    <a:cubicBezTo>
                      <a:pt x="2102" y="1313"/>
                      <a:pt x="2171" y="1309"/>
                      <a:pt x="2240" y="1309"/>
                    </a:cubicBezTo>
                    <a:cubicBezTo>
                      <a:pt x="2632" y="1309"/>
                      <a:pt x="3016" y="1433"/>
                      <a:pt x="3411" y="1433"/>
                    </a:cubicBezTo>
                    <a:cubicBezTo>
                      <a:pt x="3503" y="1433"/>
                      <a:pt x="3596" y="1426"/>
                      <a:pt x="3690" y="1410"/>
                    </a:cubicBezTo>
                    <a:cubicBezTo>
                      <a:pt x="3706" y="1406"/>
                      <a:pt x="3702" y="1388"/>
                      <a:pt x="3690" y="1388"/>
                    </a:cubicBezTo>
                    <a:cubicBezTo>
                      <a:pt x="3360" y="1388"/>
                      <a:pt x="3033" y="1353"/>
                      <a:pt x="2715" y="1278"/>
                    </a:cubicBezTo>
                    <a:cubicBezTo>
                      <a:pt x="2579" y="1245"/>
                      <a:pt x="2439" y="1228"/>
                      <a:pt x="2301" y="1228"/>
                    </a:cubicBezTo>
                    <a:cubicBezTo>
                      <a:pt x="2254" y="1228"/>
                      <a:pt x="2207" y="1230"/>
                      <a:pt x="2161" y="1234"/>
                    </a:cubicBezTo>
                    <a:cubicBezTo>
                      <a:pt x="2385" y="1092"/>
                      <a:pt x="2611" y="963"/>
                      <a:pt x="2847" y="850"/>
                    </a:cubicBezTo>
                    <a:cubicBezTo>
                      <a:pt x="3072" y="909"/>
                      <a:pt x="3301" y="938"/>
                      <a:pt x="3529" y="938"/>
                    </a:cubicBezTo>
                    <a:cubicBezTo>
                      <a:pt x="3787" y="938"/>
                      <a:pt x="4044" y="901"/>
                      <a:pt x="4294" y="828"/>
                    </a:cubicBezTo>
                    <a:cubicBezTo>
                      <a:pt x="4309" y="825"/>
                      <a:pt x="4303" y="809"/>
                      <a:pt x="4291" y="809"/>
                    </a:cubicBezTo>
                    <a:cubicBezTo>
                      <a:pt x="4064" y="845"/>
                      <a:pt x="3836" y="863"/>
                      <a:pt x="3608" y="863"/>
                    </a:cubicBezTo>
                    <a:cubicBezTo>
                      <a:pt x="3380" y="863"/>
                      <a:pt x="3152" y="845"/>
                      <a:pt x="2926" y="809"/>
                    </a:cubicBezTo>
                    <a:cubicBezTo>
                      <a:pt x="3297" y="633"/>
                      <a:pt x="3677" y="479"/>
                      <a:pt x="4052" y="334"/>
                    </a:cubicBezTo>
                    <a:cubicBezTo>
                      <a:pt x="4069" y="331"/>
                      <a:pt x="4065" y="305"/>
                      <a:pt x="4050" y="305"/>
                    </a:cubicBezTo>
                    <a:cubicBezTo>
                      <a:pt x="4049" y="305"/>
                      <a:pt x="4047" y="305"/>
                      <a:pt x="4045" y="306"/>
                    </a:cubicBezTo>
                    <a:cubicBezTo>
                      <a:pt x="3831" y="378"/>
                      <a:pt x="3624" y="447"/>
                      <a:pt x="3416" y="526"/>
                    </a:cubicBezTo>
                    <a:cubicBezTo>
                      <a:pt x="3548" y="331"/>
                      <a:pt x="3718" y="152"/>
                      <a:pt x="3910" y="7"/>
                    </a:cubicBezTo>
                    <a:cubicBezTo>
                      <a:pt x="3913" y="4"/>
                      <a:pt x="3907" y="1"/>
                      <a:pt x="39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3" name="Google Shape;1383;p32"/>
              <p:cNvSpPr/>
              <p:nvPr/>
            </p:nvSpPr>
            <p:spPr>
              <a:xfrm>
                <a:off x="644950" y="2065750"/>
                <a:ext cx="797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15" extrusionOk="0">
                    <a:moveTo>
                      <a:pt x="309" y="1"/>
                    </a:moveTo>
                    <a:cubicBezTo>
                      <a:pt x="249" y="32"/>
                      <a:pt x="192" y="76"/>
                      <a:pt x="145" y="127"/>
                    </a:cubicBezTo>
                    <a:cubicBezTo>
                      <a:pt x="85" y="177"/>
                      <a:pt x="35" y="240"/>
                      <a:pt x="0" y="309"/>
                    </a:cubicBezTo>
                    <a:lnTo>
                      <a:pt x="0" y="312"/>
                    </a:lnTo>
                    <a:cubicBezTo>
                      <a:pt x="2" y="314"/>
                      <a:pt x="4" y="315"/>
                      <a:pt x="5" y="315"/>
                    </a:cubicBezTo>
                    <a:cubicBezTo>
                      <a:pt x="7" y="315"/>
                      <a:pt x="8" y="314"/>
                      <a:pt x="10" y="312"/>
                    </a:cubicBezTo>
                    <a:cubicBezTo>
                      <a:pt x="63" y="259"/>
                      <a:pt x="101" y="202"/>
                      <a:pt x="151" y="152"/>
                    </a:cubicBezTo>
                    <a:cubicBezTo>
                      <a:pt x="205" y="98"/>
                      <a:pt x="268" y="61"/>
                      <a:pt x="315" y="10"/>
                    </a:cubicBezTo>
                    <a:cubicBezTo>
                      <a:pt x="318" y="4"/>
                      <a:pt x="318" y="1"/>
                      <a:pt x="3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4" name="Google Shape;1384;p32"/>
              <p:cNvSpPr/>
              <p:nvPr/>
            </p:nvSpPr>
            <p:spPr>
              <a:xfrm>
                <a:off x="667825" y="2078225"/>
                <a:ext cx="1347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140" extrusionOk="0">
                    <a:moveTo>
                      <a:pt x="528" y="1"/>
                    </a:moveTo>
                    <a:cubicBezTo>
                      <a:pt x="526" y="1"/>
                      <a:pt x="525" y="1"/>
                      <a:pt x="523" y="2"/>
                    </a:cubicBezTo>
                    <a:cubicBezTo>
                      <a:pt x="441" y="30"/>
                      <a:pt x="359" y="55"/>
                      <a:pt x="271" y="77"/>
                    </a:cubicBezTo>
                    <a:cubicBezTo>
                      <a:pt x="189" y="93"/>
                      <a:pt x="98" y="93"/>
                      <a:pt x="16" y="112"/>
                    </a:cubicBezTo>
                    <a:cubicBezTo>
                      <a:pt x="15" y="111"/>
                      <a:pt x="14" y="111"/>
                      <a:pt x="13" y="111"/>
                    </a:cubicBezTo>
                    <a:cubicBezTo>
                      <a:pt x="7" y="111"/>
                      <a:pt x="1" y="117"/>
                      <a:pt x="1" y="125"/>
                    </a:cubicBezTo>
                    <a:cubicBezTo>
                      <a:pt x="1" y="131"/>
                      <a:pt x="10" y="134"/>
                      <a:pt x="16" y="134"/>
                    </a:cubicBezTo>
                    <a:cubicBezTo>
                      <a:pt x="47" y="138"/>
                      <a:pt x="78" y="140"/>
                      <a:pt x="109" y="140"/>
                    </a:cubicBezTo>
                    <a:cubicBezTo>
                      <a:pt x="259" y="140"/>
                      <a:pt x="404" y="96"/>
                      <a:pt x="532" y="18"/>
                    </a:cubicBezTo>
                    <a:cubicBezTo>
                      <a:pt x="535" y="18"/>
                      <a:pt x="538" y="8"/>
                      <a:pt x="535" y="5"/>
                    </a:cubicBezTo>
                    <a:cubicBezTo>
                      <a:pt x="535" y="3"/>
                      <a:pt x="532" y="1"/>
                      <a:pt x="5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385" name="Google Shape;1385;p32"/>
            <p:cNvSpPr/>
            <p:nvPr/>
          </p:nvSpPr>
          <p:spPr>
            <a:xfrm>
              <a:off x="544150" y="2145650"/>
              <a:ext cx="74000" cy="91950"/>
            </a:xfrm>
            <a:custGeom>
              <a:avLst/>
              <a:gdLst/>
              <a:ahLst/>
              <a:cxnLst/>
              <a:rect l="l" t="t" r="r" b="b"/>
              <a:pathLst>
                <a:path w="2960" h="3678" extrusionOk="0">
                  <a:moveTo>
                    <a:pt x="0" y="0"/>
                  </a:moveTo>
                  <a:lnTo>
                    <a:pt x="76" y="840"/>
                  </a:lnTo>
                  <a:lnTo>
                    <a:pt x="327" y="3677"/>
                  </a:lnTo>
                  <a:lnTo>
                    <a:pt x="2554" y="3677"/>
                  </a:lnTo>
                  <a:lnTo>
                    <a:pt x="2866" y="840"/>
                  </a:lnTo>
                  <a:lnTo>
                    <a:pt x="29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6" name="Google Shape;1386;p32"/>
            <p:cNvSpPr/>
            <p:nvPr/>
          </p:nvSpPr>
          <p:spPr>
            <a:xfrm>
              <a:off x="545625" y="2145650"/>
              <a:ext cx="71050" cy="20225"/>
            </a:xfrm>
            <a:custGeom>
              <a:avLst/>
              <a:gdLst/>
              <a:ahLst/>
              <a:cxnLst/>
              <a:rect l="l" t="t" r="r" b="b"/>
              <a:pathLst>
                <a:path w="2842" h="809" extrusionOk="0">
                  <a:moveTo>
                    <a:pt x="1" y="0"/>
                  </a:moveTo>
                  <a:lnTo>
                    <a:pt x="73" y="809"/>
                  </a:lnTo>
                  <a:lnTo>
                    <a:pt x="2750" y="809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32"/>
            <p:cNvSpPr/>
            <p:nvPr/>
          </p:nvSpPr>
          <p:spPr>
            <a:xfrm>
              <a:off x="538000" y="2138875"/>
              <a:ext cx="85275" cy="18050"/>
            </a:xfrm>
            <a:custGeom>
              <a:avLst/>
              <a:gdLst/>
              <a:ahLst/>
              <a:cxnLst/>
              <a:rect l="l" t="t" r="r" b="b"/>
              <a:pathLst>
                <a:path w="3411" h="722" extrusionOk="0">
                  <a:moveTo>
                    <a:pt x="1" y="1"/>
                  </a:moveTo>
                  <a:lnTo>
                    <a:pt x="1" y="721"/>
                  </a:lnTo>
                  <a:lnTo>
                    <a:pt x="3410" y="721"/>
                  </a:lnTo>
                  <a:lnTo>
                    <a:pt x="34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88" name="Google Shape;1388;p32"/>
          <p:cNvGrpSpPr/>
          <p:nvPr/>
        </p:nvGrpSpPr>
        <p:grpSpPr>
          <a:xfrm>
            <a:off x="7725683" y="797782"/>
            <a:ext cx="877898" cy="684216"/>
            <a:chOff x="262200" y="3357384"/>
            <a:chExt cx="1642159" cy="684216"/>
          </a:xfrm>
        </p:grpSpPr>
        <p:sp>
          <p:nvSpPr>
            <p:cNvPr id="1389" name="Google Shape;1389;p32"/>
            <p:cNvSpPr/>
            <p:nvPr/>
          </p:nvSpPr>
          <p:spPr>
            <a:xfrm>
              <a:off x="273376" y="3357384"/>
              <a:ext cx="1630983" cy="683479"/>
            </a:xfrm>
            <a:custGeom>
              <a:avLst/>
              <a:gdLst/>
              <a:ahLst/>
              <a:cxnLst/>
              <a:rect l="l" t="t" r="r" b="b"/>
              <a:pathLst>
                <a:path w="13280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13280" y="5564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0" name="Google Shape;1390;p32"/>
            <p:cNvSpPr/>
            <p:nvPr/>
          </p:nvSpPr>
          <p:spPr>
            <a:xfrm>
              <a:off x="262200" y="3357384"/>
              <a:ext cx="1641791" cy="683479"/>
            </a:xfrm>
            <a:custGeom>
              <a:avLst/>
              <a:gdLst/>
              <a:ahLst/>
              <a:cxnLst/>
              <a:rect l="l" t="t" r="r" b="b"/>
              <a:pathLst>
                <a:path w="13368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89" y="5564"/>
                  </a:lnTo>
                  <a:lnTo>
                    <a:pt x="89" y="92"/>
                  </a:lnTo>
                  <a:lnTo>
                    <a:pt x="13368" y="92"/>
                  </a:lnTo>
                  <a:lnTo>
                    <a:pt x="13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32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6" y="0"/>
                  </a:moveTo>
                  <a:lnTo>
                    <a:pt x="1" y="41"/>
                  </a:lnTo>
                  <a:lnTo>
                    <a:pt x="13280" y="5570"/>
                  </a:lnTo>
                  <a:lnTo>
                    <a:pt x="13299" y="553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32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3280" y="0"/>
                  </a:moveTo>
                  <a:lnTo>
                    <a:pt x="1" y="5530"/>
                  </a:lnTo>
                  <a:lnTo>
                    <a:pt x="16" y="5570"/>
                  </a:lnTo>
                  <a:lnTo>
                    <a:pt x="13299" y="41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3" name="Google Shape;1393;p32"/>
          <p:cNvGrpSpPr/>
          <p:nvPr/>
        </p:nvGrpSpPr>
        <p:grpSpPr>
          <a:xfrm>
            <a:off x="7725683" y="1667420"/>
            <a:ext cx="877898" cy="684216"/>
            <a:chOff x="262200" y="3357384"/>
            <a:chExt cx="1642159" cy="684216"/>
          </a:xfrm>
        </p:grpSpPr>
        <p:sp>
          <p:nvSpPr>
            <p:cNvPr id="1394" name="Google Shape;1394;p32"/>
            <p:cNvSpPr/>
            <p:nvPr/>
          </p:nvSpPr>
          <p:spPr>
            <a:xfrm>
              <a:off x="273376" y="3357384"/>
              <a:ext cx="1630983" cy="683479"/>
            </a:xfrm>
            <a:custGeom>
              <a:avLst/>
              <a:gdLst/>
              <a:ahLst/>
              <a:cxnLst/>
              <a:rect l="l" t="t" r="r" b="b"/>
              <a:pathLst>
                <a:path w="13280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13280" y="5564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5" name="Google Shape;1395;p32"/>
            <p:cNvSpPr/>
            <p:nvPr/>
          </p:nvSpPr>
          <p:spPr>
            <a:xfrm>
              <a:off x="262200" y="3357384"/>
              <a:ext cx="1641791" cy="683479"/>
            </a:xfrm>
            <a:custGeom>
              <a:avLst/>
              <a:gdLst/>
              <a:ahLst/>
              <a:cxnLst/>
              <a:rect l="l" t="t" r="r" b="b"/>
              <a:pathLst>
                <a:path w="13368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89" y="5564"/>
                  </a:lnTo>
                  <a:lnTo>
                    <a:pt x="89" y="92"/>
                  </a:lnTo>
                  <a:lnTo>
                    <a:pt x="13368" y="92"/>
                  </a:lnTo>
                  <a:lnTo>
                    <a:pt x="13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32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6" y="0"/>
                  </a:moveTo>
                  <a:lnTo>
                    <a:pt x="1" y="41"/>
                  </a:lnTo>
                  <a:lnTo>
                    <a:pt x="13280" y="5570"/>
                  </a:lnTo>
                  <a:lnTo>
                    <a:pt x="13299" y="553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7" name="Google Shape;1397;p32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3280" y="0"/>
                  </a:moveTo>
                  <a:lnTo>
                    <a:pt x="1" y="5530"/>
                  </a:lnTo>
                  <a:lnTo>
                    <a:pt x="16" y="5570"/>
                  </a:lnTo>
                  <a:lnTo>
                    <a:pt x="13299" y="41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8" name="Google Shape;1398;p32"/>
          <p:cNvGrpSpPr/>
          <p:nvPr/>
        </p:nvGrpSpPr>
        <p:grpSpPr>
          <a:xfrm>
            <a:off x="3844800" y="4756477"/>
            <a:ext cx="1458875" cy="23926"/>
            <a:chOff x="-2278825" y="1262800"/>
            <a:chExt cx="1458875" cy="45049"/>
          </a:xfrm>
        </p:grpSpPr>
        <p:sp>
          <p:nvSpPr>
            <p:cNvPr id="1399" name="Google Shape;1399;p32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0" name="Google Shape;1400;p32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1" name="Google Shape;1401;p32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2" name="Google Shape;1402;p32"/>
            <p:cNvSpPr/>
            <p:nvPr/>
          </p:nvSpPr>
          <p:spPr>
            <a:xfrm>
              <a:off x="-1105354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0" y="1"/>
                  </a:moveTo>
                  <a:lnTo>
                    <a:pt x="0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ebsite Design Consulting by Slidesgo">
  <a:themeElements>
    <a:clrScheme name="Simple Light">
      <a:dk1>
        <a:srgbClr val="263238"/>
      </a:dk1>
      <a:lt1>
        <a:srgbClr val="F9F7F9"/>
      </a:lt1>
      <a:dk2>
        <a:srgbClr val="DBDBDB"/>
      </a:dk2>
      <a:lt2>
        <a:srgbClr val="B1A0B3"/>
      </a:lt2>
      <a:accent1>
        <a:srgbClr val="8E808F"/>
      </a:accent1>
      <a:accent2>
        <a:srgbClr val="423542"/>
      </a:accent2>
      <a:accent3>
        <a:srgbClr val="455A64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13073</Words>
  <Application>WPS Presentation</Application>
  <PresentationFormat/>
  <Paragraphs>412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2" baseType="lpstr">
      <vt:lpstr>Arial</vt:lpstr>
      <vt:lpstr>SimSun</vt:lpstr>
      <vt:lpstr>Wingdings</vt:lpstr>
      <vt:lpstr>Arial</vt:lpstr>
      <vt:lpstr>Figtree Black</vt:lpstr>
      <vt:lpstr>C059</vt:lpstr>
      <vt:lpstr>Archivo</vt:lpstr>
      <vt:lpstr>Roboto Condensed Light</vt:lpstr>
      <vt:lpstr>Abril Fatface</vt:lpstr>
      <vt:lpstr>Open Sans</vt:lpstr>
      <vt:lpstr>Actor</vt:lpstr>
      <vt:lpstr>Proxima Nova</vt:lpstr>
      <vt:lpstr>Anaheim</vt:lpstr>
      <vt:lpstr>Figtree ExtraBold</vt:lpstr>
      <vt:lpstr>Microsoft YaHei</vt:lpstr>
      <vt:lpstr>Droid Sans Fallback</vt:lpstr>
      <vt:lpstr>Arial Unicode MS</vt:lpstr>
      <vt:lpstr>Raleway</vt:lpstr>
      <vt:lpstr>Calibri</vt:lpstr>
      <vt:lpstr>Trebuchet MS</vt:lpstr>
      <vt:lpstr>Amatic SC</vt:lpstr>
      <vt:lpstr>Roboto Medium</vt:lpstr>
      <vt:lpstr>OpenSymbol</vt:lpstr>
      <vt:lpstr>Aptos</vt:lpstr>
      <vt:lpstr>Times New Roman</vt:lpstr>
      <vt:lpstr>Symbol</vt:lpstr>
      <vt:lpstr>Roboto</vt:lpstr>
      <vt:lpstr>Calibri</vt:lpstr>
      <vt:lpstr>SimSun</vt:lpstr>
      <vt:lpstr>Website Design Consulting by Slidesgo</vt:lpstr>
      <vt:lpstr>Website Design Consulting</vt:lpstr>
      <vt:lpstr>Awesome words</vt:lpstr>
      <vt:lpstr>Alternative resources</vt:lpstr>
      <vt:lpstr>Demo software and app</vt:lpstr>
      <vt:lpstr>Mars</vt:lpstr>
      <vt:lpstr>Resources</vt:lpstr>
      <vt:lpstr>Contents of this template</vt:lpstr>
      <vt:lpstr>Actores y Roles del proyecto</vt:lpstr>
      <vt:lpstr>Actores y Roles del proyecto</vt:lpstr>
      <vt:lpstr>Planificación</vt:lpstr>
      <vt:lpstr>Historias de Usuario</vt:lpstr>
      <vt:lpstr>Project and strategy definition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Design Consulting</dc:title>
  <dc:creator/>
  <cp:lastModifiedBy>pc</cp:lastModifiedBy>
  <cp:revision>41</cp:revision>
  <dcterms:created xsi:type="dcterms:W3CDTF">2025-11-01T10:39:29Z</dcterms:created>
  <dcterms:modified xsi:type="dcterms:W3CDTF">2025-11-01T10:39:29Z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